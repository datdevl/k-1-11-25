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788" y="301003"/>
            <a:ext cx="1694119" cy="13827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452847"/>
            <a:ext cx="20104099" cy="8557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1788" y="301003"/>
            <a:ext cx="1694119" cy="138271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0452847"/>
            <a:ext cx="20104099" cy="8557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6545" y="346311"/>
            <a:ext cx="11618454" cy="92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070" y="2073427"/>
            <a:ext cx="10660380" cy="3113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009749" y="10693320"/>
            <a:ext cx="1567815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22449" y="10706020"/>
            <a:ext cx="1542415" cy="337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20"/>
              </a:lnSpc>
            </a:pP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dirty="0" sz="23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Microsoft Sans Serif"/>
                <a:cs typeface="Microsoft Sans Serif"/>
              </a:rPr>
              <a:t>số….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371290"/>
              <a:ext cx="20104099" cy="937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892036" cy="113085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645830" cy="113085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90946" y="601936"/>
              <a:ext cx="2856107" cy="259203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99239" y="3441016"/>
            <a:ext cx="11743690" cy="285305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6350" indent="5876925">
              <a:lnSpc>
                <a:spcPct val="100000"/>
              </a:lnSpc>
              <a:spcBef>
                <a:spcPts val="95"/>
              </a:spcBef>
            </a:pPr>
            <a:r>
              <a:rPr dirty="0" sz="6600" spc="-1025" b="1">
                <a:solidFill>
                  <a:srgbClr val="FFFFFF"/>
                </a:solidFill>
                <a:latin typeface="Tahoma"/>
                <a:cs typeface="Tahoma"/>
              </a:rPr>
              <a:t>THIẾT</a:t>
            </a:r>
            <a:r>
              <a:rPr dirty="0" sz="6600" spc="-7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825" b="1">
                <a:solidFill>
                  <a:srgbClr val="FFFFFF"/>
                </a:solidFill>
                <a:latin typeface="Tahoma"/>
                <a:cs typeface="Tahoma"/>
              </a:rPr>
              <a:t>KẾ</a:t>
            </a:r>
            <a:r>
              <a:rPr dirty="0" sz="6600" spc="-7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930" b="1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6600" spc="-7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880" b="1">
                <a:solidFill>
                  <a:srgbClr val="FFFFFF"/>
                </a:solidFill>
                <a:latin typeface="Tahoma"/>
                <a:cs typeface="Tahoma"/>
              </a:rPr>
              <a:t>VÀ </a:t>
            </a:r>
            <a:r>
              <a:rPr dirty="0" sz="6600" spc="-1019" b="1">
                <a:solidFill>
                  <a:srgbClr val="FFFFFF"/>
                </a:solidFill>
                <a:latin typeface="Tahoma"/>
                <a:cs typeface="Tahoma"/>
              </a:rPr>
              <a:t>TRIỂN</a:t>
            </a:r>
            <a:r>
              <a:rPr dirty="0" sz="6600" spc="-7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1000" b="1">
                <a:solidFill>
                  <a:srgbClr val="FFFFFF"/>
                </a:solidFill>
                <a:latin typeface="Tahoma"/>
                <a:cs typeface="Tahoma"/>
              </a:rPr>
              <a:t>KHAI</a:t>
            </a:r>
            <a:r>
              <a:rPr dirty="0" sz="6600" spc="-7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730" b="1">
                <a:solidFill>
                  <a:srgbClr val="FFFFFF"/>
                </a:solidFill>
                <a:latin typeface="Tahoma"/>
                <a:cs typeface="Tahoma"/>
              </a:rPr>
              <a:t>HỆ</a:t>
            </a:r>
            <a:r>
              <a:rPr dirty="0" sz="6600" spc="-7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830" b="1">
                <a:solidFill>
                  <a:srgbClr val="FFFFFF"/>
                </a:solidFill>
                <a:latin typeface="Tahoma"/>
                <a:cs typeface="Tahoma"/>
              </a:rPr>
              <a:t>THỐNG</a:t>
            </a:r>
            <a:r>
              <a:rPr dirty="0" sz="6600" spc="-7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810" b="1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6600" spc="-7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600" spc="-985" b="1">
                <a:solidFill>
                  <a:srgbClr val="FFFFFF"/>
                </a:solidFill>
                <a:latin typeface="Tahoma"/>
                <a:cs typeface="Tahoma"/>
              </a:rPr>
              <a:t>MỀM</a:t>
            </a:r>
            <a:endParaRPr sz="6600">
              <a:latin typeface="Tahoma"/>
              <a:cs typeface="Tahoma"/>
            </a:endParaRPr>
          </a:p>
          <a:p>
            <a:pPr marL="7425055">
              <a:lnSpc>
                <a:spcPct val="100000"/>
              </a:lnSpc>
              <a:spcBef>
                <a:spcPts val="120"/>
              </a:spcBef>
            </a:pPr>
            <a:r>
              <a:rPr dirty="0" spc="-745" b="1">
                <a:solidFill>
                  <a:srgbClr val="FFFFFF"/>
                </a:solidFill>
                <a:latin typeface="Tahoma"/>
                <a:cs typeface="Tahoma"/>
              </a:rPr>
              <a:t>(FIT4014</a:t>
            </a:r>
            <a:r>
              <a:rPr dirty="0" spc="-5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-660" b="1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pc="-5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-770" b="1">
                <a:solidFill>
                  <a:srgbClr val="FFFFFF"/>
                </a:solidFill>
                <a:latin typeface="Tahoma"/>
                <a:cs typeface="Tahoma"/>
              </a:rPr>
              <a:t>WEB)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09749" y="10664755"/>
            <a:ext cx="1567815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dirty="0" sz="23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Microsoft Sans Serif"/>
                <a:cs typeface="Microsoft Sans Serif"/>
              </a:rPr>
              <a:t>số….</a:t>
            </a:r>
            <a:endParaRPr sz="23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3472" y="0"/>
            <a:ext cx="1268512" cy="11503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612515">
              <a:lnSpc>
                <a:spcPct val="100000"/>
              </a:lnSpc>
              <a:spcBef>
                <a:spcPts val="135"/>
              </a:spcBef>
            </a:pPr>
            <a:r>
              <a:rPr dirty="0" sz="4800">
                <a:latin typeface="Times New Roman"/>
                <a:cs typeface="Times New Roman"/>
              </a:rPr>
              <a:t>QUY</a:t>
            </a:r>
            <a:r>
              <a:rPr dirty="0" sz="4800" spc="-195">
                <a:latin typeface="Times New Roman"/>
                <a:cs typeface="Times New Roman"/>
              </a:rPr>
              <a:t> </a:t>
            </a:r>
            <a:r>
              <a:rPr dirty="0" sz="4800">
                <a:latin typeface="Times New Roman"/>
                <a:cs typeface="Times New Roman"/>
              </a:rPr>
              <a:t>ĐỊNH</a:t>
            </a:r>
            <a:r>
              <a:rPr dirty="0" sz="4800" spc="-95">
                <a:latin typeface="Times New Roman"/>
                <a:cs typeface="Times New Roman"/>
              </a:rPr>
              <a:t> </a:t>
            </a:r>
            <a:r>
              <a:rPr dirty="0" sz="4800">
                <a:latin typeface="Times New Roman"/>
                <a:cs typeface="Times New Roman"/>
              </a:rPr>
              <a:t>TRONG</a:t>
            </a:r>
            <a:r>
              <a:rPr dirty="0" sz="4800" spc="-10">
                <a:latin typeface="Times New Roman"/>
                <a:cs typeface="Times New Roman"/>
              </a:rPr>
              <a:t> </a:t>
            </a:r>
            <a:r>
              <a:rPr dirty="0" sz="4800">
                <a:latin typeface="Times New Roman"/>
                <a:cs typeface="Times New Roman"/>
              </a:rPr>
              <a:t>LỚP</a:t>
            </a:r>
            <a:r>
              <a:rPr dirty="0" sz="4800" spc="-180">
                <a:latin typeface="Times New Roman"/>
                <a:cs typeface="Times New Roman"/>
              </a:rPr>
              <a:t> </a:t>
            </a:r>
            <a:r>
              <a:rPr dirty="0" sz="4800" spc="-25">
                <a:latin typeface="Times New Roman"/>
                <a:cs typeface="Times New Roman"/>
              </a:rPr>
              <a:t>HỌC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9741" y="2128526"/>
            <a:ext cx="13076555" cy="2787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985" indent="-629285">
              <a:lnSpc>
                <a:spcPct val="100000"/>
              </a:lnSpc>
              <a:spcBef>
                <a:spcPts val="95"/>
              </a:spcBef>
              <a:buSzPct val="87878"/>
              <a:buFont typeface="Microsoft Sans Serif"/>
              <a:buChar char="•"/>
              <a:tabLst>
                <a:tab pos="641985" algn="l"/>
              </a:tabLst>
            </a:pPr>
            <a:r>
              <a:rPr dirty="0" sz="3300" spc="-275">
                <a:latin typeface="Tahoma"/>
                <a:cs typeface="Tahoma"/>
              </a:rPr>
              <a:t>Tuân</a:t>
            </a:r>
            <a:r>
              <a:rPr dirty="0" sz="3300" spc="-395">
                <a:latin typeface="Tahoma"/>
                <a:cs typeface="Tahoma"/>
              </a:rPr>
              <a:t> </a:t>
            </a:r>
            <a:r>
              <a:rPr dirty="0" sz="3300" spc="-170">
                <a:latin typeface="Tahoma"/>
                <a:cs typeface="Tahoma"/>
              </a:rPr>
              <a:t>thủ</a:t>
            </a:r>
            <a:r>
              <a:rPr dirty="0" sz="3300" spc="-405">
                <a:latin typeface="Tahoma"/>
                <a:cs typeface="Tahoma"/>
              </a:rPr>
              <a:t> </a:t>
            </a:r>
            <a:r>
              <a:rPr dirty="0" sz="3300" spc="-265">
                <a:latin typeface="Tahoma"/>
                <a:cs typeface="Tahoma"/>
              </a:rPr>
              <a:t>Tuyệt</a:t>
            </a:r>
            <a:r>
              <a:rPr dirty="0" sz="3300" spc="-400">
                <a:latin typeface="Tahoma"/>
                <a:cs typeface="Tahoma"/>
              </a:rPr>
              <a:t> </a:t>
            </a:r>
            <a:r>
              <a:rPr dirty="0" sz="3300" spc="-130">
                <a:latin typeface="Tahoma"/>
                <a:cs typeface="Tahoma"/>
              </a:rPr>
              <a:t>đối</a:t>
            </a:r>
            <a:r>
              <a:rPr dirty="0" sz="3300" spc="-395">
                <a:latin typeface="Tahoma"/>
                <a:cs typeface="Tahoma"/>
              </a:rPr>
              <a:t> </a:t>
            </a:r>
            <a:r>
              <a:rPr dirty="0" sz="3300" spc="-30">
                <a:latin typeface="Tahoma"/>
                <a:cs typeface="Tahoma"/>
              </a:rPr>
              <a:t>các</a:t>
            </a:r>
            <a:r>
              <a:rPr dirty="0" sz="3300" spc="-395">
                <a:latin typeface="Tahoma"/>
                <a:cs typeface="Tahoma"/>
              </a:rPr>
              <a:t> </a:t>
            </a:r>
            <a:r>
              <a:rPr dirty="0" sz="3300" spc="-204">
                <a:latin typeface="Tahoma"/>
                <a:cs typeface="Tahoma"/>
              </a:rPr>
              <a:t>quy</a:t>
            </a:r>
            <a:r>
              <a:rPr dirty="0" sz="3300" spc="-390">
                <a:latin typeface="Tahoma"/>
                <a:cs typeface="Tahoma"/>
              </a:rPr>
              <a:t> </a:t>
            </a:r>
            <a:r>
              <a:rPr dirty="0" sz="3300" spc="-150">
                <a:latin typeface="Tahoma"/>
                <a:cs typeface="Tahoma"/>
              </a:rPr>
              <a:t>định</a:t>
            </a:r>
            <a:r>
              <a:rPr dirty="0" sz="3300" spc="-395">
                <a:latin typeface="Tahoma"/>
                <a:cs typeface="Tahoma"/>
              </a:rPr>
              <a:t> </a:t>
            </a:r>
            <a:r>
              <a:rPr dirty="0" sz="3300" spc="-20">
                <a:latin typeface="Tahoma"/>
                <a:cs typeface="Tahoma"/>
              </a:rPr>
              <a:t>sau:</a:t>
            </a:r>
            <a:endParaRPr sz="3300">
              <a:latin typeface="Tahoma"/>
              <a:cs typeface="Tahoma"/>
            </a:endParaRPr>
          </a:p>
          <a:p>
            <a:pPr lvl="1" marL="1377950" indent="-525145">
              <a:lnSpc>
                <a:spcPct val="100000"/>
              </a:lnSpc>
              <a:spcBef>
                <a:spcPts val="2400"/>
              </a:spcBef>
              <a:buSzPct val="88135"/>
              <a:buFont typeface="Microsoft Sans Serif"/>
              <a:buChar char="–"/>
              <a:tabLst>
                <a:tab pos="1377950" algn="l"/>
              </a:tabLst>
            </a:pPr>
            <a:r>
              <a:rPr dirty="0" sz="2950" spc="-235">
                <a:latin typeface="Tahoma"/>
                <a:cs typeface="Tahoma"/>
              </a:rPr>
              <a:t>Tham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145">
                <a:latin typeface="Tahoma"/>
                <a:cs typeface="Tahoma"/>
              </a:rPr>
              <a:t>dự</a:t>
            </a:r>
            <a:r>
              <a:rPr dirty="0" sz="2950" spc="-335">
                <a:latin typeface="Tahoma"/>
                <a:cs typeface="Tahoma"/>
              </a:rPr>
              <a:t> </a:t>
            </a:r>
            <a:r>
              <a:rPr dirty="0" sz="2950" spc="-185">
                <a:latin typeface="Tahoma"/>
                <a:cs typeface="Tahoma"/>
              </a:rPr>
              <a:t>đầy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160">
                <a:latin typeface="Tahoma"/>
                <a:cs typeface="Tahoma"/>
              </a:rPr>
              <a:t>đủ</a:t>
            </a:r>
            <a:r>
              <a:rPr dirty="0" sz="2950" spc="-350">
                <a:latin typeface="Tahoma"/>
                <a:cs typeface="Tahoma"/>
              </a:rPr>
              <a:t> </a:t>
            </a:r>
            <a:r>
              <a:rPr dirty="0" sz="2950" spc="-110">
                <a:latin typeface="Tahoma"/>
                <a:cs typeface="Tahoma"/>
              </a:rPr>
              <a:t>buổi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14">
                <a:latin typeface="Tahoma"/>
                <a:cs typeface="Tahoma"/>
              </a:rPr>
              <a:t>học,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50">
                <a:latin typeface="Tahoma"/>
                <a:cs typeface="Tahoma"/>
              </a:rPr>
              <a:t>tự</a:t>
            </a:r>
            <a:r>
              <a:rPr dirty="0" sz="2950" spc="-335">
                <a:latin typeface="Tahoma"/>
                <a:cs typeface="Tahoma"/>
              </a:rPr>
              <a:t> </a:t>
            </a:r>
            <a:r>
              <a:rPr dirty="0" sz="2950" spc="-114">
                <a:latin typeface="Tahoma"/>
                <a:cs typeface="Tahoma"/>
              </a:rPr>
              <a:t>học,</a:t>
            </a:r>
            <a:r>
              <a:rPr dirty="0" sz="2950" spc="-355">
                <a:latin typeface="Tahoma"/>
                <a:cs typeface="Tahoma"/>
              </a:rPr>
              <a:t> </a:t>
            </a:r>
            <a:r>
              <a:rPr dirty="0" sz="2950" spc="-100">
                <a:latin typeface="Tahoma"/>
                <a:cs typeface="Tahoma"/>
              </a:rPr>
              <a:t>chuẩn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60">
                <a:latin typeface="Tahoma"/>
                <a:cs typeface="Tahoma"/>
              </a:rPr>
              <a:t>bị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60">
                <a:latin typeface="Tahoma"/>
                <a:cs typeface="Tahoma"/>
              </a:rPr>
              <a:t>slides,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0">
                <a:latin typeface="Tahoma"/>
                <a:cs typeface="Tahoma"/>
              </a:rPr>
              <a:t>demo.</a:t>
            </a:r>
            <a:endParaRPr sz="2950">
              <a:latin typeface="Tahoma"/>
              <a:cs typeface="Tahoma"/>
            </a:endParaRPr>
          </a:p>
          <a:p>
            <a:pPr lvl="1" marL="1377950" indent="-525145">
              <a:lnSpc>
                <a:spcPct val="100000"/>
              </a:lnSpc>
              <a:spcBef>
                <a:spcPts val="2385"/>
              </a:spcBef>
              <a:buSzPct val="88135"/>
              <a:buFont typeface="Microsoft Sans Serif"/>
              <a:buChar char="–"/>
              <a:tabLst>
                <a:tab pos="1377950" algn="l"/>
              </a:tabLst>
            </a:pPr>
            <a:r>
              <a:rPr dirty="0" sz="2950" spc="-305">
                <a:latin typeface="Tahoma"/>
                <a:cs typeface="Tahoma"/>
              </a:rPr>
              <a:t>Tôn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75">
                <a:latin typeface="Tahoma"/>
                <a:cs typeface="Tahoma"/>
              </a:rPr>
              <a:t>trọng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75">
                <a:latin typeface="Tahoma"/>
                <a:cs typeface="Tahoma"/>
              </a:rPr>
              <a:t>lớp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14">
                <a:latin typeface="Tahoma"/>
                <a:cs typeface="Tahoma"/>
              </a:rPr>
              <a:t>học,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204">
                <a:latin typeface="Tahoma"/>
                <a:cs typeface="Tahoma"/>
              </a:rPr>
              <a:t>đúng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90">
                <a:latin typeface="Tahoma"/>
                <a:cs typeface="Tahoma"/>
              </a:rPr>
              <a:t>giờ,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185">
                <a:latin typeface="Tahoma"/>
                <a:cs typeface="Tahoma"/>
              </a:rPr>
              <a:t>không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229">
                <a:latin typeface="Tahoma"/>
                <a:cs typeface="Tahoma"/>
              </a:rPr>
              <a:t>gây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155">
                <a:latin typeface="Tahoma"/>
                <a:cs typeface="Tahoma"/>
              </a:rPr>
              <a:t>ảnh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80">
                <a:latin typeface="Tahoma"/>
                <a:cs typeface="Tahoma"/>
              </a:rPr>
              <a:t>hưởng,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135">
                <a:latin typeface="Tahoma"/>
                <a:cs typeface="Tahoma"/>
              </a:rPr>
              <a:t>tuân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55">
                <a:latin typeface="Tahoma"/>
                <a:cs typeface="Tahoma"/>
              </a:rPr>
              <a:t>thủ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180">
                <a:latin typeface="Tahoma"/>
                <a:cs typeface="Tahoma"/>
              </a:rPr>
              <a:t>văn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40">
                <a:latin typeface="Tahoma"/>
                <a:cs typeface="Tahoma"/>
              </a:rPr>
              <a:t>hóa</a:t>
            </a:r>
            <a:r>
              <a:rPr dirty="0" sz="2950" spc="-340">
                <a:latin typeface="Tahoma"/>
                <a:cs typeface="Tahoma"/>
              </a:rPr>
              <a:t> </a:t>
            </a:r>
            <a:r>
              <a:rPr dirty="0" sz="2950" spc="-85">
                <a:latin typeface="Tahoma"/>
                <a:cs typeface="Tahoma"/>
              </a:rPr>
              <a:t>học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65">
                <a:latin typeface="Tahoma"/>
                <a:cs typeface="Tahoma"/>
              </a:rPr>
              <a:t>đường.</a:t>
            </a:r>
            <a:endParaRPr sz="2950">
              <a:latin typeface="Tahoma"/>
              <a:cs typeface="Tahoma"/>
            </a:endParaRPr>
          </a:p>
          <a:p>
            <a:pPr lvl="1" marL="1377950" indent="-525145">
              <a:lnSpc>
                <a:spcPct val="100000"/>
              </a:lnSpc>
              <a:spcBef>
                <a:spcPts val="2385"/>
              </a:spcBef>
              <a:buSzPct val="88135"/>
              <a:buFont typeface="Microsoft Sans Serif"/>
              <a:buChar char="–"/>
              <a:tabLst>
                <a:tab pos="1377950" algn="l"/>
              </a:tabLst>
            </a:pPr>
            <a:r>
              <a:rPr dirty="0" sz="2950" spc="-180">
                <a:latin typeface="Tahoma"/>
                <a:cs typeface="Tahoma"/>
              </a:rPr>
              <a:t>Máy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20">
                <a:latin typeface="Tahoma"/>
                <a:cs typeface="Tahoma"/>
              </a:rPr>
              <a:t>tính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50">
                <a:latin typeface="Tahoma"/>
                <a:cs typeface="Tahoma"/>
              </a:rPr>
              <a:t>chỉ</a:t>
            </a:r>
            <a:r>
              <a:rPr dirty="0" sz="2950" spc="-350">
                <a:latin typeface="Tahoma"/>
                <a:cs typeface="Tahoma"/>
              </a:rPr>
              <a:t> </a:t>
            </a:r>
            <a:r>
              <a:rPr dirty="0" sz="2950" spc="-80">
                <a:latin typeface="Tahoma"/>
                <a:cs typeface="Tahoma"/>
              </a:rPr>
              <a:t>sử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90">
                <a:latin typeface="Tahoma"/>
                <a:cs typeface="Tahoma"/>
              </a:rPr>
              <a:t>dụng</a:t>
            </a:r>
            <a:r>
              <a:rPr dirty="0" sz="2950" spc="-350">
                <a:latin typeface="Tahoma"/>
                <a:cs typeface="Tahoma"/>
              </a:rPr>
              <a:t> </a:t>
            </a:r>
            <a:r>
              <a:rPr dirty="0" sz="2950" spc="-85">
                <a:latin typeface="Tahoma"/>
                <a:cs typeface="Tahoma"/>
              </a:rPr>
              <a:t>cho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100">
                <a:latin typeface="Tahoma"/>
                <a:cs typeface="Tahoma"/>
              </a:rPr>
              <a:t>mục</a:t>
            </a:r>
            <a:r>
              <a:rPr dirty="0" sz="2950" spc="-345">
                <a:latin typeface="Tahoma"/>
                <a:cs typeface="Tahoma"/>
              </a:rPr>
              <a:t> </a:t>
            </a:r>
            <a:r>
              <a:rPr dirty="0" sz="2950" spc="-75">
                <a:latin typeface="Tahoma"/>
                <a:cs typeface="Tahoma"/>
              </a:rPr>
              <a:t>đích</a:t>
            </a:r>
            <a:r>
              <a:rPr dirty="0" sz="2950" spc="-350">
                <a:latin typeface="Tahoma"/>
                <a:cs typeface="Tahoma"/>
              </a:rPr>
              <a:t> </a:t>
            </a:r>
            <a:r>
              <a:rPr dirty="0" sz="2950" spc="-25">
                <a:latin typeface="Tahoma"/>
                <a:cs typeface="Tahoma"/>
              </a:rPr>
              <a:t>học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 h="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 h="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951777" y="5197961"/>
            <a:ext cx="264541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ts val="3300"/>
              </a:lnSpc>
              <a:spcBef>
                <a:spcPts val="100"/>
              </a:spcBef>
            </a:pPr>
            <a:r>
              <a:rPr dirty="0" sz="2750" b="1">
                <a:solidFill>
                  <a:srgbClr val="E36C09"/>
                </a:solidFill>
                <a:latin typeface="Arial"/>
                <a:cs typeface="Arial"/>
              </a:rPr>
              <a:t>KHÔNG</a:t>
            </a:r>
            <a:r>
              <a:rPr dirty="0" sz="2750" spc="30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114" b="1">
                <a:solidFill>
                  <a:srgbClr val="E36C09"/>
                </a:solidFill>
                <a:latin typeface="Arial"/>
                <a:cs typeface="Arial"/>
              </a:rPr>
              <a:t>NÓI</a:t>
            </a:r>
            <a:endParaRPr sz="2750">
              <a:latin typeface="Arial"/>
              <a:cs typeface="Arial"/>
            </a:endParaRPr>
          </a:p>
          <a:p>
            <a:pPr algn="ctr">
              <a:lnSpc>
                <a:spcPts val="3300"/>
              </a:lnSpc>
            </a:pPr>
            <a:r>
              <a:rPr dirty="0" sz="2750" spc="-25" b="1">
                <a:solidFill>
                  <a:srgbClr val="E36C09"/>
                </a:solidFill>
                <a:latin typeface="Arial"/>
                <a:cs typeface="Arial"/>
              </a:rPr>
              <a:t>CHUYỆN</a:t>
            </a:r>
            <a:r>
              <a:rPr dirty="0" sz="2750" spc="-135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E36C09"/>
                </a:solidFill>
                <a:latin typeface="Arial"/>
                <a:cs typeface="Arial"/>
              </a:rPr>
              <a:t>RIÊNG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00653" y="5197961"/>
            <a:ext cx="710565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9430" marR="5080" indent="-507365">
              <a:lnSpc>
                <a:spcPct val="100000"/>
              </a:lnSpc>
              <a:spcBef>
                <a:spcPts val="100"/>
              </a:spcBef>
              <a:tabLst>
                <a:tab pos="4886325" algn="l"/>
              </a:tabLst>
            </a:pPr>
            <a:r>
              <a:rPr dirty="0" sz="2750" b="1">
                <a:solidFill>
                  <a:srgbClr val="E36C09"/>
                </a:solidFill>
                <a:latin typeface="Arial"/>
                <a:cs typeface="Arial"/>
              </a:rPr>
              <a:t>KHÔNG</a:t>
            </a:r>
            <a:r>
              <a:rPr dirty="0" sz="2750" spc="-25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-90" b="1">
                <a:solidFill>
                  <a:srgbClr val="E36C09"/>
                </a:solidFill>
                <a:latin typeface="Arial"/>
                <a:cs typeface="Arial"/>
              </a:rPr>
              <a:t>SỬ</a:t>
            </a:r>
            <a:r>
              <a:rPr dirty="0" sz="2750" spc="-35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-20" b="1">
                <a:solidFill>
                  <a:srgbClr val="E36C09"/>
                </a:solidFill>
                <a:latin typeface="Arial"/>
                <a:cs typeface="Arial"/>
              </a:rPr>
              <a:t>DỤNG</a:t>
            </a:r>
            <a:r>
              <a:rPr dirty="0" sz="2750" b="1">
                <a:solidFill>
                  <a:srgbClr val="E36C09"/>
                </a:solidFill>
                <a:latin typeface="Arial"/>
                <a:cs typeface="Arial"/>
              </a:rPr>
              <a:t>	KHÔNG</a:t>
            </a:r>
            <a:r>
              <a:rPr dirty="0" sz="2750" spc="30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35" b="1">
                <a:solidFill>
                  <a:srgbClr val="E36C09"/>
                </a:solidFill>
                <a:latin typeface="Arial"/>
                <a:cs typeface="Arial"/>
              </a:rPr>
              <a:t>NGỦ </a:t>
            </a:r>
            <a:r>
              <a:rPr dirty="0" sz="2750" b="1">
                <a:solidFill>
                  <a:srgbClr val="E36C09"/>
                </a:solidFill>
                <a:latin typeface="Arial"/>
                <a:cs typeface="Arial"/>
              </a:rPr>
              <a:t>ĐIỆN</a:t>
            </a:r>
            <a:r>
              <a:rPr dirty="0" sz="2750" spc="70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E36C09"/>
                </a:solidFill>
                <a:latin typeface="Arial"/>
                <a:cs typeface="Arial"/>
              </a:rPr>
              <a:t>THOẠI</a:t>
            </a:r>
            <a:endParaRPr sz="27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440302" y="5197961"/>
            <a:ext cx="236601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145" b="1">
                <a:solidFill>
                  <a:srgbClr val="E36C09"/>
                </a:solidFill>
                <a:latin typeface="Arial"/>
                <a:cs typeface="Arial"/>
              </a:rPr>
              <a:t>CODE</a:t>
            </a:r>
            <a:r>
              <a:rPr dirty="0" sz="2750" spc="-35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-140" b="1">
                <a:solidFill>
                  <a:srgbClr val="E36C09"/>
                </a:solidFill>
                <a:latin typeface="Arial"/>
                <a:cs typeface="Arial"/>
              </a:rPr>
              <a:t>ĐẦY</a:t>
            </a:r>
            <a:r>
              <a:rPr dirty="0" sz="2750" spc="-40" b="1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dirty="0" sz="2750" spc="30" b="1">
                <a:solidFill>
                  <a:srgbClr val="E36C09"/>
                </a:solidFill>
                <a:latin typeface="Arial"/>
                <a:cs typeface="Arial"/>
              </a:rPr>
              <a:t>ĐỦ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038908" y="6424586"/>
            <a:ext cx="3403600" cy="2929890"/>
            <a:chOff x="6038908" y="6424586"/>
            <a:chExt cx="3403600" cy="2929890"/>
          </a:xfrm>
        </p:grpSpPr>
        <p:sp>
          <p:nvSpPr>
            <p:cNvPr id="12" name="object 12" descr=""/>
            <p:cNvSpPr/>
            <p:nvPr/>
          </p:nvSpPr>
          <p:spPr>
            <a:xfrm>
              <a:off x="6038908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01321" y="6547351"/>
              <a:ext cx="2705100" cy="2705100"/>
            </a:xfrm>
            <a:custGeom>
              <a:avLst/>
              <a:gdLst/>
              <a:ahLst/>
              <a:cxnLst/>
              <a:rect l="l" t="t" r="r" b="b"/>
              <a:pathLst>
                <a:path w="2705100" h="2705100">
                  <a:moveTo>
                    <a:pt x="2704706" y="1358900"/>
                  </a:moveTo>
                  <a:lnTo>
                    <a:pt x="2703309" y="1295400"/>
                  </a:lnTo>
                  <a:lnTo>
                    <a:pt x="2699347" y="1244600"/>
                  </a:lnTo>
                  <a:lnTo>
                    <a:pt x="2693225" y="1193800"/>
                  </a:lnTo>
                  <a:lnTo>
                    <a:pt x="2685338" y="1130300"/>
                  </a:lnTo>
                  <a:lnTo>
                    <a:pt x="2676055" y="1079500"/>
                  </a:lnTo>
                  <a:lnTo>
                    <a:pt x="2664828" y="1028700"/>
                  </a:lnTo>
                  <a:lnTo>
                    <a:pt x="2651048" y="977900"/>
                  </a:lnTo>
                  <a:lnTo>
                    <a:pt x="2635110" y="927100"/>
                  </a:lnTo>
                  <a:lnTo>
                    <a:pt x="2617406" y="876300"/>
                  </a:lnTo>
                  <a:lnTo>
                    <a:pt x="2598331" y="825500"/>
                  </a:lnTo>
                  <a:lnTo>
                    <a:pt x="2577274" y="774700"/>
                  </a:lnTo>
                  <a:lnTo>
                    <a:pt x="2553665" y="736600"/>
                  </a:lnTo>
                  <a:lnTo>
                    <a:pt x="2527909" y="685800"/>
                  </a:lnTo>
                  <a:lnTo>
                    <a:pt x="2500376" y="635000"/>
                  </a:lnTo>
                  <a:lnTo>
                    <a:pt x="2471458" y="596900"/>
                  </a:lnTo>
                  <a:lnTo>
                    <a:pt x="2441486" y="558800"/>
                  </a:lnTo>
                  <a:lnTo>
                    <a:pt x="2410333" y="508000"/>
                  </a:lnTo>
                  <a:lnTo>
                    <a:pt x="2389644" y="483781"/>
                  </a:lnTo>
                  <a:lnTo>
                    <a:pt x="2389644" y="1358900"/>
                  </a:lnTo>
                  <a:lnTo>
                    <a:pt x="2388438" y="1409700"/>
                  </a:lnTo>
                  <a:lnTo>
                    <a:pt x="2384882" y="1460500"/>
                  </a:lnTo>
                  <a:lnTo>
                    <a:pt x="2379027" y="1498600"/>
                  </a:lnTo>
                  <a:lnTo>
                    <a:pt x="2370950" y="1549400"/>
                  </a:lnTo>
                  <a:lnTo>
                    <a:pt x="2360726" y="1600200"/>
                  </a:lnTo>
                  <a:lnTo>
                    <a:pt x="2348407" y="1651000"/>
                  </a:lnTo>
                  <a:lnTo>
                    <a:pt x="2334082" y="1689100"/>
                  </a:lnTo>
                  <a:lnTo>
                    <a:pt x="2317788" y="1739900"/>
                  </a:lnTo>
                  <a:lnTo>
                    <a:pt x="2299614" y="1778000"/>
                  </a:lnTo>
                  <a:lnTo>
                    <a:pt x="2111387" y="1653616"/>
                  </a:lnTo>
                  <a:lnTo>
                    <a:pt x="2111387" y="2070100"/>
                  </a:lnTo>
                  <a:lnTo>
                    <a:pt x="2076653" y="2095500"/>
                  </a:lnTo>
                  <a:lnTo>
                    <a:pt x="2040356" y="2133600"/>
                  </a:lnTo>
                  <a:lnTo>
                    <a:pt x="2002586" y="2159000"/>
                  </a:lnTo>
                  <a:lnTo>
                    <a:pt x="1963369" y="2197100"/>
                  </a:lnTo>
                  <a:lnTo>
                    <a:pt x="1922780" y="2222500"/>
                  </a:lnTo>
                  <a:lnTo>
                    <a:pt x="1880870" y="2247900"/>
                  </a:lnTo>
                  <a:lnTo>
                    <a:pt x="1837715" y="2273300"/>
                  </a:lnTo>
                  <a:lnTo>
                    <a:pt x="1793354" y="2298700"/>
                  </a:lnTo>
                  <a:lnTo>
                    <a:pt x="1747862" y="2311400"/>
                  </a:lnTo>
                  <a:lnTo>
                    <a:pt x="1701304" y="2336800"/>
                  </a:lnTo>
                  <a:lnTo>
                    <a:pt x="1505508" y="2387600"/>
                  </a:lnTo>
                  <a:lnTo>
                    <a:pt x="1454467" y="2387600"/>
                  </a:lnTo>
                  <a:lnTo>
                    <a:pt x="1402715" y="2400300"/>
                  </a:lnTo>
                  <a:lnTo>
                    <a:pt x="1302829" y="2400300"/>
                  </a:lnTo>
                  <a:lnTo>
                    <a:pt x="1255877" y="2387600"/>
                  </a:lnTo>
                  <a:lnTo>
                    <a:pt x="1209522" y="2387600"/>
                  </a:lnTo>
                  <a:lnTo>
                    <a:pt x="1163789" y="2374900"/>
                  </a:lnTo>
                  <a:lnTo>
                    <a:pt x="1118743" y="2374900"/>
                  </a:lnTo>
                  <a:lnTo>
                    <a:pt x="988123" y="2336800"/>
                  </a:lnTo>
                  <a:lnTo>
                    <a:pt x="946251" y="2311400"/>
                  </a:lnTo>
                  <a:lnTo>
                    <a:pt x="905281" y="2298700"/>
                  </a:lnTo>
                  <a:lnTo>
                    <a:pt x="865263" y="2273300"/>
                  </a:lnTo>
                  <a:lnTo>
                    <a:pt x="826262" y="2247900"/>
                  </a:lnTo>
                  <a:lnTo>
                    <a:pt x="788301" y="2235200"/>
                  </a:lnTo>
                  <a:lnTo>
                    <a:pt x="751433" y="2209800"/>
                  </a:lnTo>
                  <a:lnTo>
                    <a:pt x="715708" y="2184400"/>
                  </a:lnTo>
                  <a:lnTo>
                    <a:pt x="681164" y="2146300"/>
                  </a:lnTo>
                  <a:lnTo>
                    <a:pt x="647852" y="2120900"/>
                  </a:lnTo>
                  <a:lnTo>
                    <a:pt x="615835" y="2095500"/>
                  </a:lnTo>
                  <a:lnTo>
                    <a:pt x="585127" y="2057400"/>
                  </a:lnTo>
                  <a:lnTo>
                    <a:pt x="555802" y="2019300"/>
                  </a:lnTo>
                  <a:lnTo>
                    <a:pt x="527888" y="1993900"/>
                  </a:lnTo>
                  <a:lnTo>
                    <a:pt x="501446" y="1955800"/>
                  </a:lnTo>
                  <a:lnTo>
                    <a:pt x="476516" y="1917700"/>
                  </a:lnTo>
                  <a:lnTo>
                    <a:pt x="453136" y="1879600"/>
                  </a:lnTo>
                  <a:lnTo>
                    <a:pt x="431368" y="1841500"/>
                  </a:lnTo>
                  <a:lnTo>
                    <a:pt x="411251" y="1803400"/>
                  </a:lnTo>
                  <a:lnTo>
                    <a:pt x="392823" y="1765300"/>
                  </a:lnTo>
                  <a:lnTo>
                    <a:pt x="376135" y="1714500"/>
                  </a:lnTo>
                  <a:lnTo>
                    <a:pt x="361251" y="1676400"/>
                  </a:lnTo>
                  <a:lnTo>
                    <a:pt x="348183" y="1625600"/>
                  </a:lnTo>
                  <a:lnTo>
                    <a:pt x="337007" y="1587500"/>
                  </a:lnTo>
                  <a:lnTo>
                    <a:pt x="327761" y="1536700"/>
                  </a:lnTo>
                  <a:lnTo>
                    <a:pt x="320497" y="1498600"/>
                  </a:lnTo>
                  <a:lnTo>
                    <a:pt x="315239" y="1447800"/>
                  </a:lnTo>
                  <a:lnTo>
                    <a:pt x="312051" y="1397000"/>
                  </a:lnTo>
                  <a:lnTo>
                    <a:pt x="310984" y="1358900"/>
                  </a:lnTo>
                  <a:lnTo>
                    <a:pt x="312178" y="1308100"/>
                  </a:lnTo>
                  <a:lnTo>
                    <a:pt x="315747" y="1257300"/>
                  </a:lnTo>
                  <a:lnTo>
                    <a:pt x="321589" y="1206500"/>
                  </a:lnTo>
                  <a:lnTo>
                    <a:pt x="329666" y="1155700"/>
                  </a:lnTo>
                  <a:lnTo>
                    <a:pt x="339890" y="1104900"/>
                  </a:lnTo>
                  <a:lnTo>
                    <a:pt x="352209" y="1066800"/>
                  </a:lnTo>
                  <a:lnTo>
                    <a:pt x="366534" y="1016000"/>
                  </a:lnTo>
                  <a:lnTo>
                    <a:pt x="382828" y="977900"/>
                  </a:lnTo>
                  <a:lnTo>
                    <a:pt x="400989" y="927100"/>
                  </a:lnTo>
                  <a:lnTo>
                    <a:pt x="908405" y="1266190"/>
                  </a:lnTo>
                  <a:lnTo>
                    <a:pt x="908405" y="2119007"/>
                  </a:lnTo>
                  <a:lnTo>
                    <a:pt x="1796313" y="2119007"/>
                  </a:lnTo>
                  <a:lnTo>
                    <a:pt x="1796313" y="2045220"/>
                  </a:lnTo>
                  <a:lnTo>
                    <a:pt x="1796313" y="1987829"/>
                  </a:lnTo>
                  <a:lnTo>
                    <a:pt x="1796313" y="1918144"/>
                  </a:lnTo>
                  <a:lnTo>
                    <a:pt x="1796313" y="1859546"/>
                  </a:lnTo>
                  <a:lnTo>
                    <a:pt x="2111387" y="2070100"/>
                  </a:lnTo>
                  <a:lnTo>
                    <a:pt x="2111387" y="1653616"/>
                  </a:lnTo>
                  <a:lnTo>
                    <a:pt x="1796313" y="1445399"/>
                  </a:lnTo>
                  <a:lnTo>
                    <a:pt x="1796313" y="729564"/>
                  </a:lnTo>
                  <a:lnTo>
                    <a:pt x="1796313" y="582028"/>
                  </a:lnTo>
                  <a:lnTo>
                    <a:pt x="1743138" y="582028"/>
                  </a:lnTo>
                  <a:lnTo>
                    <a:pt x="1743138" y="729564"/>
                  </a:lnTo>
                  <a:lnTo>
                    <a:pt x="1743138" y="1410258"/>
                  </a:lnTo>
                  <a:lnTo>
                    <a:pt x="1743138" y="1824012"/>
                  </a:lnTo>
                  <a:lnTo>
                    <a:pt x="1743138" y="1918144"/>
                  </a:lnTo>
                  <a:lnTo>
                    <a:pt x="1456690" y="1918144"/>
                  </a:lnTo>
                  <a:lnTo>
                    <a:pt x="1456690" y="2016531"/>
                  </a:lnTo>
                  <a:lnTo>
                    <a:pt x="1448117" y="2027923"/>
                  </a:lnTo>
                  <a:lnTo>
                    <a:pt x="1424990" y="2037016"/>
                  </a:lnTo>
                  <a:lnTo>
                    <a:pt x="1391107" y="2043049"/>
                  </a:lnTo>
                  <a:lnTo>
                    <a:pt x="1350302" y="2045220"/>
                  </a:lnTo>
                  <a:lnTo>
                    <a:pt x="1309522" y="2043049"/>
                  </a:lnTo>
                  <a:lnTo>
                    <a:pt x="1275638" y="2037016"/>
                  </a:lnTo>
                  <a:lnTo>
                    <a:pt x="1252499" y="2027923"/>
                  </a:lnTo>
                  <a:lnTo>
                    <a:pt x="1243926" y="2016531"/>
                  </a:lnTo>
                  <a:lnTo>
                    <a:pt x="1251915" y="2005126"/>
                  </a:lnTo>
                  <a:lnTo>
                    <a:pt x="1307795" y="1990001"/>
                  </a:lnTo>
                  <a:lnTo>
                    <a:pt x="1350302" y="1987829"/>
                  </a:lnTo>
                  <a:lnTo>
                    <a:pt x="1392821" y="1990001"/>
                  </a:lnTo>
                  <a:lnTo>
                    <a:pt x="1448689" y="2005126"/>
                  </a:lnTo>
                  <a:lnTo>
                    <a:pt x="1456690" y="2016531"/>
                  </a:lnTo>
                  <a:lnTo>
                    <a:pt x="1456690" y="1918144"/>
                  </a:lnTo>
                  <a:lnTo>
                    <a:pt x="957503" y="1918144"/>
                  </a:lnTo>
                  <a:lnTo>
                    <a:pt x="957503" y="1299006"/>
                  </a:lnTo>
                  <a:lnTo>
                    <a:pt x="1743138" y="1824012"/>
                  </a:lnTo>
                  <a:lnTo>
                    <a:pt x="1743138" y="1410258"/>
                  </a:lnTo>
                  <a:lnTo>
                    <a:pt x="1012024" y="927100"/>
                  </a:lnTo>
                  <a:lnTo>
                    <a:pt x="957503" y="891082"/>
                  </a:lnTo>
                  <a:lnTo>
                    <a:pt x="957503" y="729564"/>
                  </a:lnTo>
                  <a:lnTo>
                    <a:pt x="1743138" y="729564"/>
                  </a:lnTo>
                  <a:lnTo>
                    <a:pt x="1743138" y="582028"/>
                  </a:lnTo>
                  <a:lnTo>
                    <a:pt x="908405" y="582028"/>
                  </a:lnTo>
                  <a:lnTo>
                    <a:pt x="908405" y="858634"/>
                  </a:lnTo>
                  <a:lnTo>
                    <a:pt x="589229" y="647700"/>
                  </a:lnTo>
                  <a:lnTo>
                    <a:pt x="623963" y="609600"/>
                  </a:lnTo>
                  <a:lnTo>
                    <a:pt x="660247" y="571500"/>
                  </a:lnTo>
                  <a:lnTo>
                    <a:pt x="698030" y="546100"/>
                  </a:lnTo>
                  <a:lnTo>
                    <a:pt x="737247" y="520700"/>
                  </a:lnTo>
                  <a:lnTo>
                    <a:pt x="777836" y="482600"/>
                  </a:lnTo>
                  <a:lnTo>
                    <a:pt x="819746" y="457200"/>
                  </a:lnTo>
                  <a:lnTo>
                    <a:pt x="862901" y="431800"/>
                  </a:lnTo>
                  <a:lnTo>
                    <a:pt x="907262" y="419100"/>
                  </a:lnTo>
                  <a:lnTo>
                    <a:pt x="952754" y="393700"/>
                  </a:lnTo>
                  <a:lnTo>
                    <a:pt x="999312" y="381000"/>
                  </a:lnTo>
                  <a:lnTo>
                    <a:pt x="1046886" y="355600"/>
                  </a:lnTo>
                  <a:lnTo>
                    <a:pt x="1144854" y="330200"/>
                  </a:lnTo>
                  <a:lnTo>
                    <a:pt x="1195108" y="330200"/>
                  </a:lnTo>
                  <a:lnTo>
                    <a:pt x="1246149" y="317500"/>
                  </a:lnTo>
                  <a:lnTo>
                    <a:pt x="1491094" y="317500"/>
                  </a:lnTo>
                  <a:lnTo>
                    <a:pt x="1626209" y="355600"/>
                  </a:lnTo>
                  <a:lnTo>
                    <a:pt x="1754378" y="393700"/>
                  </a:lnTo>
                  <a:lnTo>
                    <a:pt x="1795348" y="419100"/>
                  </a:lnTo>
                  <a:lnTo>
                    <a:pt x="1835365" y="431800"/>
                  </a:lnTo>
                  <a:lnTo>
                    <a:pt x="1874367" y="457200"/>
                  </a:lnTo>
                  <a:lnTo>
                    <a:pt x="1912340" y="482600"/>
                  </a:lnTo>
                  <a:lnTo>
                    <a:pt x="1949208" y="508000"/>
                  </a:lnTo>
                  <a:lnTo>
                    <a:pt x="1984933" y="533400"/>
                  </a:lnTo>
                  <a:lnTo>
                    <a:pt x="2019465" y="558800"/>
                  </a:lnTo>
                  <a:lnTo>
                    <a:pt x="2052777" y="584200"/>
                  </a:lnTo>
                  <a:lnTo>
                    <a:pt x="2084806" y="622300"/>
                  </a:lnTo>
                  <a:lnTo>
                    <a:pt x="2115502" y="647700"/>
                  </a:lnTo>
                  <a:lnTo>
                    <a:pt x="2144826" y="685800"/>
                  </a:lnTo>
                  <a:lnTo>
                    <a:pt x="2172741" y="723900"/>
                  </a:lnTo>
                  <a:lnTo>
                    <a:pt x="2199182" y="749300"/>
                  </a:lnTo>
                  <a:lnTo>
                    <a:pt x="2224113" y="787400"/>
                  </a:lnTo>
                  <a:lnTo>
                    <a:pt x="2247493" y="825500"/>
                  </a:lnTo>
                  <a:lnTo>
                    <a:pt x="2269261" y="863600"/>
                  </a:lnTo>
                  <a:lnTo>
                    <a:pt x="2289378" y="914400"/>
                  </a:lnTo>
                  <a:lnTo>
                    <a:pt x="2307806" y="952500"/>
                  </a:lnTo>
                  <a:lnTo>
                    <a:pt x="2324481" y="990600"/>
                  </a:lnTo>
                  <a:lnTo>
                    <a:pt x="2339378" y="1028700"/>
                  </a:lnTo>
                  <a:lnTo>
                    <a:pt x="2352433" y="1079500"/>
                  </a:lnTo>
                  <a:lnTo>
                    <a:pt x="2363609" y="1117600"/>
                  </a:lnTo>
                  <a:lnTo>
                    <a:pt x="2372855" y="1168400"/>
                  </a:lnTo>
                  <a:lnTo>
                    <a:pt x="2380132" y="1219200"/>
                  </a:lnTo>
                  <a:lnTo>
                    <a:pt x="2385377" y="1257300"/>
                  </a:lnTo>
                  <a:lnTo>
                    <a:pt x="2388565" y="1308100"/>
                  </a:lnTo>
                  <a:lnTo>
                    <a:pt x="2389644" y="1358900"/>
                  </a:lnTo>
                  <a:lnTo>
                    <a:pt x="2389644" y="483781"/>
                  </a:lnTo>
                  <a:lnTo>
                    <a:pt x="2343683" y="431800"/>
                  </a:lnTo>
                  <a:lnTo>
                    <a:pt x="2307818" y="393700"/>
                  </a:lnTo>
                  <a:lnTo>
                    <a:pt x="2270455" y="355600"/>
                  </a:lnTo>
                  <a:lnTo>
                    <a:pt x="2231910" y="330200"/>
                  </a:lnTo>
                  <a:lnTo>
                    <a:pt x="2218613" y="317500"/>
                  </a:lnTo>
                  <a:lnTo>
                    <a:pt x="2150529" y="254000"/>
                  </a:lnTo>
                  <a:lnTo>
                    <a:pt x="2107285" y="228600"/>
                  </a:lnTo>
                  <a:lnTo>
                    <a:pt x="2017217" y="177800"/>
                  </a:lnTo>
                  <a:lnTo>
                    <a:pt x="1924773" y="127000"/>
                  </a:lnTo>
                  <a:lnTo>
                    <a:pt x="1878164" y="114300"/>
                  </a:lnTo>
                  <a:lnTo>
                    <a:pt x="1828596" y="88900"/>
                  </a:lnTo>
                  <a:lnTo>
                    <a:pt x="1778254" y="76200"/>
                  </a:lnTo>
                  <a:lnTo>
                    <a:pt x="1727314" y="50800"/>
                  </a:lnTo>
                  <a:lnTo>
                    <a:pt x="1624469" y="25400"/>
                  </a:lnTo>
                  <a:lnTo>
                    <a:pt x="1570418" y="25400"/>
                  </a:lnTo>
                  <a:lnTo>
                    <a:pt x="1516176" y="12700"/>
                  </a:lnTo>
                  <a:lnTo>
                    <a:pt x="1461541" y="12700"/>
                  </a:lnTo>
                  <a:lnTo>
                    <a:pt x="1406321" y="0"/>
                  </a:lnTo>
                  <a:lnTo>
                    <a:pt x="1294295" y="0"/>
                  </a:lnTo>
                  <a:lnTo>
                    <a:pt x="1239075" y="12700"/>
                  </a:lnTo>
                  <a:lnTo>
                    <a:pt x="1184440" y="12700"/>
                  </a:lnTo>
                  <a:lnTo>
                    <a:pt x="1130198" y="25400"/>
                  </a:lnTo>
                  <a:lnTo>
                    <a:pt x="1076147" y="25400"/>
                  </a:lnTo>
                  <a:lnTo>
                    <a:pt x="973302" y="50800"/>
                  </a:lnTo>
                  <a:lnTo>
                    <a:pt x="922375" y="76200"/>
                  </a:lnTo>
                  <a:lnTo>
                    <a:pt x="872032" y="88900"/>
                  </a:lnTo>
                  <a:lnTo>
                    <a:pt x="822477" y="114300"/>
                  </a:lnTo>
                  <a:lnTo>
                    <a:pt x="774280" y="127000"/>
                  </a:lnTo>
                  <a:lnTo>
                    <a:pt x="727659" y="152400"/>
                  </a:lnTo>
                  <a:lnTo>
                    <a:pt x="682218" y="177800"/>
                  </a:lnTo>
                  <a:lnTo>
                    <a:pt x="593331" y="228600"/>
                  </a:lnTo>
                  <a:lnTo>
                    <a:pt x="550087" y="266700"/>
                  </a:lnTo>
                  <a:lnTo>
                    <a:pt x="508609" y="292100"/>
                  </a:lnTo>
                  <a:lnTo>
                    <a:pt x="468706" y="330200"/>
                  </a:lnTo>
                  <a:lnTo>
                    <a:pt x="430174" y="355600"/>
                  </a:lnTo>
                  <a:lnTo>
                    <a:pt x="392836" y="393700"/>
                  </a:lnTo>
                  <a:lnTo>
                    <a:pt x="356552" y="431800"/>
                  </a:lnTo>
                  <a:lnTo>
                    <a:pt x="321652" y="469900"/>
                  </a:lnTo>
                  <a:lnTo>
                    <a:pt x="288518" y="508000"/>
                  </a:lnTo>
                  <a:lnTo>
                    <a:pt x="257556" y="558800"/>
                  </a:lnTo>
                  <a:lnTo>
                    <a:pt x="200660" y="635000"/>
                  </a:lnTo>
                  <a:lnTo>
                    <a:pt x="174155" y="685800"/>
                  </a:lnTo>
                  <a:lnTo>
                    <a:pt x="149606" y="736600"/>
                  </a:lnTo>
                  <a:lnTo>
                    <a:pt x="127012" y="774700"/>
                  </a:lnTo>
                  <a:lnTo>
                    <a:pt x="106387" y="825500"/>
                  </a:lnTo>
                  <a:lnTo>
                    <a:pt x="87299" y="876300"/>
                  </a:lnTo>
                  <a:lnTo>
                    <a:pt x="69596" y="927100"/>
                  </a:lnTo>
                  <a:lnTo>
                    <a:pt x="53657" y="977900"/>
                  </a:lnTo>
                  <a:lnTo>
                    <a:pt x="39878" y="1028700"/>
                  </a:lnTo>
                  <a:lnTo>
                    <a:pt x="28638" y="1079500"/>
                  </a:lnTo>
                  <a:lnTo>
                    <a:pt x="19380" y="1130300"/>
                  </a:lnTo>
                  <a:lnTo>
                    <a:pt x="11493" y="1193800"/>
                  </a:lnTo>
                  <a:lnTo>
                    <a:pt x="5372" y="1244600"/>
                  </a:lnTo>
                  <a:lnTo>
                    <a:pt x="1409" y="1295400"/>
                  </a:lnTo>
                  <a:lnTo>
                    <a:pt x="0" y="1358900"/>
                  </a:lnTo>
                  <a:lnTo>
                    <a:pt x="1016" y="1409700"/>
                  </a:lnTo>
                  <a:lnTo>
                    <a:pt x="4191" y="1460500"/>
                  </a:lnTo>
                  <a:lnTo>
                    <a:pt x="9728" y="1524000"/>
                  </a:lnTo>
                  <a:lnTo>
                    <a:pt x="17805" y="1574800"/>
                  </a:lnTo>
                  <a:lnTo>
                    <a:pt x="28638" y="1625600"/>
                  </a:lnTo>
                  <a:lnTo>
                    <a:pt x="39878" y="1676400"/>
                  </a:lnTo>
                  <a:lnTo>
                    <a:pt x="53657" y="1727200"/>
                  </a:lnTo>
                  <a:lnTo>
                    <a:pt x="69596" y="1778000"/>
                  </a:lnTo>
                  <a:lnTo>
                    <a:pt x="87299" y="1828800"/>
                  </a:lnTo>
                  <a:lnTo>
                    <a:pt x="106387" y="1879600"/>
                  </a:lnTo>
                  <a:lnTo>
                    <a:pt x="127406" y="1930400"/>
                  </a:lnTo>
                  <a:lnTo>
                    <a:pt x="150774" y="1981200"/>
                  </a:lnTo>
                  <a:lnTo>
                    <a:pt x="175920" y="2019300"/>
                  </a:lnTo>
                  <a:lnTo>
                    <a:pt x="202234" y="2070100"/>
                  </a:lnTo>
                  <a:lnTo>
                    <a:pt x="229146" y="2108200"/>
                  </a:lnTo>
                  <a:lnTo>
                    <a:pt x="259130" y="2159000"/>
                  </a:lnTo>
                  <a:lnTo>
                    <a:pt x="290296" y="2197100"/>
                  </a:lnTo>
                  <a:lnTo>
                    <a:pt x="322834" y="2235200"/>
                  </a:lnTo>
                  <a:lnTo>
                    <a:pt x="356946" y="2273300"/>
                  </a:lnTo>
                  <a:lnTo>
                    <a:pt x="392836" y="2311400"/>
                  </a:lnTo>
                  <a:lnTo>
                    <a:pt x="430174" y="2349500"/>
                  </a:lnTo>
                  <a:lnTo>
                    <a:pt x="468706" y="2387600"/>
                  </a:lnTo>
                  <a:lnTo>
                    <a:pt x="508609" y="2413000"/>
                  </a:lnTo>
                  <a:lnTo>
                    <a:pt x="550087" y="2451100"/>
                  </a:lnTo>
                  <a:lnTo>
                    <a:pt x="593331" y="2476500"/>
                  </a:lnTo>
                  <a:lnTo>
                    <a:pt x="683399" y="2527300"/>
                  </a:lnTo>
                  <a:lnTo>
                    <a:pt x="822477" y="2603500"/>
                  </a:lnTo>
                  <a:lnTo>
                    <a:pt x="872032" y="2628900"/>
                  </a:lnTo>
                  <a:lnTo>
                    <a:pt x="1076147" y="2679700"/>
                  </a:lnTo>
                  <a:lnTo>
                    <a:pt x="1184440" y="2705100"/>
                  </a:lnTo>
                  <a:lnTo>
                    <a:pt x="1516176" y="2705100"/>
                  </a:lnTo>
                  <a:lnTo>
                    <a:pt x="1624469" y="2679700"/>
                  </a:lnTo>
                  <a:lnTo>
                    <a:pt x="1828596" y="2628900"/>
                  </a:lnTo>
                  <a:lnTo>
                    <a:pt x="1878164" y="2603500"/>
                  </a:lnTo>
                  <a:lnTo>
                    <a:pt x="1926348" y="2578100"/>
                  </a:lnTo>
                  <a:lnTo>
                    <a:pt x="1972957" y="2565400"/>
                  </a:lnTo>
                  <a:lnTo>
                    <a:pt x="2018398" y="2540000"/>
                  </a:lnTo>
                  <a:lnTo>
                    <a:pt x="2063038" y="2501900"/>
                  </a:lnTo>
                  <a:lnTo>
                    <a:pt x="2107285" y="2476500"/>
                  </a:lnTo>
                  <a:lnTo>
                    <a:pt x="2150529" y="2451100"/>
                  </a:lnTo>
                  <a:lnTo>
                    <a:pt x="2192007" y="2413000"/>
                  </a:lnTo>
                  <a:lnTo>
                    <a:pt x="2211959" y="2400300"/>
                  </a:lnTo>
                  <a:lnTo>
                    <a:pt x="2270455" y="2349500"/>
                  </a:lnTo>
                  <a:lnTo>
                    <a:pt x="2307818" y="2311400"/>
                  </a:lnTo>
                  <a:lnTo>
                    <a:pt x="2344077" y="2273300"/>
                  </a:lnTo>
                  <a:lnTo>
                    <a:pt x="2378964" y="2235200"/>
                  </a:lnTo>
                  <a:lnTo>
                    <a:pt x="2412085" y="2197100"/>
                  </a:lnTo>
                  <a:lnTo>
                    <a:pt x="2443048" y="2159000"/>
                  </a:lnTo>
                  <a:lnTo>
                    <a:pt x="2471458" y="2108200"/>
                  </a:lnTo>
                  <a:lnTo>
                    <a:pt x="2499982" y="2070100"/>
                  </a:lnTo>
                  <a:lnTo>
                    <a:pt x="2526728" y="2019300"/>
                  </a:lnTo>
                  <a:lnTo>
                    <a:pt x="2551900" y="1981200"/>
                  </a:lnTo>
                  <a:lnTo>
                    <a:pt x="2575699" y="1930400"/>
                  </a:lnTo>
                  <a:lnTo>
                    <a:pt x="2598331" y="1879600"/>
                  </a:lnTo>
                  <a:lnTo>
                    <a:pt x="2617406" y="1828800"/>
                  </a:lnTo>
                  <a:lnTo>
                    <a:pt x="2635110" y="1778000"/>
                  </a:lnTo>
                  <a:lnTo>
                    <a:pt x="2651048" y="1727200"/>
                  </a:lnTo>
                  <a:lnTo>
                    <a:pt x="2664828" y="1676400"/>
                  </a:lnTo>
                  <a:lnTo>
                    <a:pt x="2676055" y="1625600"/>
                  </a:lnTo>
                  <a:lnTo>
                    <a:pt x="2685338" y="1574800"/>
                  </a:lnTo>
                  <a:lnTo>
                    <a:pt x="2693225" y="1524000"/>
                  </a:lnTo>
                  <a:lnTo>
                    <a:pt x="2699347" y="1460500"/>
                  </a:lnTo>
                  <a:lnTo>
                    <a:pt x="2703309" y="1409700"/>
                  </a:lnTo>
                  <a:lnTo>
                    <a:pt x="2704706" y="1358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4970224" y="6424586"/>
            <a:ext cx="3403600" cy="2929890"/>
            <a:chOff x="14970224" y="6424586"/>
            <a:chExt cx="3403600" cy="2929890"/>
          </a:xfrm>
        </p:grpSpPr>
        <p:sp>
          <p:nvSpPr>
            <p:cNvPr id="15" name="object 15" descr=""/>
            <p:cNvSpPr/>
            <p:nvPr/>
          </p:nvSpPr>
          <p:spPr>
            <a:xfrm>
              <a:off x="14970224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382596" y="6598621"/>
              <a:ext cx="2618105" cy="2613660"/>
            </a:xfrm>
            <a:custGeom>
              <a:avLst/>
              <a:gdLst/>
              <a:ahLst/>
              <a:cxnLst/>
              <a:rect l="l" t="t" r="r" b="b"/>
              <a:pathLst>
                <a:path w="2618105" h="2613659">
                  <a:moveTo>
                    <a:pt x="981684" y="925436"/>
                  </a:moveTo>
                  <a:lnTo>
                    <a:pt x="977404" y="904252"/>
                  </a:lnTo>
                  <a:lnTo>
                    <a:pt x="965733" y="886955"/>
                  </a:lnTo>
                  <a:lnTo>
                    <a:pt x="948410" y="875309"/>
                  </a:lnTo>
                  <a:lnTo>
                    <a:pt x="927188" y="871042"/>
                  </a:lnTo>
                  <a:lnTo>
                    <a:pt x="381774" y="871042"/>
                  </a:lnTo>
                  <a:lnTo>
                    <a:pt x="360553" y="875309"/>
                  </a:lnTo>
                  <a:lnTo>
                    <a:pt x="343217" y="886955"/>
                  </a:lnTo>
                  <a:lnTo>
                    <a:pt x="331520" y="904252"/>
                  </a:lnTo>
                  <a:lnTo>
                    <a:pt x="327240" y="925436"/>
                  </a:lnTo>
                  <a:lnTo>
                    <a:pt x="331520" y="946632"/>
                  </a:lnTo>
                  <a:lnTo>
                    <a:pt x="343217" y="963955"/>
                  </a:lnTo>
                  <a:lnTo>
                    <a:pt x="360553" y="975626"/>
                  </a:lnTo>
                  <a:lnTo>
                    <a:pt x="381774" y="979919"/>
                  </a:lnTo>
                  <a:lnTo>
                    <a:pt x="927188" y="979919"/>
                  </a:lnTo>
                  <a:lnTo>
                    <a:pt x="948410" y="975626"/>
                  </a:lnTo>
                  <a:lnTo>
                    <a:pt x="965733" y="963955"/>
                  </a:lnTo>
                  <a:lnTo>
                    <a:pt x="977404" y="946632"/>
                  </a:lnTo>
                  <a:lnTo>
                    <a:pt x="981684" y="925436"/>
                  </a:lnTo>
                  <a:close/>
                </a:path>
                <a:path w="2618105" h="2613659">
                  <a:moveTo>
                    <a:pt x="1308912" y="1360957"/>
                  </a:moveTo>
                  <a:lnTo>
                    <a:pt x="1304632" y="1339773"/>
                  </a:lnTo>
                  <a:lnTo>
                    <a:pt x="1292961" y="1322476"/>
                  </a:lnTo>
                  <a:lnTo>
                    <a:pt x="1275638" y="1310830"/>
                  </a:lnTo>
                  <a:lnTo>
                    <a:pt x="1254417" y="1306563"/>
                  </a:lnTo>
                  <a:lnTo>
                    <a:pt x="381774" y="1306563"/>
                  </a:lnTo>
                  <a:lnTo>
                    <a:pt x="360553" y="1310830"/>
                  </a:lnTo>
                  <a:lnTo>
                    <a:pt x="343217" y="1322476"/>
                  </a:lnTo>
                  <a:lnTo>
                    <a:pt x="331520" y="1339773"/>
                  </a:lnTo>
                  <a:lnTo>
                    <a:pt x="327240" y="1360957"/>
                  </a:lnTo>
                  <a:lnTo>
                    <a:pt x="331520" y="1382153"/>
                  </a:lnTo>
                  <a:lnTo>
                    <a:pt x="343217" y="1399476"/>
                  </a:lnTo>
                  <a:lnTo>
                    <a:pt x="360553" y="1411147"/>
                  </a:lnTo>
                  <a:lnTo>
                    <a:pt x="381774" y="1415440"/>
                  </a:lnTo>
                  <a:lnTo>
                    <a:pt x="1254417" y="1415440"/>
                  </a:lnTo>
                  <a:lnTo>
                    <a:pt x="1275638" y="1411147"/>
                  </a:lnTo>
                  <a:lnTo>
                    <a:pt x="1292961" y="1399476"/>
                  </a:lnTo>
                  <a:lnTo>
                    <a:pt x="1304632" y="1382153"/>
                  </a:lnTo>
                  <a:lnTo>
                    <a:pt x="1308912" y="1360957"/>
                  </a:lnTo>
                  <a:close/>
                </a:path>
                <a:path w="2618105" h="2613659">
                  <a:moveTo>
                    <a:pt x="1854301" y="489915"/>
                  </a:moveTo>
                  <a:lnTo>
                    <a:pt x="1849894" y="441032"/>
                  </a:lnTo>
                  <a:lnTo>
                    <a:pt x="1837207" y="395008"/>
                  </a:lnTo>
                  <a:lnTo>
                    <a:pt x="1817014" y="352615"/>
                  </a:lnTo>
                  <a:lnTo>
                    <a:pt x="1790090" y="314629"/>
                  </a:lnTo>
                  <a:lnTo>
                    <a:pt x="1757210" y="281813"/>
                  </a:lnTo>
                  <a:lnTo>
                    <a:pt x="1719148" y="254952"/>
                  </a:lnTo>
                  <a:lnTo>
                    <a:pt x="1676692" y="234797"/>
                  </a:lnTo>
                  <a:lnTo>
                    <a:pt x="1630591" y="222148"/>
                  </a:lnTo>
                  <a:lnTo>
                    <a:pt x="1581645" y="217754"/>
                  </a:lnTo>
                  <a:lnTo>
                    <a:pt x="1527060" y="217754"/>
                  </a:lnTo>
                  <a:lnTo>
                    <a:pt x="1527060" y="54394"/>
                  </a:lnTo>
                  <a:lnTo>
                    <a:pt x="1522793" y="33210"/>
                  </a:lnTo>
                  <a:lnTo>
                    <a:pt x="1511122" y="15913"/>
                  </a:lnTo>
                  <a:lnTo>
                    <a:pt x="1493799" y="4267"/>
                  </a:lnTo>
                  <a:lnTo>
                    <a:pt x="1472577" y="0"/>
                  </a:lnTo>
                  <a:lnTo>
                    <a:pt x="1451343" y="4267"/>
                  </a:lnTo>
                  <a:lnTo>
                    <a:pt x="1433982" y="15913"/>
                  </a:lnTo>
                  <a:lnTo>
                    <a:pt x="1422285" y="33210"/>
                  </a:lnTo>
                  <a:lnTo>
                    <a:pt x="1417993" y="54394"/>
                  </a:lnTo>
                  <a:lnTo>
                    <a:pt x="1417993" y="217754"/>
                  </a:lnTo>
                  <a:lnTo>
                    <a:pt x="981684" y="217754"/>
                  </a:lnTo>
                  <a:lnTo>
                    <a:pt x="981684" y="54394"/>
                  </a:lnTo>
                  <a:lnTo>
                    <a:pt x="977404" y="33210"/>
                  </a:lnTo>
                  <a:lnTo>
                    <a:pt x="965733" y="15913"/>
                  </a:lnTo>
                  <a:lnTo>
                    <a:pt x="948410" y="4267"/>
                  </a:lnTo>
                  <a:lnTo>
                    <a:pt x="927188" y="0"/>
                  </a:lnTo>
                  <a:lnTo>
                    <a:pt x="905954" y="4267"/>
                  </a:lnTo>
                  <a:lnTo>
                    <a:pt x="888606" y="15913"/>
                  </a:lnTo>
                  <a:lnTo>
                    <a:pt x="876896" y="33210"/>
                  </a:lnTo>
                  <a:lnTo>
                    <a:pt x="872604" y="54394"/>
                  </a:lnTo>
                  <a:lnTo>
                    <a:pt x="872604" y="217754"/>
                  </a:lnTo>
                  <a:lnTo>
                    <a:pt x="436308" y="217754"/>
                  </a:lnTo>
                  <a:lnTo>
                    <a:pt x="436308" y="54394"/>
                  </a:lnTo>
                  <a:lnTo>
                    <a:pt x="432028" y="33210"/>
                  </a:lnTo>
                  <a:lnTo>
                    <a:pt x="420331" y="15913"/>
                  </a:lnTo>
                  <a:lnTo>
                    <a:pt x="402996" y="4267"/>
                  </a:lnTo>
                  <a:lnTo>
                    <a:pt x="381774" y="0"/>
                  </a:lnTo>
                  <a:lnTo>
                    <a:pt x="360553" y="4267"/>
                  </a:lnTo>
                  <a:lnTo>
                    <a:pt x="343217" y="15913"/>
                  </a:lnTo>
                  <a:lnTo>
                    <a:pt x="331520" y="33210"/>
                  </a:lnTo>
                  <a:lnTo>
                    <a:pt x="327240" y="54394"/>
                  </a:lnTo>
                  <a:lnTo>
                    <a:pt x="327240" y="217754"/>
                  </a:lnTo>
                  <a:lnTo>
                    <a:pt x="272694" y="217754"/>
                  </a:lnTo>
                  <a:lnTo>
                    <a:pt x="223761" y="222148"/>
                  </a:lnTo>
                  <a:lnTo>
                    <a:pt x="177660" y="234797"/>
                  </a:lnTo>
                  <a:lnTo>
                    <a:pt x="135191" y="254952"/>
                  </a:lnTo>
                  <a:lnTo>
                    <a:pt x="97116" y="281813"/>
                  </a:lnTo>
                  <a:lnTo>
                    <a:pt x="64223" y="314629"/>
                  </a:lnTo>
                  <a:lnTo>
                    <a:pt x="37299" y="352615"/>
                  </a:lnTo>
                  <a:lnTo>
                    <a:pt x="17094" y="395008"/>
                  </a:lnTo>
                  <a:lnTo>
                    <a:pt x="4406" y="441032"/>
                  </a:lnTo>
                  <a:lnTo>
                    <a:pt x="0" y="489915"/>
                  </a:lnTo>
                  <a:lnTo>
                    <a:pt x="0" y="2014270"/>
                  </a:lnTo>
                  <a:lnTo>
                    <a:pt x="4406" y="2063153"/>
                  </a:lnTo>
                  <a:lnTo>
                    <a:pt x="17094" y="2109178"/>
                  </a:lnTo>
                  <a:lnTo>
                    <a:pt x="37299" y="2151570"/>
                  </a:lnTo>
                  <a:lnTo>
                    <a:pt x="64223" y="2189569"/>
                  </a:lnTo>
                  <a:lnTo>
                    <a:pt x="97116" y="2222398"/>
                  </a:lnTo>
                  <a:lnTo>
                    <a:pt x="135191" y="2249271"/>
                  </a:lnTo>
                  <a:lnTo>
                    <a:pt x="177660" y="2269426"/>
                  </a:lnTo>
                  <a:lnTo>
                    <a:pt x="223761" y="2282088"/>
                  </a:lnTo>
                  <a:lnTo>
                    <a:pt x="272694" y="2286482"/>
                  </a:lnTo>
                  <a:lnTo>
                    <a:pt x="1028598" y="2286482"/>
                  </a:lnTo>
                  <a:lnTo>
                    <a:pt x="1049870" y="2282202"/>
                  </a:lnTo>
                  <a:lnTo>
                    <a:pt x="1067219" y="2270531"/>
                  </a:lnTo>
                  <a:lnTo>
                    <a:pt x="1078903" y="2253221"/>
                  </a:lnTo>
                  <a:lnTo>
                    <a:pt x="1083183" y="2232037"/>
                  </a:lnTo>
                  <a:lnTo>
                    <a:pt x="1078890" y="2210854"/>
                  </a:lnTo>
                  <a:lnTo>
                    <a:pt x="1067193" y="2193544"/>
                  </a:lnTo>
                  <a:lnTo>
                    <a:pt x="1049832" y="2181872"/>
                  </a:lnTo>
                  <a:lnTo>
                    <a:pt x="1028598" y="2177592"/>
                  </a:lnTo>
                  <a:lnTo>
                    <a:pt x="272694" y="2177592"/>
                  </a:lnTo>
                  <a:lnTo>
                    <a:pt x="229260" y="2171750"/>
                  </a:lnTo>
                  <a:lnTo>
                    <a:pt x="190182" y="2155266"/>
                  </a:lnTo>
                  <a:lnTo>
                    <a:pt x="157060" y="2129701"/>
                  </a:lnTo>
                  <a:lnTo>
                    <a:pt x="131445" y="2096630"/>
                  </a:lnTo>
                  <a:lnTo>
                    <a:pt x="114935" y="2057641"/>
                  </a:lnTo>
                  <a:lnTo>
                    <a:pt x="109080" y="2014270"/>
                  </a:lnTo>
                  <a:lnTo>
                    <a:pt x="109080" y="489915"/>
                  </a:lnTo>
                  <a:lnTo>
                    <a:pt x="114935" y="446557"/>
                  </a:lnTo>
                  <a:lnTo>
                    <a:pt x="131445" y="407568"/>
                  </a:lnTo>
                  <a:lnTo>
                    <a:pt x="157060" y="374510"/>
                  </a:lnTo>
                  <a:lnTo>
                    <a:pt x="190182" y="348957"/>
                  </a:lnTo>
                  <a:lnTo>
                    <a:pt x="229260" y="332473"/>
                  </a:lnTo>
                  <a:lnTo>
                    <a:pt x="272694" y="326631"/>
                  </a:lnTo>
                  <a:lnTo>
                    <a:pt x="327240" y="326631"/>
                  </a:lnTo>
                  <a:lnTo>
                    <a:pt x="327240" y="489915"/>
                  </a:lnTo>
                  <a:lnTo>
                    <a:pt x="331520" y="511111"/>
                  </a:lnTo>
                  <a:lnTo>
                    <a:pt x="343217" y="528434"/>
                  </a:lnTo>
                  <a:lnTo>
                    <a:pt x="360553" y="540105"/>
                  </a:lnTo>
                  <a:lnTo>
                    <a:pt x="381774" y="544398"/>
                  </a:lnTo>
                  <a:lnTo>
                    <a:pt x="402996" y="540105"/>
                  </a:lnTo>
                  <a:lnTo>
                    <a:pt x="420331" y="528434"/>
                  </a:lnTo>
                  <a:lnTo>
                    <a:pt x="432028" y="511111"/>
                  </a:lnTo>
                  <a:lnTo>
                    <a:pt x="436308" y="489915"/>
                  </a:lnTo>
                  <a:lnTo>
                    <a:pt x="436308" y="326631"/>
                  </a:lnTo>
                  <a:lnTo>
                    <a:pt x="872604" y="326631"/>
                  </a:lnTo>
                  <a:lnTo>
                    <a:pt x="872604" y="489915"/>
                  </a:lnTo>
                  <a:lnTo>
                    <a:pt x="876896" y="511111"/>
                  </a:lnTo>
                  <a:lnTo>
                    <a:pt x="888606" y="528434"/>
                  </a:lnTo>
                  <a:lnTo>
                    <a:pt x="905954" y="540105"/>
                  </a:lnTo>
                  <a:lnTo>
                    <a:pt x="927188" y="544398"/>
                  </a:lnTo>
                  <a:lnTo>
                    <a:pt x="948410" y="540105"/>
                  </a:lnTo>
                  <a:lnTo>
                    <a:pt x="965733" y="528434"/>
                  </a:lnTo>
                  <a:lnTo>
                    <a:pt x="977404" y="511111"/>
                  </a:lnTo>
                  <a:lnTo>
                    <a:pt x="981684" y="489915"/>
                  </a:lnTo>
                  <a:lnTo>
                    <a:pt x="981684" y="326631"/>
                  </a:lnTo>
                  <a:lnTo>
                    <a:pt x="1417993" y="326631"/>
                  </a:lnTo>
                  <a:lnTo>
                    <a:pt x="1417993" y="489915"/>
                  </a:lnTo>
                  <a:lnTo>
                    <a:pt x="1422285" y="511111"/>
                  </a:lnTo>
                  <a:lnTo>
                    <a:pt x="1433982" y="528434"/>
                  </a:lnTo>
                  <a:lnTo>
                    <a:pt x="1451343" y="540105"/>
                  </a:lnTo>
                  <a:lnTo>
                    <a:pt x="1472577" y="544398"/>
                  </a:lnTo>
                  <a:lnTo>
                    <a:pt x="1493799" y="540105"/>
                  </a:lnTo>
                  <a:lnTo>
                    <a:pt x="1511122" y="528434"/>
                  </a:lnTo>
                  <a:lnTo>
                    <a:pt x="1522793" y="511111"/>
                  </a:lnTo>
                  <a:lnTo>
                    <a:pt x="1527060" y="489915"/>
                  </a:lnTo>
                  <a:lnTo>
                    <a:pt x="1527060" y="326631"/>
                  </a:lnTo>
                  <a:lnTo>
                    <a:pt x="1581645" y="326631"/>
                  </a:lnTo>
                  <a:lnTo>
                    <a:pt x="1625079" y="332473"/>
                  </a:lnTo>
                  <a:lnTo>
                    <a:pt x="1664131" y="348957"/>
                  </a:lnTo>
                  <a:lnTo>
                    <a:pt x="1697253" y="374510"/>
                  </a:lnTo>
                  <a:lnTo>
                    <a:pt x="1722856" y="407568"/>
                  </a:lnTo>
                  <a:lnTo>
                    <a:pt x="1739366" y="446557"/>
                  </a:lnTo>
                  <a:lnTo>
                    <a:pt x="1745221" y="489915"/>
                  </a:lnTo>
                  <a:lnTo>
                    <a:pt x="1745221" y="1286967"/>
                  </a:lnTo>
                  <a:lnTo>
                    <a:pt x="1749513" y="1308150"/>
                  </a:lnTo>
                  <a:lnTo>
                    <a:pt x="1761210" y="1325448"/>
                  </a:lnTo>
                  <a:lnTo>
                    <a:pt x="1778571" y="1337094"/>
                  </a:lnTo>
                  <a:lnTo>
                    <a:pt x="1799805" y="1341361"/>
                  </a:lnTo>
                  <a:lnTo>
                    <a:pt x="1821027" y="1337094"/>
                  </a:lnTo>
                  <a:lnTo>
                    <a:pt x="1838350" y="1325448"/>
                  </a:lnTo>
                  <a:lnTo>
                    <a:pt x="1850021" y="1308150"/>
                  </a:lnTo>
                  <a:lnTo>
                    <a:pt x="1854301" y="1286967"/>
                  </a:lnTo>
                  <a:lnTo>
                    <a:pt x="1854301" y="489915"/>
                  </a:lnTo>
                  <a:close/>
                </a:path>
                <a:path w="2618105" h="2613659">
                  <a:moveTo>
                    <a:pt x="2617762" y="1557896"/>
                  </a:moveTo>
                  <a:lnTo>
                    <a:pt x="2612440" y="1516443"/>
                  </a:lnTo>
                  <a:lnTo>
                    <a:pt x="2596489" y="1477213"/>
                  </a:lnTo>
                  <a:lnTo>
                    <a:pt x="2569908" y="1442402"/>
                  </a:lnTo>
                  <a:lnTo>
                    <a:pt x="2508707" y="1381328"/>
                  </a:lnTo>
                  <a:lnTo>
                    <a:pt x="2508707" y="1557896"/>
                  </a:lnTo>
                  <a:lnTo>
                    <a:pt x="2504744" y="1578292"/>
                  </a:lnTo>
                  <a:lnTo>
                    <a:pt x="2492781" y="1596301"/>
                  </a:lnTo>
                  <a:lnTo>
                    <a:pt x="1656041" y="2431504"/>
                  </a:lnTo>
                  <a:lnTo>
                    <a:pt x="1366875" y="2489212"/>
                  </a:lnTo>
                  <a:lnTo>
                    <a:pt x="1424647" y="2200567"/>
                  </a:lnTo>
                  <a:lnTo>
                    <a:pt x="2261387" y="1365326"/>
                  </a:lnTo>
                  <a:lnTo>
                    <a:pt x="2279192" y="1353769"/>
                  </a:lnTo>
                  <a:lnTo>
                    <a:pt x="2299893" y="1349883"/>
                  </a:lnTo>
                  <a:lnTo>
                    <a:pt x="2320899" y="1353769"/>
                  </a:lnTo>
                  <a:lnTo>
                    <a:pt x="2320696" y="1353769"/>
                  </a:lnTo>
                  <a:lnTo>
                    <a:pt x="2338527" y="1365326"/>
                  </a:lnTo>
                  <a:lnTo>
                    <a:pt x="2492781" y="1519313"/>
                  </a:lnTo>
                  <a:lnTo>
                    <a:pt x="2504744" y="1537309"/>
                  </a:lnTo>
                  <a:lnTo>
                    <a:pt x="2508707" y="1557896"/>
                  </a:lnTo>
                  <a:lnTo>
                    <a:pt x="2508707" y="1381328"/>
                  </a:lnTo>
                  <a:lnTo>
                    <a:pt x="2477211" y="1349883"/>
                  </a:lnTo>
                  <a:lnTo>
                    <a:pt x="2415654" y="1288427"/>
                  </a:lnTo>
                  <a:lnTo>
                    <a:pt x="2381364" y="1262761"/>
                  </a:lnTo>
                  <a:lnTo>
                    <a:pt x="2341930" y="1247368"/>
                  </a:lnTo>
                  <a:lnTo>
                    <a:pt x="2299919" y="1242237"/>
                  </a:lnTo>
                  <a:lnTo>
                    <a:pt x="2257920" y="1247368"/>
                  </a:lnTo>
                  <a:lnTo>
                    <a:pt x="2218512" y="1262761"/>
                  </a:lnTo>
                  <a:lnTo>
                    <a:pt x="2184260" y="1288427"/>
                  </a:lnTo>
                  <a:lnTo>
                    <a:pt x="1335836" y="2135352"/>
                  </a:lnTo>
                  <a:lnTo>
                    <a:pt x="1243838" y="2548128"/>
                  </a:lnTo>
                  <a:lnTo>
                    <a:pt x="1242898" y="2561475"/>
                  </a:lnTo>
                  <a:lnTo>
                    <a:pt x="1245196" y="2574518"/>
                  </a:lnTo>
                  <a:lnTo>
                    <a:pt x="1276604" y="2609011"/>
                  </a:lnTo>
                  <a:lnTo>
                    <a:pt x="1286992" y="2612148"/>
                  </a:lnTo>
                  <a:lnTo>
                    <a:pt x="1287437" y="2612148"/>
                  </a:lnTo>
                  <a:lnTo>
                    <a:pt x="1297419" y="2613126"/>
                  </a:lnTo>
                  <a:lnTo>
                    <a:pt x="1300886" y="2613126"/>
                  </a:lnTo>
                  <a:lnTo>
                    <a:pt x="1304442" y="2612796"/>
                  </a:lnTo>
                  <a:lnTo>
                    <a:pt x="1693646" y="2535161"/>
                  </a:lnTo>
                  <a:lnTo>
                    <a:pt x="1752574" y="2489212"/>
                  </a:lnTo>
                  <a:lnTo>
                    <a:pt x="2569908" y="1673377"/>
                  </a:lnTo>
                  <a:lnTo>
                    <a:pt x="2596489" y="1638579"/>
                  </a:lnTo>
                  <a:lnTo>
                    <a:pt x="2612440" y="1599349"/>
                  </a:lnTo>
                  <a:lnTo>
                    <a:pt x="2617762" y="155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10504531" y="6424586"/>
            <a:ext cx="3403600" cy="2929890"/>
            <a:chOff x="10504531" y="6424586"/>
            <a:chExt cx="3403600" cy="2929890"/>
          </a:xfrm>
        </p:grpSpPr>
        <p:sp>
          <p:nvSpPr>
            <p:cNvPr id="18" name="object 18" descr=""/>
            <p:cNvSpPr/>
            <p:nvPr/>
          </p:nvSpPr>
          <p:spPr>
            <a:xfrm>
              <a:off x="10504531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650422" y="7961522"/>
              <a:ext cx="1178560" cy="1176655"/>
            </a:xfrm>
            <a:custGeom>
              <a:avLst/>
              <a:gdLst/>
              <a:ahLst/>
              <a:cxnLst/>
              <a:rect l="l" t="t" r="r" b="b"/>
              <a:pathLst>
                <a:path w="1178559" h="1176654">
                  <a:moveTo>
                    <a:pt x="1091674" y="0"/>
                  </a:moveTo>
                  <a:lnTo>
                    <a:pt x="1046309" y="14922"/>
                  </a:lnTo>
                  <a:lnTo>
                    <a:pt x="589280" y="469252"/>
                  </a:lnTo>
                  <a:lnTo>
                    <a:pt x="144610" y="25376"/>
                  </a:lnTo>
                  <a:lnTo>
                    <a:pt x="131719" y="14563"/>
                  </a:lnTo>
                  <a:lnTo>
                    <a:pt x="117077" y="6601"/>
                  </a:lnTo>
                  <a:lnTo>
                    <a:pt x="101147" y="1682"/>
                  </a:lnTo>
                  <a:lnTo>
                    <a:pt x="84394" y="0"/>
                  </a:lnTo>
                  <a:lnTo>
                    <a:pt x="51690" y="6593"/>
                  </a:lnTo>
                  <a:lnTo>
                    <a:pt x="24987" y="24570"/>
                  </a:lnTo>
                  <a:lnTo>
                    <a:pt x="6987" y="51225"/>
                  </a:lnTo>
                  <a:lnTo>
                    <a:pt x="393" y="83855"/>
                  </a:lnTo>
                  <a:lnTo>
                    <a:pt x="2082" y="100594"/>
                  </a:lnTo>
                  <a:lnTo>
                    <a:pt x="7011" y="116489"/>
                  </a:lnTo>
                  <a:lnTo>
                    <a:pt x="14986" y="131094"/>
                  </a:lnTo>
                  <a:lnTo>
                    <a:pt x="25810" y="143965"/>
                  </a:lnTo>
                  <a:lnTo>
                    <a:pt x="470481" y="587856"/>
                  </a:lnTo>
                  <a:lnTo>
                    <a:pt x="25810" y="1031739"/>
                  </a:lnTo>
                  <a:lnTo>
                    <a:pt x="6793" y="1059104"/>
                  </a:lnTo>
                  <a:lnTo>
                    <a:pt x="0" y="1090534"/>
                  </a:lnTo>
                  <a:lnTo>
                    <a:pt x="5508" y="1122213"/>
                  </a:lnTo>
                  <a:lnTo>
                    <a:pt x="23396" y="1150328"/>
                  </a:lnTo>
                  <a:lnTo>
                    <a:pt x="50810" y="1169312"/>
                  </a:lnTo>
                  <a:lnTo>
                    <a:pt x="82294" y="1176094"/>
                  </a:lnTo>
                  <a:lnTo>
                    <a:pt x="114028" y="1170595"/>
                  </a:lnTo>
                  <a:lnTo>
                    <a:pt x="144610" y="1150328"/>
                  </a:lnTo>
                  <a:lnTo>
                    <a:pt x="589280" y="706445"/>
                  </a:lnTo>
                  <a:lnTo>
                    <a:pt x="1033943" y="1150328"/>
                  </a:lnTo>
                  <a:lnTo>
                    <a:pt x="1061373" y="1169312"/>
                  </a:lnTo>
                  <a:lnTo>
                    <a:pt x="1092864" y="1176094"/>
                  </a:lnTo>
                  <a:lnTo>
                    <a:pt x="1124594" y="1170595"/>
                  </a:lnTo>
                  <a:lnTo>
                    <a:pt x="1152743" y="1152738"/>
                  </a:lnTo>
                  <a:lnTo>
                    <a:pt x="1171753" y="1125376"/>
                  </a:lnTo>
                  <a:lnTo>
                    <a:pt x="1178555" y="1093947"/>
                  </a:lnTo>
                  <a:lnTo>
                    <a:pt x="1173054" y="1062268"/>
                  </a:lnTo>
                  <a:lnTo>
                    <a:pt x="1152743" y="1031739"/>
                  </a:lnTo>
                  <a:lnTo>
                    <a:pt x="708079" y="587856"/>
                  </a:lnTo>
                  <a:lnTo>
                    <a:pt x="1152743" y="143965"/>
                  </a:lnTo>
                  <a:lnTo>
                    <a:pt x="1171602" y="116504"/>
                  </a:lnTo>
                  <a:lnTo>
                    <a:pt x="1178200" y="85043"/>
                  </a:lnTo>
                  <a:lnTo>
                    <a:pt x="1172494" y="53395"/>
                  </a:lnTo>
                  <a:lnTo>
                    <a:pt x="1154447" y="25376"/>
                  </a:lnTo>
                  <a:lnTo>
                    <a:pt x="1141034" y="14194"/>
                  </a:lnTo>
                  <a:lnTo>
                    <a:pt x="1125750" y="6096"/>
                  </a:lnTo>
                  <a:lnTo>
                    <a:pt x="1109121" y="1293"/>
                  </a:lnTo>
                  <a:lnTo>
                    <a:pt x="1091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3145" y="8994170"/>
              <a:ext cx="139076" cy="13901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94419" y="8608732"/>
              <a:ext cx="251016" cy="25099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41196" y="7521618"/>
              <a:ext cx="173820" cy="206145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0828973" y="6451745"/>
              <a:ext cx="2472055" cy="2019300"/>
            </a:xfrm>
            <a:custGeom>
              <a:avLst/>
              <a:gdLst/>
              <a:ahLst/>
              <a:cxnLst/>
              <a:rect l="l" t="t" r="r" b="b"/>
              <a:pathLst>
                <a:path w="2472055" h="2019300">
                  <a:moveTo>
                    <a:pt x="1027531" y="1235430"/>
                  </a:moveTo>
                  <a:lnTo>
                    <a:pt x="1024343" y="1219619"/>
                  </a:lnTo>
                  <a:lnTo>
                    <a:pt x="1015644" y="1206677"/>
                  </a:lnTo>
                  <a:lnTo>
                    <a:pt x="1002728" y="1197940"/>
                  </a:lnTo>
                  <a:lnTo>
                    <a:pt x="986929" y="1194739"/>
                  </a:lnTo>
                  <a:lnTo>
                    <a:pt x="914844" y="1194739"/>
                  </a:lnTo>
                  <a:lnTo>
                    <a:pt x="1019568" y="1053541"/>
                  </a:lnTo>
                  <a:lnTo>
                    <a:pt x="1024940" y="1043622"/>
                  </a:lnTo>
                  <a:lnTo>
                    <a:pt x="1027379" y="1032802"/>
                  </a:lnTo>
                  <a:lnTo>
                    <a:pt x="1026820" y="1021715"/>
                  </a:lnTo>
                  <a:lnTo>
                    <a:pt x="998093" y="990257"/>
                  </a:lnTo>
                  <a:lnTo>
                    <a:pt x="986929" y="988695"/>
                  </a:lnTo>
                  <a:lnTo>
                    <a:pt x="834161" y="988695"/>
                  </a:lnTo>
                  <a:lnTo>
                    <a:pt x="818349" y="991882"/>
                  </a:lnTo>
                  <a:lnTo>
                    <a:pt x="805434" y="1000594"/>
                  </a:lnTo>
                  <a:lnTo>
                    <a:pt x="796721" y="1013498"/>
                  </a:lnTo>
                  <a:lnTo>
                    <a:pt x="793534" y="1029284"/>
                  </a:lnTo>
                  <a:lnTo>
                    <a:pt x="796721" y="1045133"/>
                  </a:lnTo>
                  <a:lnTo>
                    <a:pt x="805434" y="1058075"/>
                  </a:lnTo>
                  <a:lnTo>
                    <a:pt x="818349" y="1066787"/>
                  </a:lnTo>
                  <a:lnTo>
                    <a:pt x="834161" y="1069987"/>
                  </a:lnTo>
                  <a:lnTo>
                    <a:pt x="906246" y="1069987"/>
                  </a:lnTo>
                  <a:lnTo>
                    <a:pt x="801522" y="1211173"/>
                  </a:lnTo>
                  <a:lnTo>
                    <a:pt x="796124" y="1221092"/>
                  </a:lnTo>
                  <a:lnTo>
                    <a:pt x="793686" y="1231912"/>
                  </a:lnTo>
                  <a:lnTo>
                    <a:pt x="794245" y="1242999"/>
                  </a:lnTo>
                  <a:lnTo>
                    <a:pt x="822985" y="1274457"/>
                  </a:lnTo>
                  <a:lnTo>
                    <a:pt x="834161" y="1276019"/>
                  </a:lnTo>
                  <a:lnTo>
                    <a:pt x="986929" y="1276019"/>
                  </a:lnTo>
                  <a:lnTo>
                    <a:pt x="1002728" y="1272832"/>
                  </a:lnTo>
                  <a:lnTo>
                    <a:pt x="1015644" y="1264132"/>
                  </a:lnTo>
                  <a:lnTo>
                    <a:pt x="1024343" y="1251229"/>
                  </a:lnTo>
                  <a:lnTo>
                    <a:pt x="1027531" y="1235430"/>
                  </a:lnTo>
                  <a:close/>
                </a:path>
                <a:path w="2472055" h="2019300">
                  <a:moveTo>
                    <a:pt x="1473949" y="1235430"/>
                  </a:moveTo>
                  <a:lnTo>
                    <a:pt x="1470761" y="1219619"/>
                  </a:lnTo>
                  <a:lnTo>
                    <a:pt x="1462049" y="1206677"/>
                  </a:lnTo>
                  <a:lnTo>
                    <a:pt x="1449146" y="1197940"/>
                  </a:lnTo>
                  <a:lnTo>
                    <a:pt x="1433347" y="1194739"/>
                  </a:lnTo>
                  <a:lnTo>
                    <a:pt x="1312252" y="1194739"/>
                  </a:lnTo>
                  <a:lnTo>
                    <a:pt x="1465935" y="987463"/>
                  </a:lnTo>
                  <a:lnTo>
                    <a:pt x="1471333" y="977544"/>
                  </a:lnTo>
                  <a:lnTo>
                    <a:pt x="1473796" y="966736"/>
                  </a:lnTo>
                  <a:lnTo>
                    <a:pt x="1473250" y="955687"/>
                  </a:lnTo>
                  <a:lnTo>
                    <a:pt x="1444510" y="924179"/>
                  </a:lnTo>
                  <a:lnTo>
                    <a:pt x="1433347" y="922616"/>
                  </a:lnTo>
                  <a:lnTo>
                    <a:pt x="1231569" y="922616"/>
                  </a:lnTo>
                  <a:lnTo>
                    <a:pt x="1215771" y="925804"/>
                  </a:lnTo>
                  <a:lnTo>
                    <a:pt x="1202867" y="934516"/>
                  </a:lnTo>
                  <a:lnTo>
                    <a:pt x="1194155" y="947420"/>
                  </a:lnTo>
                  <a:lnTo>
                    <a:pt x="1190967" y="963206"/>
                  </a:lnTo>
                  <a:lnTo>
                    <a:pt x="1194155" y="979068"/>
                  </a:lnTo>
                  <a:lnTo>
                    <a:pt x="1202867" y="991997"/>
                  </a:lnTo>
                  <a:lnTo>
                    <a:pt x="1215771" y="1000709"/>
                  </a:lnTo>
                  <a:lnTo>
                    <a:pt x="1231569" y="1003909"/>
                  </a:lnTo>
                  <a:lnTo>
                    <a:pt x="1352651" y="1003909"/>
                  </a:lnTo>
                  <a:lnTo>
                    <a:pt x="1198981" y="1211173"/>
                  </a:lnTo>
                  <a:lnTo>
                    <a:pt x="1193571" y="1221092"/>
                  </a:lnTo>
                  <a:lnTo>
                    <a:pt x="1191120" y="1231912"/>
                  </a:lnTo>
                  <a:lnTo>
                    <a:pt x="1191666" y="1242999"/>
                  </a:lnTo>
                  <a:lnTo>
                    <a:pt x="1220406" y="1274457"/>
                  </a:lnTo>
                  <a:lnTo>
                    <a:pt x="1231569" y="1276019"/>
                  </a:lnTo>
                  <a:lnTo>
                    <a:pt x="1433347" y="1276019"/>
                  </a:lnTo>
                  <a:lnTo>
                    <a:pt x="1449146" y="1272832"/>
                  </a:lnTo>
                  <a:lnTo>
                    <a:pt x="1462049" y="1264132"/>
                  </a:lnTo>
                  <a:lnTo>
                    <a:pt x="1470761" y="1251229"/>
                  </a:lnTo>
                  <a:lnTo>
                    <a:pt x="1473949" y="1235430"/>
                  </a:lnTo>
                  <a:close/>
                </a:path>
                <a:path w="2472055" h="2019300">
                  <a:moveTo>
                    <a:pt x="1925713" y="1235430"/>
                  </a:moveTo>
                  <a:lnTo>
                    <a:pt x="1922526" y="1219619"/>
                  </a:lnTo>
                  <a:lnTo>
                    <a:pt x="1913813" y="1206677"/>
                  </a:lnTo>
                  <a:lnTo>
                    <a:pt x="1900910" y="1197940"/>
                  </a:lnTo>
                  <a:lnTo>
                    <a:pt x="1885111" y="1194739"/>
                  </a:lnTo>
                  <a:lnTo>
                    <a:pt x="1745005" y="1194739"/>
                  </a:lnTo>
                  <a:lnTo>
                    <a:pt x="1917700" y="961771"/>
                  </a:lnTo>
                  <a:lnTo>
                    <a:pt x="1923110" y="951852"/>
                  </a:lnTo>
                  <a:lnTo>
                    <a:pt x="1925561" y="941044"/>
                  </a:lnTo>
                  <a:lnTo>
                    <a:pt x="1925015" y="929995"/>
                  </a:lnTo>
                  <a:lnTo>
                    <a:pt x="1896275" y="898486"/>
                  </a:lnTo>
                  <a:lnTo>
                    <a:pt x="1885111" y="896924"/>
                  </a:lnTo>
                  <a:lnTo>
                    <a:pt x="1664322" y="896924"/>
                  </a:lnTo>
                  <a:lnTo>
                    <a:pt x="1648523" y="900112"/>
                  </a:lnTo>
                  <a:lnTo>
                    <a:pt x="1635620" y="908824"/>
                  </a:lnTo>
                  <a:lnTo>
                    <a:pt x="1626908" y="921727"/>
                  </a:lnTo>
                  <a:lnTo>
                    <a:pt x="1623720" y="937514"/>
                  </a:lnTo>
                  <a:lnTo>
                    <a:pt x="1626908" y="953376"/>
                  </a:lnTo>
                  <a:lnTo>
                    <a:pt x="1635620" y="966304"/>
                  </a:lnTo>
                  <a:lnTo>
                    <a:pt x="1648523" y="975017"/>
                  </a:lnTo>
                  <a:lnTo>
                    <a:pt x="1664322" y="978217"/>
                  </a:lnTo>
                  <a:lnTo>
                    <a:pt x="1804428" y="978217"/>
                  </a:lnTo>
                  <a:lnTo>
                    <a:pt x="1631632" y="1211173"/>
                  </a:lnTo>
                  <a:lnTo>
                    <a:pt x="1626235" y="1221092"/>
                  </a:lnTo>
                  <a:lnTo>
                    <a:pt x="1623822" y="1231912"/>
                  </a:lnTo>
                  <a:lnTo>
                    <a:pt x="1624406" y="1242999"/>
                  </a:lnTo>
                  <a:lnTo>
                    <a:pt x="1653159" y="1274457"/>
                  </a:lnTo>
                  <a:lnTo>
                    <a:pt x="1664322" y="1276019"/>
                  </a:lnTo>
                  <a:lnTo>
                    <a:pt x="1885111" y="1276019"/>
                  </a:lnTo>
                  <a:lnTo>
                    <a:pt x="1900910" y="1272832"/>
                  </a:lnTo>
                  <a:lnTo>
                    <a:pt x="1913813" y="1264132"/>
                  </a:lnTo>
                  <a:lnTo>
                    <a:pt x="1922526" y="1251229"/>
                  </a:lnTo>
                  <a:lnTo>
                    <a:pt x="1925713" y="1235430"/>
                  </a:lnTo>
                  <a:close/>
                </a:path>
                <a:path w="2472055" h="2019300">
                  <a:moveTo>
                    <a:pt x="2471534" y="990600"/>
                  </a:moveTo>
                  <a:lnTo>
                    <a:pt x="2468905" y="952500"/>
                  </a:lnTo>
                  <a:lnTo>
                    <a:pt x="2461107" y="901700"/>
                  </a:lnTo>
                  <a:lnTo>
                    <a:pt x="2448280" y="863600"/>
                  </a:lnTo>
                  <a:lnTo>
                    <a:pt x="2430564" y="812800"/>
                  </a:lnTo>
                  <a:lnTo>
                    <a:pt x="2408097" y="774700"/>
                  </a:lnTo>
                  <a:lnTo>
                    <a:pt x="2390229" y="749541"/>
                  </a:lnTo>
                  <a:lnTo>
                    <a:pt x="2390229" y="990600"/>
                  </a:lnTo>
                  <a:lnTo>
                    <a:pt x="2386673" y="1041400"/>
                  </a:lnTo>
                  <a:lnTo>
                    <a:pt x="2376335" y="1092200"/>
                  </a:lnTo>
                  <a:lnTo>
                    <a:pt x="2359634" y="1130300"/>
                  </a:lnTo>
                  <a:lnTo>
                    <a:pt x="2337066" y="1181100"/>
                  </a:lnTo>
                  <a:lnTo>
                    <a:pt x="2309076" y="1219200"/>
                  </a:lnTo>
                  <a:lnTo>
                    <a:pt x="2276119" y="1244600"/>
                  </a:lnTo>
                  <a:lnTo>
                    <a:pt x="2238667" y="1270000"/>
                  </a:lnTo>
                  <a:lnTo>
                    <a:pt x="2197163" y="1295400"/>
                  </a:lnTo>
                  <a:lnTo>
                    <a:pt x="2152065" y="1320800"/>
                  </a:lnTo>
                  <a:lnTo>
                    <a:pt x="2138629" y="1320800"/>
                  </a:lnTo>
                  <a:lnTo>
                    <a:pt x="2128939" y="1333500"/>
                  </a:lnTo>
                  <a:lnTo>
                    <a:pt x="2123783" y="1346200"/>
                  </a:lnTo>
                  <a:lnTo>
                    <a:pt x="2123998" y="1358900"/>
                  </a:lnTo>
                  <a:lnTo>
                    <a:pt x="2126640" y="1371600"/>
                  </a:lnTo>
                  <a:lnTo>
                    <a:pt x="2128532" y="1397000"/>
                  </a:lnTo>
                  <a:lnTo>
                    <a:pt x="2129675" y="1409700"/>
                  </a:lnTo>
                  <a:lnTo>
                    <a:pt x="2130069" y="1422400"/>
                  </a:lnTo>
                  <a:lnTo>
                    <a:pt x="2126081" y="1473200"/>
                  </a:lnTo>
                  <a:lnTo>
                    <a:pt x="2114524" y="1524000"/>
                  </a:lnTo>
                  <a:lnTo>
                    <a:pt x="2096058" y="1562100"/>
                  </a:lnTo>
                  <a:lnTo>
                    <a:pt x="2071281" y="1600200"/>
                  </a:lnTo>
                  <a:lnTo>
                    <a:pt x="2040851" y="1638300"/>
                  </a:lnTo>
                  <a:lnTo>
                    <a:pt x="2005393" y="1663700"/>
                  </a:lnTo>
                  <a:lnTo>
                    <a:pt x="1965540" y="1689100"/>
                  </a:lnTo>
                  <a:lnTo>
                    <a:pt x="1921916" y="1714500"/>
                  </a:lnTo>
                  <a:lnTo>
                    <a:pt x="1875167" y="1727200"/>
                  </a:lnTo>
                  <a:lnTo>
                    <a:pt x="1772399" y="1727200"/>
                  </a:lnTo>
                  <a:lnTo>
                    <a:pt x="1720900" y="1714500"/>
                  </a:lnTo>
                  <a:lnTo>
                    <a:pt x="1672653" y="1689100"/>
                  </a:lnTo>
                  <a:lnTo>
                    <a:pt x="1628851" y="1651000"/>
                  </a:lnTo>
                  <a:lnTo>
                    <a:pt x="1578546" y="1651000"/>
                  </a:lnTo>
                  <a:lnTo>
                    <a:pt x="1570799" y="1663700"/>
                  </a:lnTo>
                  <a:lnTo>
                    <a:pt x="1565249" y="1663700"/>
                  </a:lnTo>
                  <a:lnTo>
                    <a:pt x="1562252" y="1676400"/>
                  </a:lnTo>
                  <a:lnTo>
                    <a:pt x="1551076" y="1727200"/>
                  </a:lnTo>
                  <a:lnTo>
                    <a:pt x="1532521" y="1778000"/>
                  </a:lnTo>
                  <a:lnTo>
                    <a:pt x="1507312" y="1816100"/>
                  </a:lnTo>
                  <a:lnTo>
                    <a:pt x="1476159" y="1854200"/>
                  </a:lnTo>
                  <a:lnTo>
                    <a:pt x="1439799" y="1879600"/>
                  </a:lnTo>
                  <a:lnTo>
                    <a:pt x="1398955" y="1905000"/>
                  </a:lnTo>
                  <a:lnTo>
                    <a:pt x="1354378" y="1930400"/>
                  </a:lnTo>
                  <a:lnTo>
                    <a:pt x="1306766" y="1943100"/>
                  </a:lnTo>
                  <a:lnTo>
                    <a:pt x="1209065" y="1943100"/>
                  </a:lnTo>
                  <a:lnTo>
                    <a:pt x="1163002" y="1930400"/>
                  </a:lnTo>
                  <a:lnTo>
                    <a:pt x="1119314" y="1917700"/>
                  </a:lnTo>
                  <a:lnTo>
                    <a:pt x="1078699" y="1892300"/>
                  </a:lnTo>
                  <a:lnTo>
                    <a:pt x="1041819" y="1854200"/>
                  </a:lnTo>
                  <a:lnTo>
                    <a:pt x="1028573" y="1854200"/>
                  </a:lnTo>
                  <a:lnTo>
                    <a:pt x="1021143" y="1841500"/>
                  </a:lnTo>
                  <a:lnTo>
                    <a:pt x="1005255" y="1841500"/>
                  </a:lnTo>
                  <a:lnTo>
                    <a:pt x="996988" y="1854200"/>
                  </a:lnTo>
                  <a:lnTo>
                    <a:pt x="989888" y="1854200"/>
                  </a:lnTo>
                  <a:lnTo>
                    <a:pt x="945883" y="1879600"/>
                  </a:lnTo>
                  <a:lnTo>
                    <a:pt x="898753" y="1905000"/>
                  </a:lnTo>
                  <a:lnTo>
                    <a:pt x="849160" y="1905000"/>
                  </a:lnTo>
                  <a:lnTo>
                    <a:pt x="797788" y="1917700"/>
                  </a:lnTo>
                  <a:lnTo>
                    <a:pt x="748931" y="1905000"/>
                  </a:lnTo>
                  <a:lnTo>
                    <a:pt x="702284" y="1905000"/>
                  </a:lnTo>
                  <a:lnTo>
                    <a:pt x="658355" y="1879600"/>
                  </a:lnTo>
                  <a:lnTo>
                    <a:pt x="617664" y="1866900"/>
                  </a:lnTo>
                  <a:lnTo>
                    <a:pt x="580720" y="1828800"/>
                  </a:lnTo>
                  <a:lnTo>
                    <a:pt x="548043" y="1803400"/>
                  </a:lnTo>
                  <a:lnTo>
                    <a:pt x="520153" y="1765300"/>
                  </a:lnTo>
                  <a:lnTo>
                    <a:pt x="497560" y="1727200"/>
                  </a:lnTo>
                  <a:lnTo>
                    <a:pt x="480783" y="1676400"/>
                  </a:lnTo>
                  <a:lnTo>
                    <a:pt x="470344" y="1638300"/>
                  </a:lnTo>
                  <a:lnTo>
                    <a:pt x="466750" y="1587500"/>
                  </a:lnTo>
                  <a:lnTo>
                    <a:pt x="466852" y="1574800"/>
                  </a:lnTo>
                  <a:lnTo>
                    <a:pt x="464693" y="1562100"/>
                  </a:lnTo>
                  <a:lnTo>
                    <a:pt x="458025" y="1549400"/>
                  </a:lnTo>
                  <a:lnTo>
                    <a:pt x="447624" y="1536700"/>
                  </a:lnTo>
                  <a:lnTo>
                    <a:pt x="434327" y="1536700"/>
                  </a:lnTo>
                  <a:lnTo>
                    <a:pt x="388150" y="1524000"/>
                  </a:lnTo>
                  <a:lnTo>
                    <a:pt x="344220" y="1511300"/>
                  </a:lnTo>
                  <a:lnTo>
                    <a:pt x="302793" y="1485900"/>
                  </a:lnTo>
                  <a:lnTo>
                    <a:pt x="264109" y="1460500"/>
                  </a:lnTo>
                  <a:lnTo>
                    <a:pt x="228422" y="1435100"/>
                  </a:lnTo>
                  <a:lnTo>
                    <a:pt x="195986" y="1397000"/>
                  </a:lnTo>
                  <a:lnTo>
                    <a:pt x="167068" y="1358900"/>
                  </a:lnTo>
                  <a:lnTo>
                    <a:pt x="141897" y="1320800"/>
                  </a:lnTo>
                  <a:lnTo>
                    <a:pt x="120738" y="1282700"/>
                  </a:lnTo>
                  <a:lnTo>
                    <a:pt x="103847" y="1244600"/>
                  </a:lnTo>
                  <a:lnTo>
                    <a:pt x="91465" y="1193800"/>
                  </a:lnTo>
                  <a:lnTo>
                    <a:pt x="83845" y="1143000"/>
                  </a:lnTo>
                  <a:lnTo>
                    <a:pt x="81254" y="1104900"/>
                  </a:lnTo>
                  <a:lnTo>
                    <a:pt x="83959" y="1054100"/>
                  </a:lnTo>
                  <a:lnTo>
                    <a:pt x="91922" y="1003300"/>
                  </a:lnTo>
                  <a:lnTo>
                    <a:pt x="104851" y="965200"/>
                  </a:lnTo>
                  <a:lnTo>
                    <a:pt x="122516" y="914400"/>
                  </a:lnTo>
                  <a:lnTo>
                    <a:pt x="144640" y="876300"/>
                  </a:lnTo>
                  <a:lnTo>
                    <a:pt x="170967" y="838200"/>
                  </a:lnTo>
                  <a:lnTo>
                    <a:pt x="201231" y="800100"/>
                  </a:lnTo>
                  <a:lnTo>
                    <a:pt x="235178" y="762000"/>
                  </a:lnTo>
                  <a:lnTo>
                    <a:pt x="272554" y="736600"/>
                  </a:lnTo>
                  <a:lnTo>
                    <a:pt x="313080" y="711200"/>
                  </a:lnTo>
                  <a:lnTo>
                    <a:pt x="356501" y="698500"/>
                  </a:lnTo>
                  <a:lnTo>
                    <a:pt x="402564" y="673100"/>
                  </a:lnTo>
                  <a:lnTo>
                    <a:pt x="416534" y="673100"/>
                  </a:lnTo>
                  <a:lnTo>
                    <a:pt x="426516" y="660400"/>
                  </a:lnTo>
                  <a:lnTo>
                    <a:pt x="431660" y="647700"/>
                  </a:lnTo>
                  <a:lnTo>
                    <a:pt x="431076" y="622300"/>
                  </a:lnTo>
                  <a:lnTo>
                    <a:pt x="429183" y="622300"/>
                  </a:lnTo>
                  <a:lnTo>
                    <a:pt x="427824" y="609600"/>
                  </a:lnTo>
                  <a:lnTo>
                    <a:pt x="426999" y="596900"/>
                  </a:lnTo>
                  <a:lnTo>
                    <a:pt x="426732" y="584200"/>
                  </a:lnTo>
                  <a:lnTo>
                    <a:pt x="432638" y="546100"/>
                  </a:lnTo>
                  <a:lnTo>
                    <a:pt x="449326" y="508000"/>
                  </a:lnTo>
                  <a:lnTo>
                    <a:pt x="475170" y="469900"/>
                  </a:lnTo>
                  <a:lnTo>
                    <a:pt x="508622" y="444500"/>
                  </a:lnTo>
                  <a:lnTo>
                    <a:pt x="548081" y="431800"/>
                  </a:lnTo>
                  <a:lnTo>
                    <a:pt x="591947" y="419100"/>
                  </a:lnTo>
                  <a:lnTo>
                    <a:pt x="598309" y="419100"/>
                  </a:lnTo>
                  <a:lnTo>
                    <a:pt x="604812" y="431800"/>
                  </a:lnTo>
                  <a:lnTo>
                    <a:pt x="619899" y="431800"/>
                  </a:lnTo>
                  <a:lnTo>
                    <a:pt x="628243" y="419100"/>
                  </a:lnTo>
                  <a:lnTo>
                    <a:pt x="643051" y="419100"/>
                  </a:lnTo>
                  <a:lnTo>
                    <a:pt x="648830" y="406400"/>
                  </a:lnTo>
                  <a:lnTo>
                    <a:pt x="653097" y="406400"/>
                  </a:lnTo>
                  <a:lnTo>
                    <a:pt x="655726" y="393700"/>
                  </a:lnTo>
                  <a:lnTo>
                    <a:pt x="656577" y="381000"/>
                  </a:lnTo>
                  <a:lnTo>
                    <a:pt x="660527" y="330200"/>
                  </a:lnTo>
                  <a:lnTo>
                    <a:pt x="671880" y="292100"/>
                  </a:lnTo>
                  <a:lnTo>
                    <a:pt x="690054" y="241300"/>
                  </a:lnTo>
                  <a:lnTo>
                    <a:pt x="714413" y="203200"/>
                  </a:lnTo>
                  <a:lnTo>
                    <a:pt x="744334" y="177800"/>
                  </a:lnTo>
                  <a:lnTo>
                    <a:pt x="779195" y="139700"/>
                  </a:lnTo>
                  <a:lnTo>
                    <a:pt x="818388" y="114300"/>
                  </a:lnTo>
                  <a:lnTo>
                    <a:pt x="861288" y="101600"/>
                  </a:lnTo>
                  <a:lnTo>
                    <a:pt x="907262" y="88900"/>
                  </a:lnTo>
                  <a:lnTo>
                    <a:pt x="1001318" y="88900"/>
                  </a:lnTo>
                  <a:lnTo>
                    <a:pt x="1045235" y="101600"/>
                  </a:lnTo>
                  <a:lnTo>
                    <a:pt x="1086777" y="114300"/>
                  </a:lnTo>
                  <a:lnTo>
                    <a:pt x="1125270" y="139700"/>
                  </a:lnTo>
                  <a:lnTo>
                    <a:pt x="1160043" y="165100"/>
                  </a:lnTo>
                  <a:lnTo>
                    <a:pt x="1190409" y="203200"/>
                  </a:lnTo>
                  <a:lnTo>
                    <a:pt x="1215707" y="241300"/>
                  </a:lnTo>
                  <a:lnTo>
                    <a:pt x="1235265" y="279400"/>
                  </a:lnTo>
                  <a:lnTo>
                    <a:pt x="1239774" y="292100"/>
                  </a:lnTo>
                  <a:lnTo>
                    <a:pt x="1246009" y="292100"/>
                  </a:lnTo>
                  <a:lnTo>
                    <a:pt x="1253705" y="304800"/>
                  </a:lnTo>
                  <a:lnTo>
                    <a:pt x="1290561" y="304800"/>
                  </a:lnTo>
                  <a:lnTo>
                    <a:pt x="1298689" y="292100"/>
                  </a:lnTo>
                  <a:lnTo>
                    <a:pt x="1337983" y="266700"/>
                  </a:lnTo>
                  <a:lnTo>
                    <a:pt x="1380007" y="241300"/>
                  </a:lnTo>
                  <a:lnTo>
                    <a:pt x="1424368" y="228600"/>
                  </a:lnTo>
                  <a:lnTo>
                    <a:pt x="1470672" y="215900"/>
                  </a:lnTo>
                  <a:lnTo>
                    <a:pt x="1566176" y="215900"/>
                  </a:lnTo>
                  <a:lnTo>
                    <a:pt x="1611858" y="228600"/>
                  </a:lnTo>
                  <a:lnTo>
                    <a:pt x="1655203" y="241300"/>
                  </a:lnTo>
                  <a:lnTo>
                    <a:pt x="1695767" y="266700"/>
                  </a:lnTo>
                  <a:lnTo>
                    <a:pt x="1733130" y="292100"/>
                  </a:lnTo>
                  <a:lnTo>
                    <a:pt x="1766887" y="317500"/>
                  </a:lnTo>
                  <a:lnTo>
                    <a:pt x="1796605" y="355600"/>
                  </a:lnTo>
                  <a:lnTo>
                    <a:pt x="1821865" y="393700"/>
                  </a:lnTo>
                  <a:lnTo>
                    <a:pt x="1842249" y="431800"/>
                  </a:lnTo>
                  <a:lnTo>
                    <a:pt x="1857336" y="469900"/>
                  </a:lnTo>
                  <a:lnTo>
                    <a:pt x="1866684" y="520700"/>
                  </a:lnTo>
                  <a:lnTo>
                    <a:pt x="1869897" y="571500"/>
                  </a:lnTo>
                  <a:lnTo>
                    <a:pt x="1869401" y="584200"/>
                  </a:lnTo>
                  <a:lnTo>
                    <a:pt x="1867903" y="609600"/>
                  </a:lnTo>
                  <a:lnTo>
                    <a:pt x="1865439" y="622300"/>
                  </a:lnTo>
                  <a:lnTo>
                    <a:pt x="1861985" y="647700"/>
                  </a:lnTo>
                  <a:lnTo>
                    <a:pt x="1861185" y="660400"/>
                  </a:lnTo>
                  <a:lnTo>
                    <a:pt x="1863407" y="660400"/>
                  </a:lnTo>
                  <a:lnTo>
                    <a:pt x="1868474" y="673100"/>
                  </a:lnTo>
                  <a:lnTo>
                    <a:pt x="1876171" y="685800"/>
                  </a:lnTo>
                  <a:lnTo>
                    <a:pt x="1885835" y="685800"/>
                  </a:lnTo>
                  <a:lnTo>
                    <a:pt x="1896516" y="698500"/>
                  </a:lnTo>
                  <a:lnTo>
                    <a:pt x="1907552" y="698500"/>
                  </a:lnTo>
                  <a:lnTo>
                    <a:pt x="1918309" y="685800"/>
                  </a:lnTo>
                  <a:lnTo>
                    <a:pt x="1951215" y="673100"/>
                  </a:lnTo>
                  <a:lnTo>
                    <a:pt x="1985060" y="673100"/>
                  </a:lnTo>
                  <a:lnTo>
                    <a:pt x="2019744" y="660400"/>
                  </a:lnTo>
                  <a:lnTo>
                    <a:pt x="2104593" y="660400"/>
                  </a:lnTo>
                  <a:lnTo>
                    <a:pt x="2151824" y="673100"/>
                  </a:lnTo>
                  <a:lnTo>
                    <a:pt x="2196287" y="685800"/>
                  </a:lnTo>
                  <a:lnTo>
                    <a:pt x="2237486" y="711200"/>
                  </a:lnTo>
                  <a:lnTo>
                    <a:pt x="2274874" y="736600"/>
                  </a:lnTo>
                  <a:lnTo>
                    <a:pt x="2307945" y="774700"/>
                  </a:lnTo>
                  <a:lnTo>
                    <a:pt x="2336177" y="812800"/>
                  </a:lnTo>
                  <a:lnTo>
                    <a:pt x="2359050" y="850900"/>
                  </a:lnTo>
                  <a:lnTo>
                    <a:pt x="2376017" y="901700"/>
                  </a:lnTo>
                  <a:lnTo>
                    <a:pt x="2386596" y="939800"/>
                  </a:lnTo>
                  <a:lnTo>
                    <a:pt x="2390229" y="990600"/>
                  </a:lnTo>
                  <a:lnTo>
                    <a:pt x="2390229" y="749541"/>
                  </a:lnTo>
                  <a:lnTo>
                    <a:pt x="2349525" y="698500"/>
                  </a:lnTo>
                  <a:lnTo>
                    <a:pt x="2314295" y="673100"/>
                  </a:lnTo>
                  <a:lnTo>
                    <a:pt x="2276233" y="647700"/>
                  </a:lnTo>
                  <a:lnTo>
                    <a:pt x="2235657" y="622300"/>
                  </a:lnTo>
                  <a:lnTo>
                    <a:pt x="2192934" y="596900"/>
                  </a:lnTo>
                  <a:lnTo>
                    <a:pt x="2148382" y="584200"/>
                  </a:lnTo>
                  <a:lnTo>
                    <a:pt x="1976221" y="584200"/>
                  </a:lnTo>
                  <a:lnTo>
                    <a:pt x="1950593" y="596900"/>
                  </a:lnTo>
                  <a:lnTo>
                    <a:pt x="1950999" y="584200"/>
                  </a:lnTo>
                  <a:lnTo>
                    <a:pt x="1948383" y="520700"/>
                  </a:lnTo>
                  <a:lnTo>
                    <a:pt x="1940293" y="469900"/>
                  </a:lnTo>
                  <a:lnTo>
                    <a:pt x="1926996" y="431800"/>
                  </a:lnTo>
                  <a:lnTo>
                    <a:pt x="1908619" y="381000"/>
                  </a:lnTo>
                  <a:lnTo>
                    <a:pt x="1885315" y="342900"/>
                  </a:lnTo>
                  <a:lnTo>
                    <a:pt x="1857209" y="304800"/>
                  </a:lnTo>
                  <a:lnTo>
                    <a:pt x="1824469" y="266700"/>
                  </a:lnTo>
                  <a:lnTo>
                    <a:pt x="1787855" y="228600"/>
                  </a:lnTo>
                  <a:lnTo>
                    <a:pt x="1768068" y="215900"/>
                  </a:lnTo>
                  <a:lnTo>
                    <a:pt x="1748294" y="203200"/>
                  </a:lnTo>
                  <a:lnTo>
                    <a:pt x="1706143" y="177800"/>
                  </a:lnTo>
                  <a:lnTo>
                    <a:pt x="1661731" y="165100"/>
                  </a:lnTo>
                  <a:lnTo>
                    <a:pt x="1567599" y="139700"/>
                  </a:lnTo>
                  <a:lnTo>
                    <a:pt x="1444345" y="139700"/>
                  </a:lnTo>
                  <a:lnTo>
                    <a:pt x="1372590" y="165100"/>
                  </a:lnTo>
                  <a:lnTo>
                    <a:pt x="1351038" y="165100"/>
                  </a:lnTo>
                  <a:lnTo>
                    <a:pt x="1330007" y="177800"/>
                  </a:lnTo>
                  <a:lnTo>
                    <a:pt x="1309535" y="190500"/>
                  </a:lnTo>
                  <a:lnTo>
                    <a:pt x="1289646" y="203200"/>
                  </a:lnTo>
                  <a:lnTo>
                    <a:pt x="1266583" y="165100"/>
                  </a:lnTo>
                  <a:lnTo>
                    <a:pt x="1239481" y="127000"/>
                  </a:lnTo>
                  <a:lnTo>
                    <a:pt x="1208519" y="101600"/>
                  </a:lnTo>
                  <a:lnTo>
                    <a:pt x="1191209" y="88900"/>
                  </a:lnTo>
                  <a:lnTo>
                    <a:pt x="1173899" y="76200"/>
                  </a:lnTo>
                  <a:lnTo>
                    <a:pt x="1134122" y="50800"/>
                  </a:lnTo>
                  <a:lnTo>
                    <a:pt x="1092022" y="25400"/>
                  </a:lnTo>
                  <a:lnTo>
                    <a:pt x="1047991" y="12700"/>
                  </a:lnTo>
                  <a:lnTo>
                    <a:pt x="1002423" y="12700"/>
                  </a:lnTo>
                  <a:lnTo>
                    <a:pt x="955700" y="0"/>
                  </a:lnTo>
                  <a:lnTo>
                    <a:pt x="905484" y="12700"/>
                  </a:lnTo>
                  <a:lnTo>
                    <a:pt x="856780" y="12700"/>
                  </a:lnTo>
                  <a:lnTo>
                    <a:pt x="810056" y="38100"/>
                  </a:lnTo>
                  <a:lnTo>
                    <a:pt x="765822" y="50800"/>
                  </a:lnTo>
                  <a:lnTo>
                    <a:pt x="724547" y="88900"/>
                  </a:lnTo>
                  <a:lnTo>
                    <a:pt x="686727" y="114300"/>
                  </a:lnTo>
                  <a:lnTo>
                    <a:pt x="652310" y="152400"/>
                  </a:lnTo>
                  <a:lnTo>
                    <a:pt x="623938" y="203200"/>
                  </a:lnTo>
                  <a:lnTo>
                    <a:pt x="601853" y="241300"/>
                  </a:lnTo>
                  <a:lnTo>
                    <a:pt x="586257" y="292100"/>
                  </a:lnTo>
                  <a:lnTo>
                    <a:pt x="577405" y="342900"/>
                  </a:lnTo>
                  <a:lnTo>
                    <a:pt x="530352" y="355600"/>
                  </a:lnTo>
                  <a:lnTo>
                    <a:pt x="486676" y="368300"/>
                  </a:lnTo>
                  <a:lnTo>
                    <a:pt x="447255" y="393700"/>
                  </a:lnTo>
                  <a:lnTo>
                    <a:pt x="412991" y="419100"/>
                  </a:lnTo>
                  <a:lnTo>
                    <a:pt x="384797" y="457200"/>
                  </a:lnTo>
                  <a:lnTo>
                    <a:pt x="363537" y="495300"/>
                  </a:lnTo>
                  <a:lnTo>
                    <a:pt x="350139" y="546100"/>
                  </a:lnTo>
                  <a:lnTo>
                    <a:pt x="345465" y="584200"/>
                  </a:lnTo>
                  <a:lnTo>
                    <a:pt x="345465" y="596900"/>
                  </a:lnTo>
                  <a:lnTo>
                    <a:pt x="345706" y="596900"/>
                  </a:lnTo>
                  <a:lnTo>
                    <a:pt x="346189" y="609600"/>
                  </a:lnTo>
                  <a:lnTo>
                    <a:pt x="315404" y="622300"/>
                  </a:lnTo>
                  <a:lnTo>
                    <a:pt x="285457" y="635000"/>
                  </a:lnTo>
                  <a:lnTo>
                    <a:pt x="256425" y="647700"/>
                  </a:lnTo>
                  <a:lnTo>
                    <a:pt x="228358" y="673100"/>
                  </a:lnTo>
                  <a:lnTo>
                    <a:pt x="194906" y="698500"/>
                  </a:lnTo>
                  <a:lnTo>
                    <a:pt x="163614" y="723900"/>
                  </a:lnTo>
                  <a:lnTo>
                    <a:pt x="134581" y="749300"/>
                  </a:lnTo>
                  <a:lnTo>
                    <a:pt x="107911" y="787400"/>
                  </a:lnTo>
                  <a:lnTo>
                    <a:pt x="83616" y="812800"/>
                  </a:lnTo>
                  <a:lnTo>
                    <a:pt x="62255" y="850900"/>
                  </a:lnTo>
                  <a:lnTo>
                    <a:pt x="43878" y="889000"/>
                  </a:lnTo>
                  <a:lnTo>
                    <a:pt x="28575" y="927100"/>
                  </a:lnTo>
                  <a:lnTo>
                    <a:pt x="16103" y="977900"/>
                  </a:lnTo>
                  <a:lnTo>
                    <a:pt x="7175" y="1016000"/>
                  </a:lnTo>
                  <a:lnTo>
                    <a:pt x="1790" y="1054100"/>
                  </a:lnTo>
                  <a:lnTo>
                    <a:pt x="0" y="1104900"/>
                  </a:lnTo>
                  <a:lnTo>
                    <a:pt x="1993" y="1143000"/>
                  </a:lnTo>
                  <a:lnTo>
                    <a:pt x="7975" y="1193800"/>
                  </a:lnTo>
                  <a:lnTo>
                    <a:pt x="17919" y="1231900"/>
                  </a:lnTo>
                  <a:lnTo>
                    <a:pt x="31788" y="1282700"/>
                  </a:lnTo>
                  <a:lnTo>
                    <a:pt x="48780" y="1320800"/>
                  </a:lnTo>
                  <a:lnTo>
                    <a:pt x="69138" y="1358900"/>
                  </a:lnTo>
                  <a:lnTo>
                    <a:pt x="92760" y="1397000"/>
                  </a:lnTo>
                  <a:lnTo>
                    <a:pt x="119595" y="1435100"/>
                  </a:lnTo>
                  <a:lnTo>
                    <a:pt x="156108" y="1473200"/>
                  </a:lnTo>
                  <a:lnTo>
                    <a:pt x="196316" y="1511300"/>
                  </a:lnTo>
                  <a:lnTo>
                    <a:pt x="239826" y="1536700"/>
                  </a:lnTo>
                  <a:lnTo>
                    <a:pt x="286232" y="1562100"/>
                  </a:lnTo>
                  <a:lnTo>
                    <a:pt x="335114" y="1587500"/>
                  </a:lnTo>
                  <a:lnTo>
                    <a:pt x="386092" y="1600200"/>
                  </a:lnTo>
                  <a:lnTo>
                    <a:pt x="391833" y="1651000"/>
                  </a:lnTo>
                  <a:lnTo>
                    <a:pt x="403529" y="1701800"/>
                  </a:lnTo>
                  <a:lnTo>
                    <a:pt x="421005" y="1752600"/>
                  </a:lnTo>
                  <a:lnTo>
                    <a:pt x="444055" y="1790700"/>
                  </a:lnTo>
                  <a:lnTo>
                    <a:pt x="472528" y="1841500"/>
                  </a:lnTo>
                  <a:lnTo>
                    <a:pt x="506234" y="1879600"/>
                  </a:lnTo>
                  <a:lnTo>
                    <a:pt x="541134" y="1905000"/>
                  </a:lnTo>
                  <a:lnTo>
                    <a:pt x="578840" y="1930400"/>
                  </a:lnTo>
                  <a:lnTo>
                    <a:pt x="619010" y="1955800"/>
                  </a:lnTo>
                  <a:lnTo>
                    <a:pt x="661327" y="1968500"/>
                  </a:lnTo>
                  <a:lnTo>
                    <a:pt x="751052" y="1993900"/>
                  </a:lnTo>
                  <a:lnTo>
                    <a:pt x="853719" y="1993900"/>
                  </a:lnTo>
                  <a:lnTo>
                    <a:pt x="960221" y="1968500"/>
                  </a:lnTo>
                  <a:lnTo>
                    <a:pt x="1009675" y="1943100"/>
                  </a:lnTo>
                  <a:lnTo>
                    <a:pt x="1053350" y="1968500"/>
                  </a:lnTo>
                  <a:lnTo>
                    <a:pt x="1100531" y="1993900"/>
                  </a:lnTo>
                  <a:lnTo>
                    <a:pt x="1150581" y="2006600"/>
                  </a:lnTo>
                  <a:lnTo>
                    <a:pt x="1202893" y="2019300"/>
                  </a:lnTo>
                  <a:lnTo>
                    <a:pt x="1349489" y="2019300"/>
                  </a:lnTo>
                  <a:lnTo>
                    <a:pt x="1393825" y="2006600"/>
                  </a:lnTo>
                  <a:lnTo>
                    <a:pt x="1436192" y="1981200"/>
                  </a:lnTo>
                  <a:lnTo>
                    <a:pt x="1476146" y="1955800"/>
                  </a:lnTo>
                  <a:lnTo>
                    <a:pt x="1513217" y="1930400"/>
                  </a:lnTo>
                  <a:lnTo>
                    <a:pt x="1550949" y="1892300"/>
                  </a:lnTo>
                  <a:lnTo>
                    <a:pt x="1582953" y="1854200"/>
                  </a:lnTo>
                  <a:lnTo>
                    <a:pt x="1608874" y="1803400"/>
                  </a:lnTo>
                  <a:lnTo>
                    <a:pt x="1628343" y="1752600"/>
                  </a:lnTo>
                  <a:lnTo>
                    <a:pt x="1674444" y="1778000"/>
                  </a:lnTo>
                  <a:lnTo>
                    <a:pt x="1723186" y="1790700"/>
                  </a:lnTo>
                  <a:lnTo>
                    <a:pt x="1773897" y="1803400"/>
                  </a:lnTo>
                  <a:lnTo>
                    <a:pt x="1876767" y="1803400"/>
                  </a:lnTo>
                  <a:lnTo>
                    <a:pt x="1926107" y="1790700"/>
                  </a:lnTo>
                  <a:lnTo>
                    <a:pt x="1973453" y="1778000"/>
                  </a:lnTo>
                  <a:lnTo>
                    <a:pt x="2018284" y="1752600"/>
                  </a:lnTo>
                  <a:lnTo>
                    <a:pt x="2060092" y="1727200"/>
                  </a:lnTo>
                  <a:lnTo>
                    <a:pt x="2098408" y="1701800"/>
                  </a:lnTo>
                  <a:lnTo>
                    <a:pt x="2132038" y="1663700"/>
                  </a:lnTo>
                  <a:lnTo>
                    <a:pt x="2160016" y="1612900"/>
                  </a:lnTo>
                  <a:lnTo>
                    <a:pt x="2182126" y="1574800"/>
                  </a:lnTo>
                  <a:lnTo>
                    <a:pt x="2198179" y="1524000"/>
                  </a:lnTo>
                  <a:lnTo>
                    <a:pt x="2207958" y="1473200"/>
                  </a:lnTo>
                  <a:lnTo>
                    <a:pt x="2211273" y="1422400"/>
                  </a:lnTo>
                  <a:lnTo>
                    <a:pt x="2211133" y="1409700"/>
                  </a:lnTo>
                  <a:lnTo>
                    <a:pt x="2210727" y="1397000"/>
                  </a:lnTo>
                  <a:lnTo>
                    <a:pt x="2210054" y="1397000"/>
                  </a:lnTo>
                  <a:lnTo>
                    <a:pt x="2209114" y="1384300"/>
                  </a:lnTo>
                  <a:lnTo>
                    <a:pt x="2231263" y="1371600"/>
                  </a:lnTo>
                  <a:lnTo>
                    <a:pt x="2252840" y="1358900"/>
                  </a:lnTo>
                  <a:lnTo>
                    <a:pt x="2273770" y="1346200"/>
                  </a:lnTo>
                  <a:lnTo>
                    <a:pt x="2294013" y="1333500"/>
                  </a:lnTo>
                  <a:lnTo>
                    <a:pt x="2320086" y="1320800"/>
                  </a:lnTo>
                  <a:lnTo>
                    <a:pt x="2367013" y="1270000"/>
                  </a:lnTo>
                  <a:lnTo>
                    <a:pt x="2417508" y="1206500"/>
                  </a:lnTo>
                  <a:lnTo>
                    <a:pt x="2440914" y="1155700"/>
                  </a:lnTo>
                  <a:lnTo>
                    <a:pt x="2457831" y="1104900"/>
                  </a:lnTo>
                  <a:lnTo>
                    <a:pt x="2468080" y="1054100"/>
                  </a:lnTo>
                  <a:lnTo>
                    <a:pt x="2471534" y="990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3215" y="6424586"/>
            <a:ext cx="3403246" cy="295460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601145" y="10661739"/>
            <a:ext cx="437197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THIẾT </a:t>
            </a:r>
            <a:r>
              <a:rPr dirty="0" sz="1650" spc="-110">
                <a:solidFill>
                  <a:srgbClr val="FFFFFF"/>
                </a:solidFill>
                <a:latin typeface="Tahoma"/>
                <a:cs typeface="Tahoma"/>
              </a:rPr>
              <a:t>KẾ</a:t>
            </a:r>
            <a:r>
              <a:rPr dirty="0" sz="165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1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30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45">
                <a:solidFill>
                  <a:srgbClr val="FFFFFF"/>
                </a:solidFill>
                <a:latin typeface="Tahoma"/>
                <a:cs typeface="Tahoma"/>
              </a:rPr>
              <a:t>TRIỂN</a:t>
            </a:r>
            <a:r>
              <a:rPr dirty="0" sz="165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30">
                <a:solidFill>
                  <a:srgbClr val="FFFFFF"/>
                </a:solidFill>
                <a:latin typeface="Tahoma"/>
                <a:cs typeface="Tahoma"/>
              </a:rPr>
              <a:t>KHAI</a:t>
            </a:r>
            <a:r>
              <a:rPr dirty="0" sz="1650" spc="-2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FFFFFF"/>
                </a:solidFill>
                <a:latin typeface="Tahoma"/>
                <a:cs typeface="Tahoma"/>
              </a:rPr>
              <a:t>HỆ</a:t>
            </a:r>
            <a:r>
              <a:rPr dirty="0" sz="165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95">
                <a:solidFill>
                  <a:srgbClr val="FFFFFF"/>
                </a:solidFill>
                <a:latin typeface="Tahoma"/>
                <a:cs typeface="Tahoma"/>
              </a:rPr>
              <a:t>THỐNG</a:t>
            </a:r>
            <a:r>
              <a:rPr dirty="0" sz="165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Tahoma"/>
                <a:cs typeface="Tahoma"/>
              </a:rPr>
              <a:t>MỀM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01145" y="10925989"/>
            <a:ext cx="97472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0"/>
              </a:lnSpc>
            </a:pPr>
            <a:r>
              <a:rPr dirty="0" sz="1650" spc="-165">
                <a:solidFill>
                  <a:srgbClr val="FFFFFF"/>
                </a:solidFill>
                <a:latin typeface="Tahoma"/>
                <a:cs typeface="Tahoma"/>
              </a:rPr>
              <a:t>Tạ</a:t>
            </a:r>
            <a:r>
              <a:rPr dirty="0" sz="165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Tahoma"/>
                <a:cs typeface="Tahoma"/>
              </a:rPr>
              <a:t>Chí</a:t>
            </a:r>
            <a:r>
              <a:rPr dirty="0" sz="165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FFFFFF"/>
                </a:solidFill>
                <a:latin typeface="Tahoma"/>
                <a:cs typeface="Tahoma"/>
              </a:rPr>
              <a:t>Hiếu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22449" y="10706020"/>
            <a:ext cx="1542415" cy="337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20"/>
              </a:lnSpc>
            </a:pP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dirty="0" sz="23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Microsoft Sans Serif"/>
                <a:cs typeface="Microsoft Sans Serif"/>
              </a:rPr>
              <a:t>số….</a:t>
            </a:r>
            <a:endParaRPr sz="23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344" y="10466520"/>
            <a:ext cx="18093409" cy="84203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798515" y="10657383"/>
            <a:ext cx="1024255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dirty="0" sz="1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Microsoft Sans Serif"/>
                <a:cs typeface="Microsoft Sans Serif"/>
              </a:rPr>
              <a:t>số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302" rIns="0" bIns="0" rtlCol="0" vert="horz">
            <a:spAutoFit/>
          </a:bodyPr>
          <a:lstStyle/>
          <a:p>
            <a:pPr marL="1778000">
              <a:lnSpc>
                <a:spcPct val="100000"/>
              </a:lnSpc>
              <a:spcBef>
                <a:spcPts val="100"/>
              </a:spcBef>
            </a:pPr>
            <a:r>
              <a:rPr dirty="0" sz="4250" b="1">
                <a:solidFill>
                  <a:srgbClr val="FF6600"/>
                </a:solidFill>
                <a:latin typeface="Arial"/>
                <a:cs typeface="Arial"/>
              </a:rPr>
              <a:t>NỘI</a:t>
            </a:r>
            <a:r>
              <a:rPr dirty="0" sz="4250" spc="-50" b="1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dirty="0" sz="4250" b="1">
                <a:solidFill>
                  <a:srgbClr val="FF6600"/>
                </a:solidFill>
                <a:latin typeface="Arial"/>
                <a:cs typeface="Arial"/>
              </a:rPr>
              <a:t>DUNG</a:t>
            </a:r>
            <a:r>
              <a:rPr dirty="0" sz="4250" spc="-45" b="1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dirty="0" sz="4250" b="1">
                <a:solidFill>
                  <a:srgbClr val="FF6600"/>
                </a:solidFill>
                <a:latin typeface="Arial"/>
                <a:cs typeface="Arial"/>
              </a:rPr>
              <a:t>BUỔI</a:t>
            </a:r>
            <a:r>
              <a:rPr dirty="0" sz="4250" spc="-70" b="1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dirty="0" sz="4250" spc="-50" b="1">
                <a:solidFill>
                  <a:srgbClr val="FF6600"/>
                </a:solidFill>
                <a:latin typeface="Arial"/>
                <a:cs typeface="Arial"/>
              </a:rPr>
              <a:t>3</a:t>
            </a:r>
            <a:endParaRPr sz="42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107219" y="639984"/>
            <a:ext cx="371602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>
                <a:solidFill>
                  <a:srgbClr val="FF6600"/>
                </a:solidFill>
                <a:latin typeface="Microsoft Sans Serif"/>
                <a:cs typeface="Microsoft Sans Serif"/>
              </a:rPr>
              <a:t>HỌC</a:t>
            </a:r>
            <a:r>
              <a:rPr dirty="0" sz="3300" spc="-15">
                <a:solidFill>
                  <a:srgbClr val="FF6600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6600"/>
                </a:solidFill>
                <a:latin typeface="Microsoft Sans Serif"/>
                <a:cs typeface="Microsoft Sans Serif"/>
              </a:rPr>
              <a:t>ĐỂ</a:t>
            </a:r>
            <a:r>
              <a:rPr dirty="0" sz="3300" spc="-70">
                <a:solidFill>
                  <a:srgbClr val="FF6600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5">
                <a:solidFill>
                  <a:srgbClr val="FF6600"/>
                </a:solidFill>
                <a:latin typeface="Microsoft Sans Serif"/>
                <a:cs typeface="Microsoft Sans Serif"/>
              </a:rPr>
              <a:t>THAY</a:t>
            </a:r>
            <a:r>
              <a:rPr dirty="0" sz="3300" spc="-85">
                <a:solidFill>
                  <a:srgbClr val="FF6600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5">
                <a:solidFill>
                  <a:srgbClr val="FF6600"/>
                </a:solidFill>
                <a:latin typeface="Microsoft Sans Serif"/>
                <a:cs typeface="Microsoft Sans Serif"/>
              </a:rPr>
              <a:t>ĐỔI</a:t>
            </a:r>
            <a:endParaRPr sz="33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4691" y="1345599"/>
            <a:ext cx="9552238" cy="28459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3428372" y="2406344"/>
            <a:ext cx="14084935" cy="7660640"/>
            <a:chOff x="3428372" y="2406344"/>
            <a:chExt cx="14084935" cy="7660640"/>
          </a:xfrm>
        </p:grpSpPr>
        <p:sp>
          <p:nvSpPr>
            <p:cNvPr id="9" name="object 9" descr=""/>
            <p:cNvSpPr/>
            <p:nvPr/>
          </p:nvSpPr>
          <p:spPr>
            <a:xfrm>
              <a:off x="3435357" y="2413329"/>
              <a:ext cx="1592580" cy="7646670"/>
            </a:xfrm>
            <a:custGeom>
              <a:avLst/>
              <a:gdLst/>
              <a:ahLst/>
              <a:cxnLst/>
              <a:rect l="l" t="t" r="r" b="b"/>
              <a:pathLst>
                <a:path w="1592579" h="7646670">
                  <a:moveTo>
                    <a:pt x="8446" y="0"/>
                  </a:moveTo>
                  <a:lnTo>
                    <a:pt x="42501" y="34356"/>
                  </a:lnTo>
                  <a:lnTo>
                    <a:pt x="76186" y="68939"/>
                  </a:lnTo>
                  <a:lnTo>
                    <a:pt x="109501" y="103748"/>
                  </a:lnTo>
                  <a:lnTo>
                    <a:pt x="142446" y="138779"/>
                  </a:lnTo>
                  <a:lnTo>
                    <a:pt x="175021" y="174030"/>
                  </a:lnTo>
                  <a:lnTo>
                    <a:pt x="207225" y="209499"/>
                  </a:lnTo>
                  <a:lnTo>
                    <a:pt x="239059" y="245182"/>
                  </a:lnTo>
                  <a:lnTo>
                    <a:pt x="270524" y="281079"/>
                  </a:lnTo>
                  <a:lnTo>
                    <a:pt x="301618" y="317185"/>
                  </a:lnTo>
                  <a:lnTo>
                    <a:pt x="332341" y="353499"/>
                  </a:lnTo>
                  <a:lnTo>
                    <a:pt x="362695" y="390018"/>
                  </a:lnTo>
                  <a:lnTo>
                    <a:pt x="392678" y="426740"/>
                  </a:lnTo>
                  <a:lnTo>
                    <a:pt x="422292" y="463662"/>
                  </a:lnTo>
                  <a:lnTo>
                    <a:pt x="451535" y="500782"/>
                  </a:lnTo>
                  <a:lnTo>
                    <a:pt x="480408" y="538096"/>
                  </a:lnTo>
                  <a:lnTo>
                    <a:pt x="508911" y="575604"/>
                  </a:lnTo>
                  <a:lnTo>
                    <a:pt x="537043" y="613302"/>
                  </a:lnTo>
                  <a:lnTo>
                    <a:pt x="564806" y="651187"/>
                  </a:lnTo>
                  <a:lnTo>
                    <a:pt x="592198" y="689257"/>
                  </a:lnTo>
                  <a:lnTo>
                    <a:pt x="619220" y="727511"/>
                  </a:lnTo>
                  <a:lnTo>
                    <a:pt x="645872" y="765944"/>
                  </a:lnTo>
                  <a:lnTo>
                    <a:pt x="672154" y="804556"/>
                  </a:lnTo>
                  <a:lnTo>
                    <a:pt x="698065" y="843342"/>
                  </a:lnTo>
                  <a:lnTo>
                    <a:pt x="723607" y="882302"/>
                  </a:lnTo>
                  <a:lnTo>
                    <a:pt x="748778" y="921432"/>
                  </a:lnTo>
                  <a:lnTo>
                    <a:pt x="773579" y="960729"/>
                  </a:lnTo>
                  <a:lnTo>
                    <a:pt x="798010" y="1000192"/>
                  </a:lnTo>
                  <a:lnTo>
                    <a:pt x="822071" y="1039818"/>
                  </a:lnTo>
                  <a:lnTo>
                    <a:pt x="845762" y="1079604"/>
                  </a:lnTo>
                  <a:lnTo>
                    <a:pt x="869082" y="1119548"/>
                  </a:lnTo>
                  <a:lnTo>
                    <a:pt x="892032" y="1159647"/>
                  </a:lnTo>
                  <a:lnTo>
                    <a:pt x="914613" y="1199900"/>
                  </a:lnTo>
                  <a:lnTo>
                    <a:pt x="936822" y="1240302"/>
                  </a:lnTo>
                  <a:lnTo>
                    <a:pt x="958662" y="1280853"/>
                  </a:lnTo>
                  <a:lnTo>
                    <a:pt x="980132" y="1321549"/>
                  </a:lnTo>
                  <a:lnTo>
                    <a:pt x="1001231" y="1362388"/>
                  </a:lnTo>
                  <a:lnTo>
                    <a:pt x="1021961" y="1403368"/>
                  </a:lnTo>
                  <a:lnTo>
                    <a:pt x="1042320" y="1444485"/>
                  </a:lnTo>
                  <a:lnTo>
                    <a:pt x="1062309" y="1485738"/>
                  </a:lnTo>
                  <a:lnTo>
                    <a:pt x="1081928" y="1527124"/>
                  </a:lnTo>
                  <a:lnTo>
                    <a:pt x="1101176" y="1568641"/>
                  </a:lnTo>
                  <a:lnTo>
                    <a:pt x="1120055" y="1610286"/>
                  </a:lnTo>
                  <a:lnTo>
                    <a:pt x="1138563" y="1652056"/>
                  </a:lnTo>
                  <a:lnTo>
                    <a:pt x="1156701" y="1693949"/>
                  </a:lnTo>
                  <a:lnTo>
                    <a:pt x="1174469" y="1735963"/>
                  </a:lnTo>
                  <a:lnTo>
                    <a:pt x="1191867" y="1778095"/>
                  </a:lnTo>
                  <a:lnTo>
                    <a:pt x="1208895" y="1820342"/>
                  </a:lnTo>
                  <a:lnTo>
                    <a:pt x="1225552" y="1862703"/>
                  </a:lnTo>
                  <a:lnTo>
                    <a:pt x="1241839" y="1905174"/>
                  </a:lnTo>
                  <a:lnTo>
                    <a:pt x="1257756" y="1947754"/>
                  </a:lnTo>
                  <a:lnTo>
                    <a:pt x="1273303" y="1990439"/>
                  </a:lnTo>
                  <a:lnTo>
                    <a:pt x="1288480" y="2033227"/>
                  </a:lnTo>
                  <a:lnTo>
                    <a:pt x="1303287" y="2076116"/>
                  </a:lnTo>
                  <a:lnTo>
                    <a:pt x="1317723" y="2119103"/>
                  </a:lnTo>
                  <a:lnTo>
                    <a:pt x="1331790" y="2162186"/>
                  </a:lnTo>
                  <a:lnTo>
                    <a:pt x="1345486" y="2205362"/>
                  </a:lnTo>
                  <a:lnTo>
                    <a:pt x="1358812" y="2248629"/>
                  </a:lnTo>
                  <a:lnTo>
                    <a:pt x="1371768" y="2291984"/>
                  </a:lnTo>
                  <a:lnTo>
                    <a:pt x="1384353" y="2335425"/>
                  </a:lnTo>
                  <a:lnTo>
                    <a:pt x="1396569" y="2378949"/>
                  </a:lnTo>
                  <a:lnTo>
                    <a:pt x="1408414" y="2422554"/>
                  </a:lnTo>
                  <a:lnTo>
                    <a:pt x="1419889" y="2466238"/>
                  </a:lnTo>
                  <a:lnTo>
                    <a:pt x="1430994" y="2509997"/>
                  </a:lnTo>
                  <a:lnTo>
                    <a:pt x="1441729" y="2553829"/>
                  </a:lnTo>
                  <a:lnTo>
                    <a:pt x="1452094" y="2597733"/>
                  </a:lnTo>
                  <a:lnTo>
                    <a:pt x="1462088" y="2641704"/>
                  </a:lnTo>
                  <a:lnTo>
                    <a:pt x="1471712" y="2685742"/>
                  </a:lnTo>
                  <a:lnTo>
                    <a:pt x="1480967" y="2729843"/>
                  </a:lnTo>
                  <a:lnTo>
                    <a:pt x="1489851" y="2774005"/>
                  </a:lnTo>
                  <a:lnTo>
                    <a:pt x="1498364" y="2818225"/>
                  </a:lnTo>
                  <a:lnTo>
                    <a:pt x="1506508" y="2862501"/>
                  </a:lnTo>
                  <a:lnTo>
                    <a:pt x="1514282" y="2906831"/>
                  </a:lnTo>
                  <a:lnTo>
                    <a:pt x="1521685" y="2951212"/>
                  </a:lnTo>
                  <a:lnTo>
                    <a:pt x="1528718" y="2995641"/>
                  </a:lnTo>
                  <a:lnTo>
                    <a:pt x="1535381" y="3040116"/>
                  </a:lnTo>
                  <a:lnTo>
                    <a:pt x="1541674" y="3084635"/>
                  </a:lnTo>
                  <a:lnTo>
                    <a:pt x="1547596" y="3129194"/>
                  </a:lnTo>
                  <a:lnTo>
                    <a:pt x="1553149" y="3173793"/>
                  </a:lnTo>
                  <a:lnTo>
                    <a:pt x="1558331" y="3218427"/>
                  </a:lnTo>
                  <a:lnTo>
                    <a:pt x="1563143" y="3263095"/>
                  </a:lnTo>
                  <a:lnTo>
                    <a:pt x="1567585" y="3307794"/>
                  </a:lnTo>
                  <a:lnTo>
                    <a:pt x="1571657" y="3352521"/>
                  </a:lnTo>
                  <a:lnTo>
                    <a:pt x="1575359" y="3397275"/>
                  </a:lnTo>
                  <a:lnTo>
                    <a:pt x="1578690" y="3442052"/>
                  </a:lnTo>
                  <a:lnTo>
                    <a:pt x="1581652" y="3486850"/>
                  </a:lnTo>
                  <a:lnTo>
                    <a:pt x="1584243" y="3531667"/>
                  </a:lnTo>
                  <a:lnTo>
                    <a:pt x="1586464" y="3576500"/>
                  </a:lnTo>
                  <a:lnTo>
                    <a:pt x="1588315" y="3621347"/>
                  </a:lnTo>
                  <a:lnTo>
                    <a:pt x="1589795" y="3666205"/>
                  </a:lnTo>
                  <a:lnTo>
                    <a:pt x="1590906" y="3711072"/>
                  </a:lnTo>
                  <a:lnTo>
                    <a:pt x="1591646" y="3755944"/>
                  </a:lnTo>
                  <a:lnTo>
                    <a:pt x="1592016" y="3800821"/>
                  </a:lnTo>
                  <a:lnTo>
                    <a:pt x="1592016" y="3845699"/>
                  </a:lnTo>
                  <a:lnTo>
                    <a:pt x="1591646" y="3890575"/>
                  </a:lnTo>
                  <a:lnTo>
                    <a:pt x="1590906" y="3935448"/>
                  </a:lnTo>
                  <a:lnTo>
                    <a:pt x="1589795" y="3980315"/>
                  </a:lnTo>
                  <a:lnTo>
                    <a:pt x="1588315" y="4025173"/>
                  </a:lnTo>
                  <a:lnTo>
                    <a:pt x="1586464" y="4070019"/>
                  </a:lnTo>
                  <a:lnTo>
                    <a:pt x="1584243" y="4114853"/>
                  </a:lnTo>
                  <a:lnTo>
                    <a:pt x="1581652" y="4159669"/>
                  </a:lnTo>
                  <a:lnTo>
                    <a:pt x="1578690" y="4204468"/>
                  </a:lnTo>
                  <a:lnTo>
                    <a:pt x="1575359" y="4249245"/>
                  </a:lnTo>
                  <a:lnTo>
                    <a:pt x="1571657" y="4293998"/>
                  </a:lnTo>
                  <a:lnTo>
                    <a:pt x="1567585" y="4338725"/>
                  </a:lnTo>
                  <a:lnTo>
                    <a:pt x="1563143" y="4383424"/>
                  </a:lnTo>
                  <a:lnTo>
                    <a:pt x="1558331" y="4428092"/>
                  </a:lnTo>
                  <a:lnTo>
                    <a:pt x="1553149" y="4472726"/>
                  </a:lnTo>
                  <a:lnTo>
                    <a:pt x="1547596" y="4517324"/>
                  </a:lnTo>
                  <a:lnTo>
                    <a:pt x="1541674" y="4561883"/>
                  </a:lnTo>
                  <a:lnTo>
                    <a:pt x="1535381" y="4606402"/>
                  </a:lnTo>
                  <a:lnTo>
                    <a:pt x="1528718" y="4650877"/>
                  </a:lnTo>
                  <a:lnTo>
                    <a:pt x="1521685" y="4695306"/>
                  </a:lnTo>
                  <a:lnTo>
                    <a:pt x="1514282" y="4739686"/>
                  </a:lnTo>
                  <a:lnTo>
                    <a:pt x="1506508" y="4784016"/>
                  </a:lnTo>
                  <a:lnTo>
                    <a:pt x="1498364" y="4828292"/>
                  </a:lnTo>
                  <a:lnTo>
                    <a:pt x="1489851" y="4872512"/>
                  </a:lnTo>
                  <a:lnTo>
                    <a:pt x="1480967" y="4916673"/>
                  </a:lnTo>
                  <a:lnTo>
                    <a:pt x="1471712" y="4960774"/>
                  </a:lnTo>
                  <a:lnTo>
                    <a:pt x="1462088" y="5004811"/>
                  </a:lnTo>
                  <a:lnTo>
                    <a:pt x="1452094" y="5048783"/>
                  </a:lnTo>
                  <a:lnTo>
                    <a:pt x="1441729" y="5092686"/>
                  </a:lnTo>
                  <a:lnTo>
                    <a:pt x="1430994" y="5136518"/>
                  </a:lnTo>
                  <a:lnTo>
                    <a:pt x="1419889" y="5180276"/>
                  </a:lnTo>
                  <a:lnTo>
                    <a:pt x="1408414" y="5223959"/>
                  </a:lnTo>
                  <a:lnTo>
                    <a:pt x="1396569" y="5267564"/>
                  </a:lnTo>
                  <a:lnTo>
                    <a:pt x="1384353" y="5311088"/>
                  </a:lnTo>
                  <a:lnTo>
                    <a:pt x="1371768" y="5354528"/>
                  </a:lnTo>
                  <a:lnTo>
                    <a:pt x="1358812" y="5397883"/>
                  </a:lnTo>
                  <a:lnTo>
                    <a:pt x="1345486" y="5441149"/>
                  </a:lnTo>
                  <a:lnTo>
                    <a:pt x="1331790" y="5484325"/>
                  </a:lnTo>
                  <a:lnTo>
                    <a:pt x="1317723" y="5527408"/>
                  </a:lnTo>
                  <a:lnTo>
                    <a:pt x="1303287" y="5570394"/>
                  </a:lnTo>
                  <a:lnTo>
                    <a:pt x="1288480" y="5613283"/>
                  </a:lnTo>
                  <a:lnTo>
                    <a:pt x="1273303" y="5656071"/>
                  </a:lnTo>
                  <a:lnTo>
                    <a:pt x="1257756" y="5698755"/>
                  </a:lnTo>
                  <a:lnTo>
                    <a:pt x="1241839" y="5741334"/>
                  </a:lnTo>
                  <a:lnTo>
                    <a:pt x="1225552" y="5783805"/>
                  </a:lnTo>
                  <a:lnTo>
                    <a:pt x="1208895" y="5826165"/>
                  </a:lnTo>
                  <a:lnTo>
                    <a:pt x="1191867" y="5868412"/>
                  </a:lnTo>
                  <a:lnTo>
                    <a:pt x="1174469" y="5910543"/>
                  </a:lnTo>
                  <a:lnTo>
                    <a:pt x="1156701" y="5952556"/>
                  </a:lnTo>
                  <a:lnTo>
                    <a:pt x="1138563" y="5994449"/>
                  </a:lnTo>
                  <a:lnTo>
                    <a:pt x="1120055" y="6036219"/>
                  </a:lnTo>
                  <a:lnTo>
                    <a:pt x="1101176" y="6077863"/>
                  </a:lnTo>
                  <a:lnTo>
                    <a:pt x="1081928" y="6119379"/>
                  </a:lnTo>
                  <a:lnTo>
                    <a:pt x="1062309" y="6160764"/>
                  </a:lnTo>
                  <a:lnTo>
                    <a:pt x="1042320" y="6202016"/>
                  </a:lnTo>
                  <a:lnTo>
                    <a:pt x="1021961" y="6243133"/>
                  </a:lnTo>
                  <a:lnTo>
                    <a:pt x="1001231" y="6284112"/>
                  </a:lnTo>
                  <a:lnTo>
                    <a:pt x="980132" y="6324950"/>
                  </a:lnTo>
                  <a:lnTo>
                    <a:pt x="958662" y="6365646"/>
                  </a:lnTo>
                  <a:lnTo>
                    <a:pt x="936822" y="6406196"/>
                  </a:lnTo>
                  <a:lnTo>
                    <a:pt x="914613" y="6446598"/>
                  </a:lnTo>
                  <a:lnTo>
                    <a:pt x="892032" y="6486849"/>
                  </a:lnTo>
                  <a:lnTo>
                    <a:pt x="869082" y="6526948"/>
                  </a:lnTo>
                  <a:lnTo>
                    <a:pt x="845762" y="6566891"/>
                  </a:lnTo>
                  <a:lnTo>
                    <a:pt x="822071" y="6606676"/>
                  </a:lnTo>
                  <a:lnTo>
                    <a:pt x="798010" y="6646301"/>
                  </a:lnTo>
                  <a:lnTo>
                    <a:pt x="773579" y="6685764"/>
                  </a:lnTo>
                  <a:lnTo>
                    <a:pt x="748778" y="6725060"/>
                  </a:lnTo>
                  <a:lnTo>
                    <a:pt x="723607" y="6764189"/>
                  </a:lnTo>
                  <a:lnTo>
                    <a:pt x="698065" y="6803148"/>
                  </a:lnTo>
                  <a:lnTo>
                    <a:pt x="672154" y="6841934"/>
                  </a:lnTo>
                  <a:lnTo>
                    <a:pt x="645872" y="6880544"/>
                  </a:lnTo>
                  <a:lnTo>
                    <a:pt x="619220" y="6918977"/>
                  </a:lnTo>
                  <a:lnTo>
                    <a:pt x="592198" y="6957229"/>
                  </a:lnTo>
                  <a:lnTo>
                    <a:pt x="564806" y="6995299"/>
                  </a:lnTo>
                  <a:lnTo>
                    <a:pt x="537043" y="7033183"/>
                  </a:lnTo>
                  <a:lnTo>
                    <a:pt x="508911" y="7070880"/>
                  </a:lnTo>
                  <a:lnTo>
                    <a:pt x="480408" y="7108387"/>
                  </a:lnTo>
                  <a:lnTo>
                    <a:pt x="451535" y="7145700"/>
                  </a:lnTo>
                  <a:lnTo>
                    <a:pt x="422292" y="7182819"/>
                  </a:lnTo>
                  <a:lnTo>
                    <a:pt x="392678" y="7219740"/>
                  </a:lnTo>
                  <a:lnTo>
                    <a:pt x="362695" y="7256461"/>
                  </a:lnTo>
                  <a:lnTo>
                    <a:pt x="332341" y="7292979"/>
                  </a:lnTo>
                  <a:lnTo>
                    <a:pt x="301618" y="7329292"/>
                  </a:lnTo>
                  <a:lnTo>
                    <a:pt x="270524" y="7365397"/>
                  </a:lnTo>
                  <a:lnTo>
                    <a:pt x="239059" y="7401293"/>
                  </a:lnTo>
                  <a:lnTo>
                    <a:pt x="207225" y="7436975"/>
                  </a:lnTo>
                  <a:lnTo>
                    <a:pt x="175021" y="7472443"/>
                  </a:lnTo>
                  <a:lnTo>
                    <a:pt x="142446" y="7507693"/>
                  </a:lnTo>
                  <a:lnTo>
                    <a:pt x="109501" y="7542723"/>
                  </a:lnTo>
                  <a:lnTo>
                    <a:pt x="76186" y="7577531"/>
                  </a:lnTo>
                  <a:lnTo>
                    <a:pt x="42501" y="7612113"/>
                  </a:lnTo>
                  <a:lnTo>
                    <a:pt x="8446" y="7646468"/>
                  </a:lnTo>
                  <a:lnTo>
                    <a:pt x="0" y="7638091"/>
                  </a:lnTo>
                  <a:lnTo>
                    <a:pt x="33980" y="7603811"/>
                  </a:lnTo>
                  <a:lnTo>
                    <a:pt x="67592" y="7569304"/>
                  </a:lnTo>
                  <a:lnTo>
                    <a:pt x="100834" y="7534573"/>
                  </a:lnTo>
                  <a:lnTo>
                    <a:pt x="133707" y="7499619"/>
                  </a:lnTo>
                  <a:lnTo>
                    <a:pt x="166211" y="7464446"/>
                  </a:lnTo>
                  <a:lnTo>
                    <a:pt x="198345" y="7429056"/>
                  </a:lnTo>
                  <a:lnTo>
                    <a:pt x="230110" y="7393451"/>
                  </a:lnTo>
                  <a:lnTo>
                    <a:pt x="261505" y="7357634"/>
                  </a:lnTo>
                  <a:lnTo>
                    <a:pt x="292531" y="7321607"/>
                  </a:lnTo>
                  <a:lnTo>
                    <a:pt x="323188" y="7285374"/>
                  </a:lnTo>
                  <a:lnTo>
                    <a:pt x="353475" y="7248935"/>
                  </a:lnTo>
                  <a:lnTo>
                    <a:pt x="383393" y="7212294"/>
                  </a:lnTo>
                  <a:lnTo>
                    <a:pt x="412942" y="7175454"/>
                  </a:lnTo>
                  <a:lnTo>
                    <a:pt x="442121" y="7138416"/>
                  </a:lnTo>
                  <a:lnTo>
                    <a:pt x="470931" y="7101184"/>
                  </a:lnTo>
                  <a:lnTo>
                    <a:pt x="499372" y="7063759"/>
                  </a:lnTo>
                  <a:lnTo>
                    <a:pt x="527443" y="7026145"/>
                  </a:lnTo>
                  <a:lnTo>
                    <a:pt x="555145" y="6988343"/>
                  </a:lnTo>
                  <a:lnTo>
                    <a:pt x="582478" y="6950357"/>
                  </a:lnTo>
                  <a:lnTo>
                    <a:pt x="609441" y="6912188"/>
                  </a:lnTo>
                  <a:lnTo>
                    <a:pt x="636035" y="6873839"/>
                  </a:lnTo>
                  <a:lnTo>
                    <a:pt x="662259" y="6835313"/>
                  </a:lnTo>
                  <a:lnTo>
                    <a:pt x="688114" y="6796611"/>
                  </a:lnTo>
                  <a:lnTo>
                    <a:pt x="713600" y="6757738"/>
                  </a:lnTo>
                  <a:lnTo>
                    <a:pt x="738716" y="6718694"/>
                  </a:lnTo>
                  <a:lnTo>
                    <a:pt x="763463" y="6679483"/>
                  </a:lnTo>
                  <a:lnTo>
                    <a:pt x="787841" y="6640107"/>
                  </a:lnTo>
                  <a:lnTo>
                    <a:pt x="811849" y="6600569"/>
                  </a:lnTo>
                  <a:lnTo>
                    <a:pt x="835488" y="6560871"/>
                  </a:lnTo>
                  <a:lnTo>
                    <a:pt x="858758" y="6521015"/>
                  </a:lnTo>
                  <a:lnTo>
                    <a:pt x="881658" y="6481003"/>
                  </a:lnTo>
                  <a:lnTo>
                    <a:pt x="904189" y="6440840"/>
                  </a:lnTo>
                  <a:lnTo>
                    <a:pt x="926350" y="6400526"/>
                  </a:lnTo>
                  <a:lnTo>
                    <a:pt x="948142" y="6360065"/>
                  </a:lnTo>
                  <a:lnTo>
                    <a:pt x="969565" y="6319458"/>
                  </a:lnTo>
                  <a:lnTo>
                    <a:pt x="990619" y="6278709"/>
                  </a:lnTo>
                  <a:lnTo>
                    <a:pt x="1011303" y="6237820"/>
                  </a:lnTo>
                  <a:lnTo>
                    <a:pt x="1031617" y="6196792"/>
                  </a:lnTo>
                  <a:lnTo>
                    <a:pt x="1051563" y="6155630"/>
                  </a:lnTo>
                  <a:lnTo>
                    <a:pt x="1071139" y="6114335"/>
                  </a:lnTo>
                  <a:lnTo>
                    <a:pt x="1090345" y="6072910"/>
                  </a:lnTo>
                  <a:lnTo>
                    <a:pt x="1109183" y="6031357"/>
                  </a:lnTo>
                  <a:lnTo>
                    <a:pt x="1127651" y="5989679"/>
                  </a:lnTo>
                  <a:lnTo>
                    <a:pt x="1145749" y="5947878"/>
                  </a:lnTo>
                  <a:lnTo>
                    <a:pt x="1163478" y="5905956"/>
                  </a:lnTo>
                  <a:lnTo>
                    <a:pt x="1180838" y="5863917"/>
                  </a:lnTo>
                  <a:lnTo>
                    <a:pt x="1197829" y="5821762"/>
                  </a:lnTo>
                  <a:lnTo>
                    <a:pt x="1214450" y="5779495"/>
                  </a:lnTo>
                  <a:lnTo>
                    <a:pt x="1230702" y="5737117"/>
                  </a:lnTo>
                  <a:lnTo>
                    <a:pt x="1246584" y="5694631"/>
                  </a:lnTo>
                  <a:lnTo>
                    <a:pt x="1262097" y="5652040"/>
                  </a:lnTo>
                  <a:lnTo>
                    <a:pt x="1277241" y="5609345"/>
                  </a:lnTo>
                  <a:lnTo>
                    <a:pt x="1292015" y="5566551"/>
                  </a:lnTo>
                  <a:lnTo>
                    <a:pt x="1306420" y="5523658"/>
                  </a:lnTo>
                  <a:lnTo>
                    <a:pt x="1320456" y="5480670"/>
                  </a:lnTo>
                  <a:lnTo>
                    <a:pt x="1334122" y="5437588"/>
                  </a:lnTo>
                  <a:lnTo>
                    <a:pt x="1347419" y="5394417"/>
                  </a:lnTo>
                  <a:lnTo>
                    <a:pt x="1360346" y="5351157"/>
                  </a:lnTo>
                  <a:lnTo>
                    <a:pt x="1372905" y="5307811"/>
                  </a:lnTo>
                  <a:lnTo>
                    <a:pt x="1385093" y="5264383"/>
                  </a:lnTo>
                  <a:lnTo>
                    <a:pt x="1396913" y="5220873"/>
                  </a:lnTo>
                  <a:lnTo>
                    <a:pt x="1408363" y="5177286"/>
                  </a:lnTo>
                  <a:lnTo>
                    <a:pt x="1419444" y="5133623"/>
                  </a:lnTo>
                  <a:lnTo>
                    <a:pt x="1430155" y="5089887"/>
                  </a:lnTo>
                  <a:lnTo>
                    <a:pt x="1440497" y="5046080"/>
                  </a:lnTo>
                  <a:lnTo>
                    <a:pt x="1450470" y="5002205"/>
                  </a:lnTo>
                  <a:lnTo>
                    <a:pt x="1460073" y="4958264"/>
                  </a:lnTo>
                  <a:lnTo>
                    <a:pt x="1469307" y="4914260"/>
                  </a:lnTo>
                  <a:lnTo>
                    <a:pt x="1478172" y="4870195"/>
                  </a:lnTo>
                  <a:lnTo>
                    <a:pt x="1486667" y="4826071"/>
                  </a:lnTo>
                  <a:lnTo>
                    <a:pt x="1494793" y="4781892"/>
                  </a:lnTo>
                  <a:lnTo>
                    <a:pt x="1502549" y="4737660"/>
                  </a:lnTo>
                  <a:lnTo>
                    <a:pt x="1509936" y="4693377"/>
                  </a:lnTo>
                  <a:lnTo>
                    <a:pt x="1516954" y="4649045"/>
                  </a:lnTo>
                  <a:lnTo>
                    <a:pt x="1523603" y="4604668"/>
                  </a:lnTo>
                  <a:lnTo>
                    <a:pt x="1529882" y="4560247"/>
                  </a:lnTo>
                  <a:lnTo>
                    <a:pt x="1535792" y="4515785"/>
                  </a:lnTo>
                  <a:lnTo>
                    <a:pt x="1541332" y="4471284"/>
                  </a:lnTo>
                  <a:lnTo>
                    <a:pt x="1546503" y="4426748"/>
                  </a:lnTo>
                  <a:lnTo>
                    <a:pt x="1551305" y="4382178"/>
                  </a:lnTo>
                  <a:lnTo>
                    <a:pt x="1555737" y="4337578"/>
                  </a:lnTo>
                  <a:lnTo>
                    <a:pt x="1559800" y="4292948"/>
                  </a:lnTo>
                  <a:lnTo>
                    <a:pt x="1563493" y="4248293"/>
                  </a:lnTo>
                  <a:lnTo>
                    <a:pt x="1566818" y="4203614"/>
                  </a:lnTo>
                  <a:lnTo>
                    <a:pt x="1569773" y="4158914"/>
                  </a:lnTo>
                  <a:lnTo>
                    <a:pt x="1572358" y="4114195"/>
                  </a:lnTo>
                  <a:lnTo>
                    <a:pt x="1574574" y="4069461"/>
                  </a:lnTo>
                  <a:lnTo>
                    <a:pt x="1576421" y="4024712"/>
                  </a:lnTo>
                  <a:lnTo>
                    <a:pt x="1577898" y="3979953"/>
                  </a:lnTo>
                  <a:lnTo>
                    <a:pt x="1579007" y="3935185"/>
                  </a:lnTo>
                  <a:lnTo>
                    <a:pt x="1579745" y="3890410"/>
                  </a:lnTo>
                  <a:lnTo>
                    <a:pt x="1580115" y="3845632"/>
                  </a:lnTo>
                  <a:lnTo>
                    <a:pt x="1580115" y="3800853"/>
                  </a:lnTo>
                  <a:lnTo>
                    <a:pt x="1579745" y="3756075"/>
                  </a:lnTo>
                  <a:lnTo>
                    <a:pt x="1579007" y="3711300"/>
                  </a:lnTo>
                  <a:lnTo>
                    <a:pt x="1577898" y="3666532"/>
                  </a:lnTo>
                  <a:lnTo>
                    <a:pt x="1576421" y="3621773"/>
                  </a:lnTo>
                  <a:lnTo>
                    <a:pt x="1574574" y="3577024"/>
                  </a:lnTo>
                  <a:lnTo>
                    <a:pt x="1572358" y="3532290"/>
                  </a:lnTo>
                  <a:lnTo>
                    <a:pt x="1569773" y="3487571"/>
                  </a:lnTo>
                  <a:lnTo>
                    <a:pt x="1566818" y="3442871"/>
                  </a:lnTo>
                  <a:lnTo>
                    <a:pt x="1563493" y="3398193"/>
                  </a:lnTo>
                  <a:lnTo>
                    <a:pt x="1559800" y="3353537"/>
                  </a:lnTo>
                  <a:lnTo>
                    <a:pt x="1555737" y="3308908"/>
                  </a:lnTo>
                  <a:lnTo>
                    <a:pt x="1551305" y="3264307"/>
                  </a:lnTo>
                  <a:lnTo>
                    <a:pt x="1546503" y="3219738"/>
                  </a:lnTo>
                  <a:lnTo>
                    <a:pt x="1541332" y="3175202"/>
                  </a:lnTo>
                  <a:lnTo>
                    <a:pt x="1535792" y="3130702"/>
                  </a:lnTo>
                  <a:lnTo>
                    <a:pt x="1529882" y="3086240"/>
                  </a:lnTo>
                  <a:lnTo>
                    <a:pt x="1523603" y="3041819"/>
                  </a:lnTo>
                  <a:lnTo>
                    <a:pt x="1516954" y="2997442"/>
                  </a:lnTo>
                  <a:lnTo>
                    <a:pt x="1509936" y="2953111"/>
                  </a:lnTo>
                  <a:lnTo>
                    <a:pt x="1502549" y="2908828"/>
                  </a:lnTo>
                  <a:lnTo>
                    <a:pt x="1494793" y="2864595"/>
                  </a:lnTo>
                  <a:lnTo>
                    <a:pt x="1486667" y="2820417"/>
                  </a:lnTo>
                  <a:lnTo>
                    <a:pt x="1478172" y="2776294"/>
                  </a:lnTo>
                  <a:lnTo>
                    <a:pt x="1469307" y="2732229"/>
                  </a:lnTo>
                  <a:lnTo>
                    <a:pt x="1460073" y="2688225"/>
                  </a:lnTo>
                  <a:lnTo>
                    <a:pt x="1450470" y="2644285"/>
                  </a:lnTo>
                  <a:lnTo>
                    <a:pt x="1440497" y="2600410"/>
                  </a:lnTo>
                  <a:lnTo>
                    <a:pt x="1430155" y="2556603"/>
                  </a:lnTo>
                  <a:lnTo>
                    <a:pt x="1419444" y="2512867"/>
                  </a:lnTo>
                  <a:lnTo>
                    <a:pt x="1408363" y="2469205"/>
                  </a:lnTo>
                  <a:lnTo>
                    <a:pt x="1396913" y="2425618"/>
                  </a:lnTo>
                  <a:lnTo>
                    <a:pt x="1385093" y="2382109"/>
                  </a:lnTo>
                  <a:lnTo>
                    <a:pt x="1372905" y="2338681"/>
                  </a:lnTo>
                  <a:lnTo>
                    <a:pt x="1360346" y="2295336"/>
                  </a:lnTo>
                  <a:lnTo>
                    <a:pt x="1347419" y="2252076"/>
                  </a:lnTo>
                  <a:lnTo>
                    <a:pt x="1334122" y="2208905"/>
                  </a:lnTo>
                  <a:lnTo>
                    <a:pt x="1320456" y="2165824"/>
                  </a:lnTo>
                  <a:lnTo>
                    <a:pt x="1306420" y="2122836"/>
                  </a:lnTo>
                  <a:lnTo>
                    <a:pt x="1292015" y="2079944"/>
                  </a:lnTo>
                  <a:lnTo>
                    <a:pt x="1277241" y="2037150"/>
                  </a:lnTo>
                  <a:lnTo>
                    <a:pt x="1262097" y="1994456"/>
                  </a:lnTo>
                  <a:lnTo>
                    <a:pt x="1246584" y="1951865"/>
                  </a:lnTo>
                  <a:lnTo>
                    <a:pt x="1230702" y="1909380"/>
                  </a:lnTo>
                  <a:lnTo>
                    <a:pt x="1214450" y="1867002"/>
                  </a:lnTo>
                  <a:lnTo>
                    <a:pt x="1197829" y="1824735"/>
                  </a:lnTo>
                  <a:lnTo>
                    <a:pt x="1180838" y="1782581"/>
                  </a:lnTo>
                  <a:lnTo>
                    <a:pt x="1163478" y="1740543"/>
                  </a:lnTo>
                  <a:lnTo>
                    <a:pt x="1145749" y="1698622"/>
                  </a:lnTo>
                  <a:lnTo>
                    <a:pt x="1127651" y="1656821"/>
                  </a:lnTo>
                  <a:lnTo>
                    <a:pt x="1109183" y="1615144"/>
                  </a:lnTo>
                  <a:lnTo>
                    <a:pt x="1090345" y="1573591"/>
                  </a:lnTo>
                  <a:lnTo>
                    <a:pt x="1071139" y="1532167"/>
                  </a:lnTo>
                  <a:lnTo>
                    <a:pt x="1051563" y="1490872"/>
                  </a:lnTo>
                  <a:lnTo>
                    <a:pt x="1031617" y="1449711"/>
                  </a:lnTo>
                  <a:lnTo>
                    <a:pt x="1011303" y="1408684"/>
                  </a:lnTo>
                  <a:lnTo>
                    <a:pt x="990619" y="1367796"/>
                  </a:lnTo>
                  <a:lnTo>
                    <a:pt x="969565" y="1327047"/>
                  </a:lnTo>
                  <a:lnTo>
                    <a:pt x="948142" y="1286441"/>
                  </a:lnTo>
                  <a:lnTo>
                    <a:pt x="926350" y="1245981"/>
                  </a:lnTo>
                  <a:lnTo>
                    <a:pt x="904189" y="1205668"/>
                  </a:lnTo>
                  <a:lnTo>
                    <a:pt x="881658" y="1165505"/>
                  </a:lnTo>
                  <a:lnTo>
                    <a:pt x="858758" y="1125494"/>
                  </a:lnTo>
                  <a:lnTo>
                    <a:pt x="835488" y="1085639"/>
                  </a:lnTo>
                  <a:lnTo>
                    <a:pt x="811849" y="1045941"/>
                  </a:lnTo>
                  <a:lnTo>
                    <a:pt x="787841" y="1006404"/>
                  </a:lnTo>
                  <a:lnTo>
                    <a:pt x="763463" y="967029"/>
                  </a:lnTo>
                  <a:lnTo>
                    <a:pt x="738716" y="927818"/>
                  </a:lnTo>
                  <a:lnTo>
                    <a:pt x="713600" y="888776"/>
                  </a:lnTo>
                  <a:lnTo>
                    <a:pt x="688114" y="849903"/>
                  </a:lnTo>
                  <a:lnTo>
                    <a:pt x="662259" y="811203"/>
                  </a:lnTo>
                  <a:lnTo>
                    <a:pt x="636035" y="772677"/>
                  </a:lnTo>
                  <a:lnTo>
                    <a:pt x="609441" y="734329"/>
                  </a:lnTo>
                  <a:lnTo>
                    <a:pt x="582478" y="696161"/>
                  </a:lnTo>
                  <a:lnTo>
                    <a:pt x="555145" y="658176"/>
                  </a:lnTo>
                  <a:lnTo>
                    <a:pt x="527443" y="620375"/>
                  </a:lnTo>
                  <a:lnTo>
                    <a:pt x="499372" y="582761"/>
                  </a:lnTo>
                  <a:lnTo>
                    <a:pt x="470931" y="545338"/>
                  </a:lnTo>
                  <a:lnTo>
                    <a:pt x="442121" y="508106"/>
                  </a:lnTo>
                  <a:lnTo>
                    <a:pt x="412942" y="471069"/>
                  </a:lnTo>
                  <a:lnTo>
                    <a:pt x="383393" y="434230"/>
                  </a:lnTo>
                  <a:lnTo>
                    <a:pt x="353475" y="397590"/>
                  </a:lnTo>
                  <a:lnTo>
                    <a:pt x="323188" y="361153"/>
                  </a:lnTo>
                  <a:lnTo>
                    <a:pt x="292531" y="324920"/>
                  </a:lnTo>
                  <a:lnTo>
                    <a:pt x="261505" y="288895"/>
                  </a:lnTo>
                  <a:lnTo>
                    <a:pt x="230110" y="253079"/>
                  </a:lnTo>
                  <a:lnTo>
                    <a:pt x="198345" y="217475"/>
                  </a:lnTo>
                  <a:lnTo>
                    <a:pt x="166211" y="182086"/>
                  </a:lnTo>
                  <a:lnTo>
                    <a:pt x="133707" y="146914"/>
                  </a:lnTo>
                  <a:lnTo>
                    <a:pt x="100834" y="111961"/>
                  </a:lnTo>
                  <a:lnTo>
                    <a:pt x="67592" y="77231"/>
                  </a:lnTo>
                  <a:lnTo>
                    <a:pt x="33980" y="42725"/>
                  </a:lnTo>
                  <a:lnTo>
                    <a:pt x="0" y="8446"/>
                  </a:lnTo>
                  <a:lnTo>
                    <a:pt x="8446" y="0"/>
                  </a:lnTo>
                  <a:close/>
                </a:path>
              </a:pathLst>
            </a:custGeom>
            <a:ln w="13961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08338" y="3364644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12797864" y="0"/>
                  </a:moveTo>
                  <a:lnTo>
                    <a:pt x="0" y="0"/>
                  </a:lnTo>
                  <a:lnTo>
                    <a:pt x="0" y="2297312"/>
                  </a:lnTo>
                  <a:lnTo>
                    <a:pt x="12797864" y="2297312"/>
                  </a:lnTo>
                  <a:lnTo>
                    <a:pt x="1279786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08338" y="3364644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0" y="2297312"/>
                  </a:moveTo>
                  <a:lnTo>
                    <a:pt x="12797864" y="2297312"/>
                  </a:lnTo>
                  <a:lnTo>
                    <a:pt x="12797864" y="0"/>
                  </a:lnTo>
                  <a:lnTo>
                    <a:pt x="0" y="0"/>
                  </a:lnTo>
                  <a:lnTo>
                    <a:pt x="0" y="2297312"/>
                  </a:lnTo>
                  <a:close/>
                </a:path>
              </a:pathLst>
            </a:custGeom>
            <a:ln w="139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519317" y="4198969"/>
            <a:ext cx="2735580" cy="570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550" spc="-850">
                <a:solidFill>
                  <a:srgbClr val="FFFFFF"/>
                </a:solidFill>
                <a:latin typeface="Tahoma"/>
                <a:cs typeface="Tahoma"/>
              </a:rPr>
              <a:t>Ô</a:t>
            </a:r>
            <a:r>
              <a:rPr dirty="0" sz="3550" spc="-229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3550" spc="-755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3550" spc="-725">
                <a:solidFill>
                  <a:srgbClr val="FFFFFF"/>
                </a:solidFill>
                <a:latin typeface="Tahoma"/>
                <a:cs typeface="Tahoma"/>
              </a:rPr>
              <a:t>Ậ</a:t>
            </a:r>
            <a:r>
              <a:rPr dirty="0" sz="3550" spc="15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3550" spc="-77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3550" spc="-935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3550" spc="-1035">
                <a:solidFill>
                  <a:srgbClr val="FFFFFF"/>
                </a:solidFill>
                <a:latin typeface="Tahoma"/>
                <a:cs typeface="Tahoma"/>
              </a:rPr>
              <a:t>Ư</a:t>
            </a:r>
            <a:r>
              <a:rPr dirty="0" sz="3550" spc="-755">
                <a:solidFill>
                  <a:srgbClr val="FFFFFF"/>
                </a:solidFill>
                <a:latin typeface="Tahoma"/>
                <a:cs typeface="Tahoma"/>
              </a:rPr>
              <a:t>Ơ</a:t>
            </a:r>
            <a:r>
              <a:rPr dirty="0" sz="3550" spc="-91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3550" spc="-65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dirty="0" sz="3550" spc="-484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3550" spc="-4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35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265515" y="3070478"/>
            <a:ext cx="14248130" cy="6045200"/>
            <a:chOff x="3265515" y="3070478"/>
            <a:chExt cx="14248130" cy="6045200"/>
          </a:xfrm>
        </p:grpSpPr>
        <p:sp>
          <p:nvSpPr>
            <p:cNvPr id="14" name="object 14" descr=""/>
            <p:cNvSpPr/>
            <p:nvPr/>
          </p:nvSpPr>
          <p:spPr>
            <a:xfrm>
              <a:off x="3272500" y="3077463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1435837" y="0"/>
                  </a:moveTo>
                  <a:lnTo>
                    <a:pt x="1387478" y="799"/>
                  </a:lnTo>
                  <a:lnTo>
                    <a:pt x="1339520" y="3179"/>
                  </a:lnTo>
                  <a:lnTo>
                    <a:pt x="1291986" y="7115"/>
                  </a:lnTo>
                  <a:lnTo>
                    <a:pt x="1244904" y="12583"/>
                  </a:lnTo>
                  <a:lnTo>
                    <a:pt x="1198297" y="19556"/>
                  </a:lnTo>
                  <a:lnTo>
                    <a:pt x="1152191" y="28011"/>
                  </a:lnTo>
                  <a:lnTo>
                    <a:pt x="1106611" y="37921"/>
                  </a:lnTo>
                  <a:lnTo>
                    <a:pt x="1061583" y="49261"/>
                  </a:lnTo>
                  <a:lnTo>
                    <a:pt x="1017130" y="62007"/>
                  </a:lnTo>
                  <a:lnTo>
                    <a:pt x="973279" y="76134"/>
                  </a:lnTo>
                  <a:lnTo>
                    <a:pt x="930054" y="91615"/>
                  </a:lnTo>
                  <a:lnTo>
                    <a:pt x="887481" y="108426"/>
                  </a:lnTo>
                  <a:lnTo>
                    <a:pt x="845585" y="126543"/>
                  </a:lnTo>
                  <a:lnTo>
                    <a:pt x="804390" y="145939"/>
                  </a:lnTo>
                  <a:lnTo>
                    <a:pt x="763923" y="166590"/>
                  </a:lnTo>
                  <a:lnTo>
                    <a:pt x="724208" y="188470"/>
                  </a:lnTo>
                  <a:lnTo>
                    <a:pt x="685270" y="211555"/>
                  </a:lnTo>
                  <a:lnTo>
                    <a:pt x="647134" y="235819"/>
                  </a:lnTo>
                  <a:lnTo>
                    <a:pt x="609826" y="261237"/>
                  </a:lnTo>
                  <a:lnTo>
                    <a:pt x="573370" y="287785"/>
                  </a:lnTo>
                  <a:lnTo>
                    <a:pt x="537792" y="315436"/>
                  </a:lnTo>
                  <a:lnTo>
                    <a:pt x="503117" y="344166"/>
                  </a:lnTo>
                  <a:lnTo>
                    <a:pt x="469370" y="373949"/>
                  </a:lnTo>
                  <a:lnTo>
                    <a:pt x="436577" y="404761"/>
                  </a:lnTo>
                  <a:lnTo>
                    <a:pt x="404761" y="436577"/>
                  </a:lnTo>
                  <a:lnTo>
                    <a:pt x="373949" y="469370"/>
                  </a:lnTo>
                  <a:lnTo>
                    <a:pt x="344166" y="503117"/>
                  </a:lnTo>
                  <a:lnTo>
                    <a:pt x="315436" y="537792"/>
                  </a:lnTo>
                  <a:lnTo>
                    <a:pt x="287785" y="573370"/>
                  </a:lnTo>
                  <a:lnTo>
                    <a:pt x="261237" y="609826"/>
                  </a:lnTo>
                  <a:lnTo>
                    <a:pt x="235819" y="647134"/>
                  </a:lnTo>
                  <a:lnTo>
                    <a:pt x="211555" y="685270"/>
                  </a:lnTo>
                  <a:lnTo>
                    <a:pt x="188470" y="724208"/>
                  </a:lnTo>
                  <a:lnTo>
                    <a:pt x="166590" y="763923"/>
                  </a:lnTo>
                  <a:lnTo>
                    <a:pt x="145939" y="804390"/>
                  </a:lnTo>
                  <a:lnTo>
                    <a:pt x="126543" y="845585"/>
                  </a:lnTo>
                  <a:lnTo>
                    <a:pt x="108426" y="887481"/>
                  </a:lnTo>
                  <a:lnTo>
                    <a:pt x="91615" y="930054"/>
                  </a:lnTo>
                  <a:lnTo>
                    <a:pt x="76134" y="973279"/>
                  </a:lnTo>
                  <a:lnTo>
                    <a:pt x="62007" y="1017130"/>
                  </a:lnTo>
                  <a:lnTo>
                    <a:pt x="49261" y="1061583"/>
                  </a:lnTo>
                  <a:lnTo>
                    <a:pt x="37921" y="1106611"/>
                  </a:lnTo>
                  <a:lnTo>
                    <a:pt x="28011" y="1152191"/>
                  </a:lnTo>
                  <a:lnTo>
                    <a:pt x="19556" y="1198297"/>
                  </a:lnTo>
                  <a:lnTo>
                    <a:pt x="12583" y="1244904"/>
                  </a:lnTo>
                  <a:lnTo>
                    <a:pt x="7115" y="1291986"/>
                  </a:lnTo>
                  <a:lnTo>
                    <a:pt x="3179" y="1339520"/>
                  </a:lnTo>
                  <a:lnTo>
                    <a:pt x="799" y="1387478"/>
                  </a:lnTo>
                  <a:lnTo>
                    <a:pt x="0" y="1435837"/>
                  </a:lnTo>
                  <a:lnTo>
                    <a:pt x="799" y="1484192"/>
                  </a:lnTo>
                  <a:lnTo>
                    <a:pt x="3179" y="1532146"/>
                  </a:lnTo>
                  <a:lnTo>
                    <a:pt x="7115" y="1579676"/>
                  </a:lnTo>
                  <a:lnTo>
                    <a:pt x="12583" y="1626754"/>
                  </a:lnTo>
                  <a:lnTo>
                    <a:pt x="19556" y="1673358"/>
                  </a:lnTo>
                  <a:lnTo>
                    <a:pt x="28011" y="1719460"/>
                  </a:lnTo>
                  <a:lnTo>
                    <a:pt x="37921" y="1765037"/>
                  </a:lnTo>
                  <a:lnTo>
                    <a:pt x="49261" y="1810063"/>
                  </a:lnTo>
                  <a:lnTo>
                    <a:pt x="62007" y="1854512"/>
                  </a:lnTo>
                  <a:lnTo>
                    <a:pt x="76134" y="1898361"/>
                  </a:lnTo>
                  <a:lnTo>
                    <a:pt x="91615" y="1941583"/>
                  </a:lnTo>
                  <a:lnTo>
                    <a:pt x="108426" y="1984153"/>
                  </a:lnTo>
                  <a:lnTo>
                    <a:pt x="126543" y="2026047"/>
                  </a:lnTo>
                  <a:lnTo>
                    <a:pt x="145939" y="2067239"/>
                  </a:lnTo>
                  <a:lnTo>
                    <a:pt x="166590" y="2107705"/>
                  </a:lnTo>
                  <a:lnTo>
                    <a:pt x="188470" y="2147418"/>
                  </a:lnTo>
                  <a:lnTo>
                    <a:pt x="211555" y="2186354"/>
                  </a:lnTo>
                  <a:lnTo>
                    <a:pt x="235819" y="2224488"/>
                  </a:lnTo>
                  <a:lnTo>
                    <a:pt x="261237" y="2261795"/>
                  </a:lnTo>
                  <a:lnTo>
                    <a:pt x="287785" y="2298249"/>
                  </a:lnTo>
                  <a:lnTo>
                    <a:pt x="315436" y="2333825"/>
                  </a:lnTo>
                  <a:lnTo>
                    <a:pt x="344166" y="2368499"/>
                  </a:lnTo>
                  <a:lnTo>
                    <a:pt x="373949" y="2402244"/>
                  </a:lnTo>
                  <a:lnTo>
                    <a:pt x="404761" y="2435037"/>
                  </a:lnTo>
                  <a:lnTo>
                    <a:pt x="436577" y="2466851"/>
                  </a:lnTo>
                  <a:lnTo>
                    <a:pt x="469370" y="2497662"/>
                  </a:lnTo>
                  <a:lnTo>
                    <a:pt x="503117" y="2527445"/>
                  </a:lnTo>
                  <a:lnTo>
                    <a:pt x="537792" y="2556174"/>
                  </a:lnTo>
                  <a:lnTo>
                    <a:pt x="573370" y="2583825"/>
                  </a:lnTo>
                  <a:lnTo>
                    <a:pt x="609826" y="2610371"/>
                  </a:lnTo>
                  <a:lnTo>
                    <a:pt x="647134" y="2635789"/>
                  </a:lnTo>
                  <a:lnTo>
                    <a:pt x="685270" y="2660052"/>
                  </a:lnTo>
                  <a:lnTo>
                    <a:pt x="724208" y="2683137"/>
                  </a:lnTo>
                  <a:lnTo>
                    <a:pt x="763923" y="2705016"/>
                  </a:lnTo>
                  <a:lnTo>
                    <a:pt x="804390" y="2725667"/>
                  </a:lnTo>
                  <a:lnTo>
                    <a:pt x="845585" y="2745063"/>
                  </a:lnTo>
                  <a:lnTo>
                    <a:pt x="887481" y="2763179"/>
                  </a:lnTo>
                  <a:lnTo>
                    <a:pt x="930054" y="2779990"/>
                  </a:lnTo>
                  <a:lnTo>
                    <a:pt x="973279" y="2795471"/>
                  </a:lnTo>
                  <a:lnTo>
                    <a:pt x="1017130" y="2809597"/>
                  </a:lnTo>
                  <a:lnTo>
                    <a:pt x="1061583" y="2822343"/>
                  </a:lnTo>
                  <a:lnTo>
                    <a:pt x="1106611" y="2833684"/>
                  </a:lnTo>
                  <a:lnTo>
                    <a:pt x="1152191" y="2843594"/>
                  </a:lnTo>
                  <a:lnTo>
                    <a:pt x="1198297" y="2852048"/>
                  </a:lnTo>
                  <a:lnTo>
                    <a:pt x="1244904" y="2859021"/>
                  </a:lnTo>
                  <a:lnTo>
                    <a:pt x="1291986" y="2864489"/>
                  </a:lnTo>
                  <a:lnTo>
                    <a:pt x="1339520" y="2868425"/>
                  </a:lnTo>
                  <a:lnTo>
                    <a:pt x="1387478" y="2870806"/>
                  </a:lnTo>
                  <a:lnTo>
                    <a:pt x="1435837" y="2871605"/>
                  </a:lnTo>
                  <a:lnTo>
                    <a:pt x="1484192" y="2870806"/>
                  </a:lnTo>
                  <a:lnTo>
                    <a:pt x="1532146" y="2868425"/>
                  </a:lnTo>
                  <a:lnTo>
                    <a:pt x="1579676" y="2864489"/>
                  </a:lnTo>
                  <a:lnTo>
                    <a:pt x="1626754" y="2859021"/>
                  </a:lnTo>
                  <a:lnTo>
                    <a:pt x="1673358" y="2852048"/>
                  </a:lnTo>
                  <a:lnTo>
                    <a:pt x="1719460" y="2843594"/>
                  </a:lnTo>
                  <a:lnTo>
                    <a:pt x="1765037" y="2833684"/>
                  </a:lnTo>
                  <a:lnTo>
                    <a:pt x="1810063" y="2822343"/>
                  </a:lnTo>
                  <a:lnTo>
                    <a:pt x="1854512" y="2809597"/>
                  </a:lnTo>
                  <a:lnTo>
                    <a:pt x="1898361" y="2795471"/>
                  </a:lnTo>
                  <a:lnTo>
                    <a:pt x="1941583" y="2779990"/>
                  </a:lnTo>
                  <a:lnTo>
                    <a:pt x="1984153" y="2763179"/>
                  </a:lnTo>
                  <a:lnTo>
                    <a:pt x="2026047" y="2745063"/>
                  </a:lnTo>
                  <a:lnTo>
                    <a:pt x="2067239" y="2725667"/>
                  </a:lnTo>
                  <a:lnTo>
                    <a:pt x="2107705" y="2705016"/>
                  </a:lnTo>
                  <a:lnTo>
                    <a:pt x="2147418" y="2683137"/>
                  </a:lnTo>
                  <a:lnTo>
                    <a:pt x="2186354" y="2660052"/>
                  </a:lnTo>
                  <a:lnTo>
                    <a:pt x="2224488" y="2635789"/>
                  </a:lnTo>
                  <a:lnTo>
                    <a:pt x="2261795" y="2610371"/>
                  </a:lnTo>
                  <a:lnTo>
                    <a:pt x="2298249" y="2583825"/>
                  </a:lnTo>
                  <a:lnTo>
                    <a:pt x="2333825" y="2556174"/>
                  </a:lnTo>
                  <a:lnTo>
                    <a:pt x="2368499" y="2527445"/>
                  </a:lnTo>
                  <a:lnTo>
                    <a:pt x="2402244" y="2497662"/>
                  </a:lnTo>
                  <a:lnTo>
                    <a:pt x="2435037" y="2466851"/>
                  </a:lnTo>
                  <a:lnTo>
                    <a:pt x="2466851" y="2435037"/>
                  </a:lnTo>
                  <a:lnTo>
                    <a:pt x="2497662" y="2402244"/>
                  </a:lnTo>
                  <a:lnTo>
                    <a:pt x="2527445" y="2368499"/>
                  </a:lnTo>
                  <a:lnTo>
                    <a:pt x="2556174" y="2333825"/>
                  </a:lnTo>
                  <a:lnTo>
                    <a:pt x="2583825" y="2298249"/>
                  </a:lnTo>
                  <a:lnTo>
                    <a:pt x="2610371" y="2261795"/>
                  </a:lnTo>
                  <a:lnTo>
                    <a:pt x="2635789" y="2224488"/>
                  </a:lnTo>
                  <a:lnTo>
                    <a:pt x="2660052" y="2186354"/>
                  </a:lnTo>
                  <a:lnTo>
                    <a:pt x="2683137" y="2147418"/>
                  </a:lnTo>
                  <a:lnTo>
                    <a:pt x="2705016" y="2107705"/>
                  </a:lnTo>
                  <a:lnTo>
                    <a:pt x="2725667" y="2067239"/>
                  </a:lnTo>
                  <a:lnTo>
                    <a:pt x="2745063" y="2026047"/>
                  </a:lnTo>
                  <a:lnTo>
                    <a:pt x="2763179" y="1984153"/>
                  </a:lnTo>
                  <a:lnTo>
                    <a:pt x="2779990" y="1941583"/>
                  </a:lnTo>
                  <a:lnTo>
                    <a:pt x="2795471" y="1898361"/>
                  </a:lnTo>
                  <a:lnTo>
                    <a:pt x="2809597" y="1854512"/>
                  </a:lnTo>
                  <a:lnTo>
                    <a:pt x="2822343" y="1810063"/>
                  </a:lnTo>
                  <a:lnTo>
                    <a:pt x="2833684" y="1765037"/>
                  </a:lnTo>
                  <a:lnTo>
                    <a:pt x="2843594" y="1719460"/>
                  </a:lnTo>
                  <a:lnTo>
                    <a:pt x="2852048" y="1673358"/>
                  </a:lnTo>
                  <a:lnTo>
                    <a:pt x="2859021" y="1626754"/>
                  </a:lnTo>
                  <a:lnTo>
                    <a:pt x="2864489" y="1579676"/>
                  </a:lnTo>
                  <a:lnTo>
                    <a:pt x="2868425" y="1532146"/>
                  </a:lnTo>
                  <a:lnTo>
                    <a:pt x="2870806" y="1484192"/>
                  </a:lnTo>
                  <a:lnTo>
                    <a:pt x="2871605" y="1435837"/>
                  </a:lnTo>
                  <a:lnTo>
                    <a:pt x="2870806" y="1387478"/>
                  </a:lnTo>
                  <a:lnTo>
                    <a:pt x="2868425" y="1339520"/>
                  </a:lnTo>
                  <a:lnTo>
                    <a:pt x="2864489" y="1291986"/>
                  </a:lnTo>
                  <a:lnTo>
                    <a:pt x="2859021" y="1244904"/>
                  </a:lnTo>
                  <a:lnTo>
                    <a:pt x="2852048" y="1198297"/>
                  </a:lnTo>
                  <a:lnTo>
                    <a:pt x="2843594" y="1152191"/>
                  </a:lnTo>
                  <a:lnTo>
                    <a:pt x="2833684" y="1106611"/>
                  </a:lnTo>
                  <a:lnTo>
                    <a:pt x="2822343" y="1061583"/>
                  </a:lnTo>
                  <a:lnTo>
                    <a:pt x="2809597" y="1017130"/>
                  </a:lnTo>
                  <a:lnTo>
                    <a:pt x="2795471" y="973279"/>
                  </a:lnTo>
                  <a:lnTo>
                    <a:pt x="2779990" y="930054"/>
                  </a:lnTo>
                  <a:lnTo>
                    <a:pt x="2763179" y="887481"/>
                  </a:lnTo>
                  <a:lnTo>
                    <a:pt x="2745063" y="845585"/>
                  </a:lnTo>
                  <a:lnTo>
                    <a:pt x="2725667" y="804390"/>
                  </a:lnTo>
                  <a:lnTo>
                    <a:pt x="2705016" y="763923"/>
                  </a:lnTo>
                  <a:lnTo>
                    <a:pt x="2683137" y="724208"/>
                  </a:lnTo>
                  <a:lnTo>
                    <a:pt x="2660052" y="685270"/>
                  </a:lnTo>
                  <a:lnTo>
                    <a:pt x="2635789" y="647134"/>
                  </a:lnTo>
                  <a:lnTo>
                    <a:pt x="2610371" y="609826"/>
                  </a:lnTo>
                  <a:lnTo>
                    <a:pt x="2583825" y="573370"/>
                  </a:lnTo>
                  <a:lnTo>
                    <a:pt x="2556174" y="537792"/>
                  </a:lnTo>
                  <a:lnTo>
                    <a:pt x="2527445" y="503117"/>
                  </a:lnTo>
                  <a:lnTo>
                    <a:pt x="2497662" y="469370"/>
                  </a:lnTo>
                  <a:lnTo>
                    <a:pt x="2466851" y="436577"/>
                  </a:lnTo>
                  <a:lnTo>
                    <a:pt x="2435037" y="404761"/>
                  </a:lnTo>
                  <a:lnTo>
                    <a:pt x="2402244" y="373949"/>
                  </a:lnTo>
                  <a:lnTo>
                    <a:pt x="2368499" y="344166"/>
                  </a:lnTo>
                  <a:lnTo>
                    <a:pt x="2333825" y="315436"/>
                  </a:lnTo>
                  <a:lnTo>
                    <a:pt x="2298249" y="287785"/>
                  </a:lnTo>
                  <a:lnTo>
                    <a:pt x="2261795" y="261237"/>
                  </a:lnTo>
                  <a:lnTo>
                    <a:pt x="2224488" y="235819"/>
                  </a:lnTo>
                  <a:lnTo>
                    <a:pt x="2186354" y="211555"/>
                  </a:lnTo>
                  <a:lnTo>
                    <a:pt x="2147418" y="188470"/>
                  </a:lnTo>
                  <a:lnTo>
                    <a:pt x="2107705" y="166590"/>
                  </a:lnTo>
                  <a:lnTo>
                    <a:pt x="2067239" y="145939"/>
                  </a:lnTo>
                  <a:lnTo>
                    <a:pt x="2026047" y="126543"/>
                  </a:lnTo>
                  <a:lnTo>
                    <a:pt x="1984153" y="108426"/>
                  </a:lnTo>
                  <a:lnTo>
                    <a:pt x="1941583" y="91615"/>
                  </a:lnTo>
                  <a:lnTo>
                    <a:pt x="1898361" y="76134"/>
                  </a:lnTo>
                  <a:lnTo>
                    <a:pt x="1854512" y="62007"/>
                  </a:lnTo>
                  <a:lnTo>
                    <a:pt x="1810063" y="49261"/>
                  </a:lnTo>
                  <a:lnTo>
                    <a:pt x="1765037" y="37921"/>
                  </a:lnTo>
                  <a:lnTo>
                    <a:pt x="1719460" y="28011"/>
                  </a:lnTo>
                  <a:lnTo>
                    <a:pt x="1673358" y="19556"/>
                  </a:lnTo>
                  <a:lnTo>
                    <a:pt x="1626754" y="12583"/>
                  </a:lnTo>
                  <a:lnTo>
                    <a:pt x="1579676" y="7115"/>
                  </a:lnTo>
                  <a:lnTo>
                    <a:pt x="1532146" y="3179"/>
                  </a:lnTo>
                  <a:lnTo>
                    <a:pt x="1484192" y="799"/>
                  </a:lnTo>
                  <a:lnTo>
                    <a:pt x="1435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72500" y="3077463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0" y="1435837"/>
                  </a:moveTo>
                  <a:lnTo>
                    <a:pt x="799" y="1387478"/>
                  </a:lnTo>
                  <a:lnTo>
                    <a:pt x="3179" y="1339520"/>
                  </a:lnTo>
                  <a:lnTo>
                    <a:pt x="7115" y="1291986"/>
                  </a:lnTo>
                  <a:lnTo>
                    <a:pt x="12583" y="1244904"/>
                  </a:lnTo>
                  <a:lnTo>
                    <a:pt x="19556" y="1198297"/>
                  </a:lnTo>
                  <a:lnTo>
                    <a:pt x="28011" y="1152191"/>
                  </a:lnTo>
                  <a:lnTo>
                    <a:pt x="37921" y="1106611"/>
                  </a:lnTo>
                  <a:lnTo>
                    <a:pt x="49261" y="1061583"/>
                  </a:lnTo>
                  <a:lnTo>
                    <a:pt x="62007" y="1017130"/>
                  </a:lnTo>
                  <a:lnTo>
                    <a:pt x="76134" y="973279"/>
                  </a:lnTo>
                  <a:lnTo>
                    <a:pt x="91615" y="930054"/>
                  </a:lnTo>
                  <a:lnTo>
                    <a:pt x="108426" y="887481"/>
                  </a:lnTo>
                  <a:lnTo>
                    <a:pt x="126543" y="845585"/>
                  </a:lnTo>
                  <a:lnTo>
                    <a:pt x="145939" y="804390"/>
                  </a:lnTo>
                  <a:lnTo>
                    <a:pt x="166590" y="763923"/>
                  </a:lnTo>
                  <a:lnTo>
                    <a:pt x="188470" y="724208"/>
                  </a:lnTo>
                  <a:lnTo>
                    <a:pt x="211555" y="685270"/>
                  </a:lnTo>
                  <a:lnTo>
                    <a:pt x="235819" y="647134"/>
                  </a:lnTo>
                  <a:lnTo>
                    <a:pt x="261237" y="609826"/>
                  </a:lnTo>
                  <a:lnTo>
                    <a:pt x="287785" y="573370"/>
                  </a:lnTo>
                  <a:lnTo>
                    <a:pt x="315436" y="537792"/>
                  </a:lnTo>
                  <a:lnTo>
                    <a:pt x="344166" y="503117"/>
                  </a:lnTo>
                  <a:lnTo>
                    <a:pt x="373949" y="469370"/>
                  </a:lnTo>
                  <a:lnTo>
                    <a:pt x="404761" y="436577"/>
                  </a:lnTo>
                  <a:lnTo>
                    <a:pt x="436577" y="404761"/>
                  </a:lnTo>
                  <a:lnTo>
                    <a:pt x="469370" y="373949"/>
                  </a:lnTo>
                  <a:lnTo>
                    <a:pt x="503117" y="344166"/>
                  </a:lnTo>
                  <a:lnTo>
                    <a:pt x="537792" y="315436"/>
                  </a:lnTo>
                  <a:lnTo>
                    <a:pt x="573370" y="287785"/>
                  </a:lnTo>
                  <a:lnTo>
                    <a:pt x="609826" y="261237"/>
                  </a:lnTo>
                  <a:lnTo>
                    <a:pt x="647134" y="235819"/>
                  </a:lnTo>
                  <a:lnTo>
                    <a:pt x="685270" y="211555"/>
                  </a:lnTo>
                  <a:lnTo>
                    <a:pt x="724208" y="188470"/>
                  </a:lnTo>
                  <a:lnTo>
                    <a:pt x="763923" y="166590"/>
                  </a:lnTo>
                  <a:lnTo>
                    <a:pt x="804390" y="145939"/>
                  </a:lnTo>
                  <a:lnTo>
                    <a:pt x="845585" y="126543"/>
                  </a:lnTo>
                  <a:lnTo>
                    <a:pt x="887481" y="108426"/>
                  </a:lnTo>
                  <a:lnTo>
                    <a:pt x="930054" y="91615"/>
                  </a:lnTo>
                  <a:lnTo>
                    <a:pt x="973279" y="76134"/>
                  </a:lnTo>
                  <a:lnTo>
                    <a:pt x="1017130" y="62007"/>
                  </a:lnTo>
                  <a:lnTo>
                    <a:pt x="1061583" y="49261"/>
                  </a:lnTo>
                  <a:lnTo>
                    <a:pt x="1106611" y="37921"/>
                  </a:lnTo>
                  <a:lnTo>
                    <a:pt x="1152191" y="28011"/>
                  </a:lnTo>
                  <a:lnTo>
                    <a:pt x="1198297" y="19556"/>
                  </a:lnTo>
                  <a:lnTo>
                    <a:pt x="1244904" y="12583"/>
                  </a:lnTo>
                  <a:lnTo>
                    <a:pt x="1291986" y="7115"/>
                  </a:lnTo>
                  <a:lnTo>
                    <a:pt x="1339520" y="3179"/>
                  </a:lnTo>
                  <a:lnTo>
                    <a:pt x="1387478" y="799"/>
                  </a:lnTo>
                  <a:lnTo>
                    <a:pt x="1435837" y="0"/>
                  </a:lnTo>
                  <a:lnTo>
                    <a:pt x="1484192" y="799"/>
                  </a:lnTo>
                  <a:lnTo>
                    <a:pt x="1532146" y="3179"/>
                  </a:lnTo>
                  <a:lnTo>
                    <a:pt x="1579676" y="7115"/>
                  </a:lnTo>
                  <a:lnTo>
                    <a:pt x="1626754" y="12583"/>
                  </a:lnTo>
                  <a:lnTo>
                    <a:pt x="1673358" y="19556"/>
                  </a:lnTo>
                  <a:lnTo>
                    <a:pt x="1719460" y="28011"/>
                  </a:lnTo>
                  <a:lnTo>
                    <a:pt x="1765037" y="37921"/>
                  </a:lnTo>
                  <a:lnTo>
                    <a:pt x="1810063" y="49261"/>
                  </a:lnTo>
                  <a:lnTo>
                    <a:pt x="1854512" y="62007"/>
                  </a:lnTo>
                  <a:lnTo>
                    <a:pt x="1898361" y="76134"/>
                  </a:lnTo>
                  <a:lnTo>
                    <a:pt x="1941583" y="91615"/>
                  </a:lnTo>
                  <a:lnTo>
                    <a:pt x="1984153" y="108426"/>
                  </a:lnTo>
                  <a:lnTo>
                    <a:pt x="2026047" y="126543"/>
                  </a:lnTo>
                  <a:lnTo>
                    <a:pt x="2067239" y="145939"/>
                  </a:lnTo>
                  <a:lnTo>
                    <a:pt x="2107705" y="166590"/>
                  </a:lnTo>
                  <a:lnTo>
                    <a:pt x="2147418" y="188470"/>
                  </a:lnTo>
                  <a:lnTo>
                    <a:pt x="2186354" y="211555"/>
                  </a:lnTo>
                  <a:lnTo>
                    <a:pt x="2224488" y="235819"/>
                  </a:lnTo>
                  <a:lnTo>
                    <a:pt x="2261795" y="261237"/>
                  </a:lnTo>
                  <a:lnTo>
                    <a:pt x="2298249" y="287785"/>
                  </a:lnTo>
                  <a:lnTo>
                    <a:pt x="2333825" y="315436"/>
                  </a:lnTo>
                  <a:lnTo>
                    <a:pt x="2368499" y="344166"/>
                  </a:lnTo>
                  <a:lnTo>
                    <a:pt x="2402244" y="373949"/>
                  </a:lnTo>
                  <a:lnTo>
                    <a:pt x="2435037" y="404761"/>
                  </a:lnTo>
                  <a:lnTo>
                    <a:pt x="2466851" y="436577"/>
                  </a:lnTo>
                  <a:lnTo>
                    <a:pt x="2497662" y="469370"/>
                  </a:lnTo>
                  <a:lnTo>
                    <a:pt x="2527445" y="503117"/>
                  </a:lnTo>
                  <a:lnTo>
                    <a:pt x="2556174" y="537792"/>
                  </a:lnTo>
                  <a:lnTo>
                    <a:pt x="2583825" y="573370"/>
                  </a:lnTo>
                  <a:lnTo>
                    <a:pt x="2610371" y="609826"/>
                  </a:lnTo>
                  <a:lnTo>
                    <a:pt x="2635789" y="647134"/>
                  </a:lnTo>
                  <a:lnTo>
                    <a:pt x="2660052" y="685270"/>
                  </a:lnTo>
                  <a:lnTo>
                    <a:pt x="2683137" y="724208"/>
                  </a:lnTo>
                  <a:lnTo>
                    <a:pt x="2705016" y="763923"/>
                  </a:lnTo>
                  <a:lnTo>
                    <a:pt x="2725667" y="804390"/>
                  </a:lnTo>
                  <a:lnTo>
                    <a:pt x="2745063" y="845585"/>
                  </a:lnTo>
                  <a:lnTo>
                    <a:pt x="2763179" y="887481"/>
                  </a:lnTo>
                  <a:lnTo>
                    <a:pt x="2779990" y="930054"/>
                  </a:lnTo>
                  <a:lnTo>
                    <a:pt x="2795471" y="973279"/>
                  </a:lnTo>
                  <a:lnTo>
                    <a:pt x="2809597" y="1017130"/>
                  </a:lnTo>
                  <a:lnTo>
                    <a:pt x="2822343" y="1061583"/>
                  </a:lnTo>
                  <a:lnTo>
                    <a:pt x="2833684" y="1106611"/>
                  </a:lnTo>
                  <a:lnTo>
                    <a:pt x="2843594" y="1152191"/>
                  </a:lnTo>
                  <a:lnTo>
                    <a:pt x="2852048" y="1198297"/>
                  </a:lnTo>
                  <a:lnTo>
                    <a:pt x="2859021" y="1244904"/>
                  </a:lnTo>
                  <a:lnTo>
                    <a:pt x="2864489" y="1291986"/>
                  </a:lnTo>
                  <a:lnTo>
                    <a:pt x="2868425" y="1339520"/>
                  </a:lnTo>
                  <a:lnTo>
                    <a:pt x="2870806" y="1387478"/>
                  </a:lnTo>
                  <a:lnTo>
                    <a:pt x="2871605" y="1435837"/>
                  </a:lnTo>
                  <a:lnTo>
                    <a:pt x="2870806" y="1484192"/>
                  </a:lnTo>
                  <a:lnTo>
                    <a:pt x="2868425" y="1532146"/>
                  </a:lnTo>
                  <a:lnTo>
                    <a:pt x="2864489" y="1579676"/>
                  </a:lnTo>
                  <a:lnTo>
                    <a:pt x="2859021" y="1626754"/>
                  </a:lnTo>
                  <a:lnTo>
                    <a:pt x="2852048" y="1673358"/>
                  </a:lnTo>
                  <a:lnTo>
                    <a:pt x="2843594" y="1719460"/>
                  </a:lnTo>
                  <a:lnTo>
                    <a:pt x="2833684" y="1765037"/>
                  </a:lnTo>
                  <a:lnTo>
                    <a:pt x="2822343" y="1810063"/>
                  </a:lnTo>
                  <a:lnTo>
                    <a:pt x="2809597" y="1854512"/>
                  </a:lnTo>
                  <a:lnTo>
                    <a:pt x="2795471" y="1898361"/>
                  </a:lnTo>
                  <a:lnTo>
                    <a:pt x="2779990" y="1941583"/>
                  </a:lnTo>
                  <a:lnTo>
                    <a:pt x="2763179" y="1984153"/>
                  </a:lnTo>
                  <a:lnTo>
                    <a:pt x="2745063" y="2026047"/>
                  </a:lnTo>
                  <a:lnTo>
                    <a:pt x="2725667" y="2067239"/>
                  </a:lnTo>
                  <a:lnTo>
                    <a:pt x="2705016" y="2107705"/>
                  </a:lnTo>
                  <a:lnTo>
                    <a:pt x="2683137" y="2147418"/>
                  </a:lnTo>
                  <a:lnTo>
                    <a:pt x="2660052" y="2186354"/>
                  </a:lnTo>
                  <a:lnTo>
                    <a:pt x="2635789" y="2224488"/>
                  </a:lnTo>
                  <a:lnTo>
                    <a:pt x="2610371" y="2261795"/>
                  </a:lnTo>
                  <a:lnTo>
                    <a:pt x="2583825" y="2298249"/>
                  </a:lnTo>
                  <a:lnTo>
                    <a:pt x="2556174" y="2333825"/>
                  </a:lnTo>
                  <a:lnTo>
                    <a:pt x="2527445" y="2368499"/>
                  </a:lnTo>
                  <a:lnTo>
                    <a:pt x="2497662" y="2402244"/>
                  </a:lnTo>
                  <a:lnTo>
                    <a:pt x="2466851" y="2435037"/>
                  </a:lnTo>
                  <a:lnTo>
                    <a:pt x="2435037" y="2466851"/>
                  </a:lnTo>
                  <a:lnTo>
                    <a:pt x="2402244" y="2497662"/>
                  </a:lnTo>
                  <a:lnTo>
                    <a:pt x="2368499" y="2527445"/>
                  </a:lnTo>
                  <a:lnTo>
                    <a:pt x="2333825" y="2556174"/>
                  </a:lnTo>
                  <a:lnTo>
                    <a:pt x="2298249" y="2583825"/>
                  </a:lnTo>
                  <a:lnTo>
                    <a:pt x="2261795" y="2610371"/>
                  </a:lnTo>
                  <a:lnTo>
                    <a:pt x="2224488" y="2635789"/>
                  </a:lnTo>
                  <a:lnTo>
                    <a:pt x="2186354" y="2660052"/>
                  </a:lnTo>
                  <a:lnTo>
                    <a:pt x="2147418" y="2683137"/>
                  </a:lnTo>
                  <a:lnTo>
                    <a:pt x="2107705" y="2705016"/>
                  </a:lnTo>
                  <a:lnTo>
                    <a:pt x="2067239" y="2725667"/>
                  </a:lnTo>
                  <a:lnTo>
                    <a:pt x="2026047" y="2745063"/>
                  </a:lnTo>
                  <a:lnTo>
                    <a:pt x="1984153" y="2763179"/>
                  </a:lnTo>
                  <a:lnTo>
                    <a:pt x="1941583" y="2779990"/>
                  </a:lnTo>
                  <a:lnTo>
                    <a:pt x="1898361" y="2795471"/>
                  </a:lnTo>
                  <a:lnTo>
                    <a:pt x="1854512" y="2809597"/>
                  </a:lnTo>
                  <a:lnTo>
                    <a:pt x="1810063" y="2822343"/>
                  </a:lnTo>
                  <a:lnTo>
                    <a:pt x="1765037" y="2833684"/>
                  </a:lnTo>
                  <a:lnTo>
                    <a:pt x="1719460" y="2843594"/>
                  </a:lnTo>
                  <a:lnTo>
                    <a:pt x="1673358" y="2852048"/>
                  </a:lnTo>
                  <a:lnTo>
                    <a:pt x="1626754" y="2859021"/>
                  </a:lnTo>
                  <a:lnTo>
                    <a:pt x="1579676" y="2864489"/>
                  </a:lnTo>
                  <a:lnTo>
                    <a:pt x="1532146" y="2868425"/>
                  </a:lnTo>
                  <a:lnTo>
                    <a:pt x="1484192" y="2870806"/>
                  </a:lnTo>
                  <a:lnTo>
                    <a:pt x="1435837" y="2871605"/>
                  </a:lnTo>
                  <a:lnTo>
                    <a:pt x="1387478" y="2870806"/>
                  </a:lnTo>
                  <a:lnTo>
                    <a:pt x="1339520" y="2868425"/>
                  </a:lnTo>
                  <a:lnTo>
                    <a:pt x="1291986" y="2864489"/>
                  </a:lnTo>
                  <a:lnTo>
                    <a:pt x="1244904" y="2859021"/>
                  </a:lnTo>
                  <a:lnTo>
                    <a:pt x="1198297" y="2852048"/>
                  </a:lnTo>
                  <a:lnTo>
                    <a:pt x="1152191" y="2843594"/>
                  </a:lnTo>
                  <a:lnTo>
                    <a:pt x="1106611" y="2833684"/>
                  </a:lnTo>
                  <a:lnTo>
                    <a:pt x="1061583" y="2822343"/>
                  </a:lnTo>
                  <a:lnTo>
                    <a:pt x="1017130" y="2809597"/>
                  </a:lnTo>
                  <a:lnTo>
                    <a:pt x="973279" y="2795471"/>
                  </a:lnTo>
                  <a:lnTo>
                    <a:pt x="930054" y="2779990"/>
                  </a:lnTo>
                  <a:lnTo>
                    <a:pt x="887481" y="2763179"/>
                  </a:lnTo>
                  <a:lnTo>
                    <a:pt x="845585" y="2745063"/>
                  </a:lnTo>
                  <a:lnTo>
                    <a:pt x="804390" y="2725667"/>
                  </a:lnTo>
                  <a:lnTo>
                    <a:pt x="763923" y="2705016"/>
                  </a:lnTo>
                  <a:lnTo>
                    <a:pt x="724208" y="2683137"/>
                  </a:lnTo>
                  <a:lnTo>
                    <a:pt x="685270" y="2660052"/>
                  </a:lnTo>
                  <a:lnTo>
                    <a:pt x="647134" y="2635789"/>
                  </a:lnTo>
                  <a:lnTo>
                    <a:pt x="609826" y="2610371"/>
                  </a:lnTo>
                  <a:lnTo>
                    <a:pt x="573370" y="2583825"/>
                  </a:lnTo>
                  <a:lnTo>
                    <a:pt x="537792" y="2556174"/>
                  </a:lnTo>
                  <a:lnTo>
                    <a:pt x="503117" y="2527445"/>
                  </a:lnTo>
                  <a:lnTo>
                    <a:pt x="469370" y="2497662"/>
                  </a:lnTo>
                  <a:lnTo>
                    <a:pt x="436577" y="2466851"/>
                  </a:lnTo>
                  <a:lnTo>
                    <a:pt x="404761" y="2435037"/>
                  </a:lnTo>
                  <a:lnTo>
                    <a:pt x="373949" y="2402244"/>
                  </a:lnTo>
                  <a:lnTo>
                    <a:pt x="344166" y="2368499"/>
                  </a:lnTo>
                  <a:lnTo>
                    <a:pt x="315436" y="2333825"/>
                  </a:lnTo>
                  <a:lnTo>
                    <a:pt x="287785" y="2298249"/>
                  </a:lnTo>
                  <a:lnTo>
                    <a:pt x="261237" y="2261795"/>
                  </a:lnTo>
                  <a:lnTo>
                    <a:pt x="235819" y="2224488"/>
                  </a:lnTo>
                  <a:lnTo>
                    <a:pt x="211555" y="2186354"/>
                  </a:lnTo>
                  <a:lnTo>
                    <a:pt x="188470" y="2147418"/>
                  </a:lnTo>
                  <a:lnTo>
                    <a:pt x="166590" y="2107705"/>
                  </a:lnTo>
                  <a:lnTo>
                    <a:pt x="145939" y="2067239"/>
                  </a:lnTo>
                  <a:lnTo>
                    <a:pt x="126543" y="2026047"/>
                  </a:lnTo>
                  <a:lnTo>
                    <a:pt x="108426" y="1984153"/>
                  </a:lnTo>
                  <a:lnTo>
                    <a:pt x="91615" y="1941583"/>
                  </a:lnTo>
                  <a:lnTo>
                    <a:pt x="76134" y="1898361"/>
                  </a:lnTo>
                  <a:lnTo>
                    <a:pt x="62007" y="1854512"/>
                  </a:lnTo>
                  <a:lnTo>
                    <a:pt x="49261" y="1810063"/>
                  </a:lnTo>
                  <a:lnTo>
                    <a:pt x="37921" y="1765037"/>
                  </a:lnTo>
                  <a:lnTo>
                    <a:pt x="28011" y="1719460"/>
                  </a:lnTo>
                  <a:lnTo>
                    <a:pt x="19556" y="1673358"/>
                  </a:lnTo>
                  <a:lnTo>
                    <a:pt x="12583" y="1626754"/>
                  </a:lnTo>
                  <a:lnTo>
                    <a:pt x="7115" y="1579676"/>
                  </a:lnTo>
                  <a:lnTo>
                    <a:pt x="3179" y="1532146"/>
                  </a:lnTo>
                  <a:lnTo>
                    <a:pt x="799" y="1484192"/>
                  </a:lnTo>
                  <a:lnTo>
                    <a:pt x="0" y="1435837"/>
                  </a:lnTo>
                  <a:close/>
                </a:path>
              </a:pathLst>
            </a:custGeom>
            <a:ln w="13961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08337" y="6811241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12797864" y="0"/>
                  </a:moveTo>
                  <a:lnTo>
                    <a:pt x="0" y="0"/>
                  </a:lnTo>
                  <a:lnTo>
                    <a:pt x="0" y="2297312"/>
                  </a:lnTo>
                  <a:lnTo>
                    <a:pt x="12797864" y="2297312"/>
                  </a:lnTo>
                  <a:lnTo>
                    <a:pt x="1279786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08337" y="6811241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0" y="2297312"/>
                  </a:moveTo>
                  <a:lnTo>
                    <a:pt x="12797864" y="2297312"/>
                  </a:lnTo>
                  <a:lnTo>
                    <a:pt x="12797864" y="0"/>
                  </a:lnTo>
                  <a:lnTo>
                    <a:pt x="0" y="0"/>
                  </a:lnTo>
                  <a:lnTo>
                    <a:pt x="0" y="2297312"/>
                  </a:lnTo>
                  <a:close/>
                </a:path>
              </a:pathLst>
            </a:custGeom>
            <a:ln w="139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519317" y="7645775"/>
            <a:ext cx="2303780" cy="570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550" spc="-815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3550" spc="-975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3550" spc="-1075">
                <a:solidFill>
                  <a:srgbClr val="FFFFFF"/>
                </a:solidFill>
                <a:latin typeface="Tahoma"/>
                <a:cs typeface="Tahoma"/>
              </a:rPr>
              <a:t>Ư</a:t>
            </a:r>
            <a:r>
              <a:rPr dirty="0" sz="3550" spc="-795">
                <a:solidFill>
                  <a:srgbClr val="FFFFFF"/>
                </a:solidFill>
                <a:latin typeface="Tahoma"/>
                <a:cs typeface="Tahoma"/>
              </a:rPr>
              <a:t>Ơ</a:t>
            </a:r>
            <a:r>
              <a:rPr dirty="0" sz="3550" spc="-95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3550" spc="-11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dirty="0" sz="3550" spc="-57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3550" spc="-8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3550" spc="-5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550" spc="-615">
                <a:solidFill>
                  <a:srgbClr val="FFFFFF"/>
                </a:solidFill>
                <a:latin typeface="Tahoma"/>
                <a:cs typeface="Tahoma"/>
              </a:rPr>
              <a:t>CSS</a:t>
            </a:r>
            <a:endParaRPr sz="355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265520" y="6517078"/>
            <a:ext cx="2886075" cy="2886075"/>
            <a:chOff x="3265520" y="6517078"/>
            <a:chExt cx="2886075" cy="2886075"/>
          </a:xfrm>
        </p:grpSpPr>
        <p:sp>
          <p:nvSpPr>
            <p:cNvPr id="20" name="object 20" descr=""/>
            <p:cNvSpPr/>
            <p:nvPr/>
          </p:nvSpPr>
          <p:spPr>
            <a:xfrm>
              <a:off x="3272500" y="6524059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1435837" y="0"/>
                  </a:moveTo>
                  <a:lnTo>
                    <a:pt x="1387478" y="799"/>
                  </a:lnTo>
                  <a:lnTo>
                    <a:pt x="1339520" y="3179"/>
                  </a:lnTo>
                  <a:lnTo>
                    <a:pt x="1291986" y="7115"/>
                  </a:lnTo>
                  <a:lnTo>
                    <a:pt x="1244904" y="12583"/>
                  </a:lnTo>
                  <a:lnTo>
                    <a:pt x="1198297" y="19556"/>
                  </a:lnTo>
                  <a:lnTo>
                    <a:pt x="1152191" y="28011"/>
                  </a:lnTo>
                  <a:lnTo>
                    <a:pt x="1106611" y="37921"/>
                  </a:lnTo>
                  <a:lnTo>
                    <a:pt x="1061583" y="49261"/>
                  </a:lnTo>
                  <a:lnTo>
                    <a:pt x="1017130" y="62007"/>
                  </a:lnTo>
                  <a:lnTo>
                    <a:pt x="973279" y="76134"/>
                  </a:lnTo>
                  <a:lnTo>
                    <a:pt x="930054" y="91615"/>
                  </a:lnTo>
                  <a:lnTo>
                    <a:pt x="887481" y="108426"/>
                  </a:lnTo>
                  <a:lnTo>
                    <a:pt x="845585" y="126543"/>
                  </a:lnTo>
                  <a:lnTo>
                    <a:pt x="804390" y="145939"/>
                  </a:lnTo>
                  <a:lnTo>
                    <a:pt x="763923" y="166590"/>
                  </a:lnTo>
                  <a:lnTo>
                    <a:pt x="724208" y="188470"/>
                  </a:lnTo>
                  <a:lnTo>
                    <a:pt x="685270" y="211555"/>
                  </a:lnTo>
                  <a:lnTo>
                    <a:pt x="647134" y="235819"/>
                  </a:lnTo>
                  <a:lnTo>
                    <a:pt x="609826" y="261237"/>
                  </a:lnTo>
                  <a:lnTo>
                    <a:pt x="573370" y="287785"/>
                  </a:lnTo>
                  <a:lnTo>
                    <a:pt x="537792" y="315436"/>
                  </a:lnTo>
                  <a:lnTo>
                    <a:pt x="503117" y="344166"/>
                  </a:lnTo>
                  <a:lnTo>
                    <a:pt x="469370" y="373949"/>
                  </a:lnTo>
                  <a:lnTo>
                    <a:pt x="436577" y="404761"/>
                  </a:lnTo>
                  <a:lnTo>
                    <a:pt x="404761" y="436577"/>
                  </a:lnTo>
                  <a:lnTo>
                    <a:pt x="373949" y="469370"/>
                  </a:lnTo>
                  <a:lnTo>
                    <a:pt x="344166" y="503117"/>
                  </a:lnTo>
                  <a:lnTo>
                    <a:pt x="315436" y="537792"/>
                  </a:lnTo>
                  <a:lnTo>
                    <a:pt x="287785" y="573370"/>
                  </a:lnTo>
                  <a:lnTo>
                    <a:pt x="261237" y="609826"/>
                  </a:lnTo>
                  <a:lnTo>
                    <a:pt x="235819" y="647134"/>
                  </a:lnTo>
                  <a:lnTo>
                    <a:pt x="211555" y="685270"/>
                  </a:lnTo>
                  <a:lnTo>
                    <a:pt x="188470" y="724208"/>
                  </a:lnTo>
                  <a:lnTo>
                    <a:pt x="166590" y="763923"/>
                  </a:lnTo>
                  <a:lnTo>
                    <a:pt x="145939" y="804390"/>
                  </a:lnTo>
                  <a:lnTo>
                    <a:pt x="126543" y="845585"/>
                  </a:lnTo>
                  <a:lnTo>
                    <a:pt x="108426" y="887481"/>
                  </a:lnTo>
                  <a:lnTo>
                    <a:pt x="91615" y="930054"/>
                  </a:lnTo>
                  <a:lnTo>
                    <a:pt x="76134" y="973279"/>
                  </a:lnTo>
                  <a:lnTo>
                    <a:pt x="62007" y="1017130"/>
                  </a:lnTo>
                  <a:lnTo>
                    <a:pt x="49261" y="1061583"/>
                  </a:lnTo>
                  <a:lnTo>
                    <a:pt x="37921" y="1106611"/>
                  </a:lnTo>
                  <a:lnTo>
                    <a:pt x="28011" y="1152191"/>
                  </a:lnTo>
                  <a:lnTo>
                    <a:pt x="19556" y="1198297"/>
                  </a:lnTo>
                  <a:lnTo>
                    <a:pt x="12583" y="1244904"/>
                  </a:lnTo>
                  <a:lnTo>
                    <a:pt x="7115" y="1291986"/>
                  </a:lnTo>
                  <a:lnTo>
                    <a:pt x="3179" y="1339520"/>
                  </a:lnTo>
                  <a:lnTo>
                    <a:pt x="799" y="1387478"/>
                  </a:lnTo>
                  <a:lnTo>
                    <a:pt x="0" y="1435837"/>
                  </a:lnTo>
                  <a:lnTo>
                    <a:pt x="799" y="1484192"/>
                  </a:lnTo>
                  <a:lnTo>
                    <a:pt x="3179" y="1532146"/>
                  </a:lnTo>
                  <a:lnTo>
                    <a:pt x="7115" y="1579676"/>
                  </a:lnTo>
                  <a:lnTo>
                    <a:pt x="12583" y="1626754"/>
                  </a:lnTo>
                  <a:lnTo>
                    <a:pt x="19556" y="1673358"/>
                  </a:lnTo>
                  <a:lnTo>
                    <a:pt x="28011" y="1719460"/>
                  </a:lnTo>
                  <a:lnTo>
                    <a:pt x="37921" y="1765037"/>
                  </a:lnTo>
                  <a:lnTo>
                    <a:pt x="49261" y="1810063"/>
                  </a:lnTo>
                  <a:lnTo>
                    <a:pt x="62007" y="1854512"/>
                  </a:lnTo>
                  <a:lnTo>
                    <a:pt x="76134" y="1898361"/>
                  </a:lnTo>
                  <a:lnTo>
                    <a:pt x="91615" y="1941583"/>
                  </a:lnTo>
                  <a:lnTo>
                    <a:pt x="108426" y="1984153"/>
                  </a:lnTo>
                  <a:lnTo>
                    <a:pt x="126543" y="2026047"/>
                  </a:lnTo>
                  <a:lnTo>
                    <a:pt x="145939" y="2067239"/>
                  </a:lnTo>
                  <a:lnTo>
                    <a:pt x="166590" y="2107705"/>
                  </a:lnTo>
                  <a:lnTo>
                    <a:pt x="188470" y="2147418"/>
                  </a:lnTo>
                  <a:lnTo>
                    <a:pt x="211555" y="2186354"/>
                  </a:lnTo>
                  <a:lnTo>
                    <a:pt x="235819" y="2224488"/>
                  </a:lnTo>
                  <a:lnTo>
                    <a:pt x="261237" y="2261795"/>
                  </a:lnTo>
                  <a:lnTo>
                    <a:pt x="287785" y="2298249"/>
                  </a:lnTo>
                  <a:lnTo>
                    <a:pt x="315436" y="2333825"/>
                  </a:lnTo>
                  <a:lnTo>
                    <a:pt x="344166" y="2368499"/>
                  </a:lnTo>
                  <a:lnTo>
                    <a:pt x="373949" y="2402244"/>
                  </a:lnTo>
                  <a:lnTo>
                    <a:pt x="404761" y="2435037"/>
                  </a:lnTo>
                  <a:lnTo>
                    <a:pt x="436577" y="2466851"/>
                  </a:lnTo>
                  <a:lnTo>
                    <a:pt x="469370" y="2497662"/>
                  </a:lnTo>
                  <a:lnTo>
                    <a:pt x="503117" y="2527445"/>
                  </a:lnTo>
                  <a:lnTo>
                    <a:pt x="537792" y="2556174"/>
                  </a:lnTo>
                  <a:lnTo>
                    <a:pt x="573370" y="2583825"/>
                  </a:lnTo>
                  <a:lnTo>
                    <a:pt x="609826" y="2610371"/>
                  </a:lnTo>
                  <a:lnTo>
                    <a:pt x="647134" y="2635789"/>
                  </a:lnTo>
                  <a:lnTo>
                    <a:pt x="685270" y="2660052"/>
                  </a:lnTo>
                  <a:lnTo>
                    <a:pt x="724208" y="2683137"/>
                  </a:lnTo>
                  <a:lnTo>
                    <a:pt x="763923" y="2705016"/>
                  </a:lnTo>
                  <a:lnTo>
                    <a:pt x="804390" y="2725667"/>
                  </a:lnTo>
                  <a:lnTo>
                    <a:pt x="845585" y="2745063"/>
                  </a:lnTo>
                  <a:lnTo>
                    <a:pt x="887481" y="2763179"/>
                  </a:lnTo>
                  <a:lnTo>
                    <a:pt x="930054" y="2779990"/>
                  </a:lnTo>
                  <a:lnTo>
                    <a:pt x="973279" y="2795471"/>
                  </a:lnTo>
                  <a:lnTo>
                    <a:pt x="1017130" y="2809597"/>
                  </a:lnTo>
                  <a:lnTo>
                    <a:pt x="1061583" y="2822343"/>
                  </a:lnTo>
                  <a:lnTo>
                    <a:pt x="1106611" y="2833684"/>
                  </a:lnTo>
                  <a:lnTo>
                    <a:pt x="1152191" y="2843594"/>
                  </a:lnTo>
                  <a:lnTo>
                    <a:pt x="1198297" y="2852048"/>
                  </a:lnTo>
                  <a:lnTo>
                    <a:pt x="1244904" y="2859021"/>
                  </a:lnTo>
                  <a:lnTo>
                    <a:pt x="1291986" y="2864489"/>
                  </a:lnTo>
                  <a:lnTo>
                    <a:pt x="1339520" y="2868425"/>
                  </a:lnTo>
                  <a:lnTo>
                    <a:pt x="1387478" y="2870806"/>
                  </a:lnTo>
                  <a:lnTo>
                    <a:pt x="1435837" y="2871605"/>
                  </a:lnTo>
                  <a:lnTo>
                    <a:pt x="1484192" y="2870806"/>
                  </a:lnTo>
                  <a:lnTo>
                    <a:pt x="1532146" y="2868425"/>
                  </a:lnTo>
                  <a:lnTo>
                    <a:pt x="1579676" y="2864489"/>
                  </a:lnTo>
                  <a:lnTo>
                    <a:pt x="1626754" y="2859021"/>
                  </a:lnTo>
                  <a:lnTo>
                    <a:pt x="1673358" y="2852048"/>
                  </a:lnTo>
                  <a:lnTo>
                    <a:pt x="1719460" y="2843594"/>
                  </a:lnTo>
                  <a:lnTo>
                    <a:pt x="1765037" y="2833684"/>
                  </a:lnTo>
                  <a:lnTo>
                    <a:pt x="1810063" y="2822343"/>
                  </a:lnTo>
                  <a:lnTo>
                    <a:pt x="1854512" y="2809597"/>
                  </a:lnTo>
                  <a:lnTo>
                    <a:pt x="1898361" y="2795471"/>
                  </a:lnTo>
                  <a:lnTo>
                    <a:pt x="1941583" y="2779990"/>
                  </a:lnTo>
                  <a:lnTo>
                    <a:pt x="1984153" y="2763179"/>
                  </a:lnTo>
                  <a:lnTo>
                    <a:pt x="2026047" y="2745063"/>
                  </a:lnTo>
                  <a:lnTo>
                    <a:pt x="2067239" y="2725667"/>
                  </a:lnTo>
                  <a:lnTo>
                    <a:pt x="2107705" y="2705016"/>
                  </a:lnTo>
                  <a:lnTo>
                    <a:pt x="2147418" y="2683137"/>
                  </a:lnTo>
                  <a:lnTo>
                    <a:pt x="2186354" y="2660052"/>
                  </a:lnTo>
                  <a:lnTo>
                    <a:pt x="2224488" y="2635789"/>
                  </a:lnTo>
                  <a:lnTo>
                    <a:pt x="2261795" y="2610371"/>
                  </a:lnTo>
                  <a:lnTo>
                    <a:pt x="2298249" y="2583825"/>
                  </a:lnTo>
                  <a:lnTo>
                    <a:pt x="2333825" y="2556174"/>
                  </a:lnTo>
                  <a:lnTo>
                    <a:pt x="2368499" y="2527445"/>
                  </a:lnTo>
                  <a:lnTo>
                    <a:pt x="2402244" y="2497662"/>
                  </a:lnTo>
                  <a:lnTo>
                    <a:pt x="2435037" y="2466851"/>
                  </a:lnTo>
                  <a:lnTo>
                    <a:pt x="2466851" y="2435037"/>
                  </a:lnTo>
                  <a:lnTo>
                    <a:pt x="2497662" y="2402244"/>
                  </a:lnTo>
                  <a:lnTo>
                    <a:pt x="2527445" y="2368499"/>
                  </a:lnTo>
                  <a:lnTo>
                    <a:pt x="2556174" y="2333825"/>
                  </a:lnTo>
                  <a:lnTo>
                    <a:pt x="2583825" y="2298249"/>
                  </a:lnTo>
                  <a:lnTo>
                    <a:pt x="2610371" y="2261795"/>
                  </a:lnTo>
                  <a:lnTo>
                    <a:pt x="2635789" y="2224488"/>
                  </a:lnTo>
                  <a:lnTo>
                    <a:pt x="2660052" y="2186354"/>
                  </a:lnTo>
                  <a:lnTo>
                    <a:pt x="2683137" y="2147418"/>
                  </a:lnTo>
                  <a:lnTo>
                    <a:pt x="2705016" y="2107705"/>
                  </a:lnTo>
                  <a:lnTo>
                    <a:pt x="2725667" y="2067239"/>
                  </a:lnTo>
                  <a:lnTo>
                    <a:pt x="2745063" y="2026047"/>
                  </a:lnTo>
                  <a:lnTo>
                    <a:pt x="2763179" y="1984153"/>
                  </a:lnTo>
                  <a:lnTo>
                    <a:pt x="2779990" y="1941583"/>
                  </a:lnTo>
                  <a:lnTo>
                    <a:pt x="2795471" y="1898361"/>
                  </a:lnTo>
                  <a:lnTo>
                    <a:pt x="2809597" y="1854512"/>
                  </a:lnTo>
                  <a:lnTo>
                    <a:pt x="2822343" y="1810063"/>
                  </a:lnTo>
                  <a:lnTo>
                    <a:pt x="2833684" y="1765037"/>
                  </a:lnTo>
                  <a:lnTo>
                    <a:pt x="2843594" y="1719460"/>
                  </a:lnTo>
                  <a:lnTo>
                    <a:pt x="2852048" y="1673358"/>
                  </a:lnTo>
                  <a:lnTo>
                    <a:pt x="2859021" y="1626754"/>
                  </a:lnTo>
                  <a:lnTo>
                    <a:pt x="2864489" y="1579676"/>
                  </a:lnTo>
                  <a:lnTo>
                    <a:pt x="2868425" y="1532146"/>
                  </a:lnTo>
                  <a:lnTo>
                    <a:pt x="2870806" y="1484192"/>
                  </a:lnTo>
                  <a:lnTo>
                    <a:pt x="2871605" y="1435837"/>
                  </a:lnTo>
                  <a:lnTo>
                    <a:pt x="2870806" y="1387478"/>
                  </a:lnTo>
                  <a:lnTo>
                    <a:pt x="2868425" y="1339520"/>
                  </a:lnTo>
                  <a:lnTo>
                    <a:pt x="2864489" y="1291986"/>
                  </a:lnTo>
                  <a:lnTo>
                    <a:pt x="2859021" y="1244904"/>
                  </a:lnTo>
                  <a:lnTo>
                    <a:pt x="2852048" y="1198297"/>
                  </a:lnTo>
                  <a:lnTo>
                    <a:pt x="2843594" y="1152191"/>
                  </a:lnTo>
                  <a:lnTo>
                    <a:pt x="2833684" y="1106611"/>
                  </a:lnTo>
                  <a:lnTo>
                    <a:pt x="2822343" y="1061583"/>
                  </a:lnTo>
                  <a:lnTo>
                    <a:pt x="2809597" y="1017130"/>
                  </a:lnTo>
                  <a:lnTo>
                    <a:pt x="2795471" y="973279"/>
                  </a:lnTo>
                  <a:lnTo>
                    <a:pt x="2779990" y="930054"/>
                  </a:lnTo>
                  <a:lnTo>
                    <a:pt x="2763179" y="887481"/>
                  </a:lnTo>
                  <a:lnTo>
                    <a:pt x="2745063" y="845585"/>
                  </a:lnTo>
                  <a:lnTo>
                    <a:pt x="2725667" y="804390"/>
                  </a:lnTo>
                  <a:lnTo>
                    <a:pt x="2705016" y="763923"/>
                  </a:lnTo>
                  <a:lnTo>
                    <a:pt x="2683137" y="724208"/>
                  </a:lnTo>
                  <a:lnTo>
                    <a:pt x="2660052" y="685270"/>
                  </a:lnTo>
                  <a:lnTo>
                    <a:pt x="2635789" y="647134"/>
                  </a:lnTo>
                  <a:lnTo>
                    <a:pt x="2610371" y="609826"/>
                  </a:lnTo>
                  <a:lnTo>
                    <a:pt x="2583825" y="573370"/>
                  </a:lnTo>
                  <a:lnTo>
                    <a:pt x="2556174" y="537792"/>
                  </a:lnTo>
                  <a:lnTo>
                    <a:pt x="2527445" y="503117"/>
                  </a:lnTo>
                  <a:lnTo>
                    <a:pt x="2497662" y="469370"/>
                  </a:lnTo>
                  <a:lnTo>
                    <a:pt x="2466851" y="436577"/>
                  </a:lnTo>
                  <a:lnTo>
                    <a:pt x="2435037" y="404761"/>
                  </a:lnTo>
                  <a:lnTo>
                    <a:pt x="2402244" y="373949"/>
                  </a:lnTo>
                  <a:lnTo>
                    <a:pt x="2368499" y="344166"/>
                  </a:lnTo>
                  <a:lnTo>
                    <a:pt x="2333825" y="315436"/>
                  </a:lnTo>
                  <a:lnTo>
                    <a:pt x="2298249" y="287785"/>
                  </a:lnTo>
                  <a:lnTo>
                    <a:pt x="2261795" y="261237"/>
                  </a:lnTo>
                  <a:lnTo>
                    <a:pt x="2224488" y="235819"/>
                  </a:lnTo>
                  <a:lnTo>
                    <a:pt x="2186354" y="211555"/>
                  </a:lnTo>
                  <a:lnTo>
                    <a:pt x="2147418" y="188470"/>
                  </a:lnTo>
                  <a:lnTo>
                    <a:pt x="2107705" y="166590"/>
                  </a:lnTo>
                  <a:lnTo>
                    <a:pt x="2067239" y="145939"/>
                  </a:lnTo>
                  <a:lnTo>
                    <a:pt x="2026047" y="126543"/>
                  </a:lnTo>
                  <a:lnTo>
                    <a:pt x="1984153" y="108426"/>
                  </a:lnTo>
                  <a:lnTo>
                    <a:pt x="1941583" y="91615"/>
                  </a:lnTo>
                  <a:lnTo>
                    <a:pt x="1898361" y="76134"/>
                  </a:lnTo>
                  <a:lnTo>
                    <a:pt x="1854512" y="62007"/>
                  </a:lnTo>
                  <a:lnTo>
                    <a:pt x="1810063" y="49261"/>
                  </a:lnTo>
                  <a:lnTo>
                    <a:pt x="1765037" y="37921"/>
                  </a:lnTo>
                  <a:lnTo>
                    <a:pt x="1719460" y="28011"/>
                  </a:lnTo>
                  <a:lnTo>
                    <a:pt x="1673358" y="19556"/>
                  </a:lnTo>
                  <a:lnTo>
                    <a:pt x="1626754" y="12583"/>
                  </a:lnTo>
                  <a:lnTo>
                    <a:pt x="1579676" y="7115"/>
                  </a:lnTo>
                  <a:lnTo>
                    <a:pt x="1532146" y="3179"/>
                  </a:lnTo>
                  <a:lnTo>
                    <a:pt x="1484192" y="799"/>
                  </a:lnTo>
                  <a:lnTo>
                    <a:pt x="1435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272500" y="6524059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0" y="1435837"/>
                  </a:moveTo>
                  <a:lnTo>
                    <a:pt x="799" y="1387478"/>
                  </a:lnTo>
                  <a:lnTo>
                    <a:pt x="3179" y="1339520"/>
                  </a:lnTo>
                  <a:lnTo>
                    <a:pt x="7115" y="1291986"/>
                  </a:lnTo>
                  <a:lnTo>
                    <a:pt x="12583" y="1244904"/>
                  </a:lnTo>
                  <a:lnTo>
                    <a:pt x="19556" y="1198297"/>
                  </a:lnTo>
                  <a:lnTo>
                    <a:pt x="28011" y="1152191"/>
                  </a:lnTo>
                  <a:lnTo>
                    <a:pt x="37921" y="1106611"/>
                  </a:lnTo>
                  <a:lnTo>
                    <a:pt x="49261" y="1061583"/>
                  </a:lnTo>
                  <a:lnTo>
                    <a:pt x="62007" y="1017130"/>
                  </a:lnTo>
                  <a:lnTo>
                    <a:pt x="76134" y="973279"/>
                  </a:lnTo>
                  <a:lnTo>
                    <a:pt x="91615" y="930054"/>
                  </a:lnTo>
                  <a:lnTo>
                    <a:pt x="108426" y="887481"/>
                  </a:lnTo>
                  <a:lnTo>
                    <a:pt x="126543" y="845585"/>
                  </a:lnTo>
                  <a:lnTo>
                    <a:pt x="145939" y="804390"/>
                  </a:lnTo>
                  <a:lnTo>
                    <a:pt x="166590" y="763923"/>
                  </a:lnTo>
                  <a:lnTo>
                    <a:pt x="188470" y="724208"/>
                  </a:lnTo>
                  <a:lnTo>
                    <a:pt x="211555" y="685270"/>
                  </a:lnTo>
                  <a:lnTo>
                    <a:pt x="235819" y="647134"/>
                  </a:lnTo>
                  <a:lnTo>
                    <a:pt x="261237" y="609826"/>
                  </a:lnTo>
                  <a:lnTo>
                    <a:pt x="287785" y="573370"/>
                  </a:lnTo>
                  <a:lnTo>
                    <a:pt x="315436" y="537792"/>
                  </a:lnTo>
                  <a:lnTo>
                    <a:pt x="344166" y="503117"/>
                  </a:lnTo>
                  <a:lnTo>
                    <a:pt x="373949" y="469370"/>
                  </a:lnTo>
                  <a:lnTo>
                    <a:pt x="404761" y="436577"/>
                  </a:lnTo>
                  <a:lnTo>
                    <a:pt x="436577" y="404761"/>
                  </a:lnTo>
                  <a:lnTo>
                    <a:pt x="469370" y="373949"/>
                  </a:lnTo>
                  <a:lnTo>
                    <a:pt x="503117" y="344166"/>
                  </a:lnTo>
                  <a:lnTo>
                    <a:pt x="537792" y="315436"/>
                  </a:lnTo>
                  <a:lnTo>
                    <a:pt x="573370" y="287785"/>
                  </a:lnTo>
                  <a:lnTo>
                    <a:pt x="609826" y="261237"/>
                  </a:lnTo>
                  <a:lnTo>
                    <a:pt x="647134" y="235819"/>
                  </a:lnTo>
                  <a:lnTo>
                    <a:pt x="685270" y="211555"/>
                  </a:lnTo>
                  <a:lnTo>
                    <a:pt x="724208" y="188470"/>
                  </a:lnTo>
                  <a:lnTo>
                    <a:pt x="763923" y="166590"/>
                  </a:lnTo>
                  <a:lnTo>
                    <a:pt x="804390" y="145939"/>
                  </a:lnTo>
                  <a:lnTo>
                    <a:pt x="845585" y="126543"/>
                  </a:lnTo>
                  <a:lnTo>
                    <a:pt x="887481" y="108426"/>
                  </a:lnTo>
                  <a:lnTo>
                    <a:pt x="930054" y="91615"/>
                  </a:lnTo>
                  <a:lnTo>
                    <a:pt x="973279" y="76134"/>
                  </a:lnTo>
                  <a:lnTo>
                    <a:pt x="1017130" y="62007"/>
                  </a:lnTo>
                  <a:lnTo>
                    <a:pt x="1061583" y="49261"/>
                  </a:lnTo>
                  <a:lnTo>
                    <a:pt x="1106611" y="37921"/>
                  </a:lnTo>
                  <a:lnTo>
                    <a:pt x="1152191" y="28011"/>
                  </a:lnTo>
                  <a:lnTo>
                    <a:pt x="1198297" y="19556"/>
                  </a:lnTo>
                  <a:lnTo>
                    <a:pt x="1244904" y="12583"/>
                  </a:lnTo>
                  <a:lnTo>
                    <a:pt x="1291986" y="7115"/>
                  </a:lnTo>
                  <a:lnTo>
                    <a:pt x="1339520" y="3179"/>
                  </a:lnTo>
                  <a:lnTo>
                    <a:pt x="1387478" y="799"/>
                  </a:lnTo>
                  <a:lnTo>
                    <a:pt x="1435837" y="0"/>
                  </a:lnTo>
                  <a:lnTo>
                    <a:pt x="1484192" y="799"/>
                  </a:lnTo>
                  <a:lnTo>
                    <a:pt x="1532146" y="3179"/>
                  </a:lnTo>
                  <a:lnTo>
                    <a:pt x="1579676" y="7115"/>
                  </a:lnTo>
                  <a:lnTo>
                    <a:pt x="1626754" y="12583"/>
                  </a:lnTo>
                  <a:lnTo>
                    <a:pt x="1673358" y="19556"/>
                  </a:lnTo>
                  <a:lnTo>
                    <a:pt x="1719460" y="28011"/>
                  </a:lnTo>
                  <a:lnTo>
                    <a:pt x="1765037" y="37921"/>
                  </a:lnTo>
                  <a:lnTo>
                    <a:pt x="1810063" y="49261"/>
                  </a:lnTo>
                  <a:lnTo>
                    <a:pt x="1854512" y="62007"/>
                  </a:lnTo>
                  <a:lnTo>
                    <a:pt x="1898361" y="76134"/>
                  </a:lnTo>
                  <a:lnTo>
                    <a:pt x="1941583" y="91615"/>
                  </a:lnTo>
                  <a:lnTo>
                    <a:pt x="1984153" y="108426"/>
                  </a:lnTo>
                  <a:lnTo>
                    <a:pt x="2026047" y="126543"/>
                  </a:lnTo>
                  <a:lnTo>
                    <a:pt x="2067239" y="145939"/>
                  </a:lnTo>
                  <a:lnTo>
                    <a:pt x="2107705" y="166590"/>
                  </a:lnTo>
                  <a:lnTo>
                    <a:pt x="2147418" y="188470"/>
                  </a:lnTo>
                  <a:lnTo>
                    <a:pt x="2186354" y="211555"/>
                  </a:lnTo>
                  <a:lnTo>
                    <a:pt x="2224488" y="235819"/>
                  </a:lnTo>
                  <a:lnTo>
                    <a:pt x="2261795" y="261237"/>
                  </a:lnTo>
                  <a:lnTo>
                    <a:pt x="2298249" y="287785"/>
                  </a:lnTo>
                  <a:lnTo>
                    <a:pt x="2333825" y="315436"/>
                  </a:lnTo>
                  <a:lnTo>
                    <a:pt x="2368499" y="344166"/>
                  </a:lnTo>
                  <a:lnTo>
                    <a:pt x="2402244" y="373949"/>
                  </a:lnTo>
                  <a:lnTo>
                    <a:pt x="2435037" y="404761"/>
                  </a:lnTo>
                  <a:lnTo>
                    <a:pt x="2466851" y="436577"/>
                  </a:lnTo>
                  <a:lnTo>
                    <a:pt x="2497662" y="469370"/>
                  </a:lnTo>
                  <a:lnTo>
                    <a:pt x="2527445" y="503117"/>
                  </a:lnTo>
                  <a:lnTo>
                    <a:pt x="2556174" y="537792"/>
                  </a:lnTo>
                  <a:lnTo>
                    <a:pt x="2583825" y="573370"/>
                  </a:lnTo>
                  <a:lnTo>
                    <a:pt x="2610371" y="609826"/>
                  </a:lnTo>
                  <a:lnTo>
                    <a:pt x="2635789" y="647134"/>
                  </a:lnTo>
                  <a:lnTo>
                    <a:pt x="2660052" y="685270"/>
                  </a:lnTo>
                  <a:lnTo>
                    <a:pt x="2683137" y="724208"/>
                  </a:lnTo>
                  <a:lnTo>
                    <a:pt x="2705016" y="763923"/>
                  </a:lnTo>
                  <a:lnTo>
                    <a:pt x="2725667" y="804390"/>
                  </a:lnTo>
                  <a:lnTo>
                    <a:pt x="2745063" y="845585"/>
                  </a:lnTo>
                  <a:lnTo>
                    <a:pt x="2763179" y="887481"/>
                  </a:lnTo>
                  <a:lnTo>
                    <a:pt x="2779990" y="930054"/>
                  </a:lnTo>
                  <a:lnTo>
                    <a:pt x="2795471" y="973279"/>
                  </a:lnTo>
                  <a:lnTo>
                    <a:pt x="2809597" y="1017130"/>
                  </a:lnTo>
                  <a:lnTo>
                    <a:pt x="2822343" y="1061583"/>
                  </a:lnTo>
                  <a:lnTo>
                    <a:pt x="2833684" y="1106611"/>
                  </a:lnTo>
                  <a:lnTo>
                    <a:pt x="2843594" y="1152191"/>
                  </a:lnTo>
                  <a:lnTo>
                    <a:pt x="2852048" y="1198297"/>
                  </a:lnTo>
                  <a:lnTo>
                    <a:pt x="2859021" y="1244904"/>
                  </a:lnTo>
                  <a:lnTo>
                    <a:pt x="2864489" y="1291986"/>
                  </a:lnTo>
                  <a:lnTo>
                    <a:pt x="2868425" y="1339520"/>
                  </a:lnTo>
                  <a:lnTo>
                    <a:pt x="2870806" y="1387478"/>
                  </a:lnTo>
                  <a:lnTo>
                    <a:pt x="2871605" y="1435837"/>
                  </a:lnTo>
                  <a:lnTo>
                    <a:pt x="2870806" y="1484192"/>
                  </a:lnTo>
                  <a:lnTo>
                    <a:pt x="2868425" y="1532146"/>
                  </a:lnTo>
                  <a:lnTo>
                    <a:pt x="2864489" y="1579676"/>
                  </a:lnTo>
                  <a:lnTo>
                    <a:pt x="2859021" y="1626754"/>
                  </a:lnTo>
                  <a:lnTo>
                    <a:pt x="2852048" y="1673358"/>
                  </a:lnTo>
                  <a:lnTo>
                    <a:pt x="2843594" y="1719460"/>
                  </a:lnTo>
                  <a:lnTo>
                    <a:pt x="2833684" y="1765037"/>
                  </a:lnTo>
                  <a:lnTo>
                    <a:pt x="2822343" y="1810063"/>
                  </a:lnTo>
                  <a:lnTo>
                    <a:pt x="2809597" y="1854512"/>
                  </a:lnTo>
                  <a:lnTo>
                    <a:pt x="2795471" y="1898361"/>
                  </a:lnTo>
                  <a:lnTo>
                    <a:pt x="2779990" y="1941583"/>
                  </a:lnTo>
                  <a:lnTo>
                    <a:pt x="2763179" y="1984153"/>
                  </a:lnTo>
                  <a:lnTo>
                    <a:pt x="2745063" y="2026047"/>
                  </a:lnTo>
                  <a:lnTo>
                    <a:pt x="2725667" y="2067239"/>
                  </a:lnTo>
                  <a:lnTo>
                    <a:pt x="2705016" y="2107705"/>
                  </a:lnTo>
                  <a:lnTo>
                    <a:pt x="2683137" y="2147418"/>
                  </a:lnTo>
                  <a:lnTo>
                    <a:pt x="2660052" y="2186354"/>
                  </a:lnTo>
                  <a:lnTo>
                    <a:pt x="2635789" y="2224488"/>
                  </a:lnTo>
                  <a:lnTo>
                    <a:pt x="2610371" y="2261795"/>
                  </a:lnTo>
                  <a:lnTo>
                    <a:pt x="2583825" y="2298249"/>
                  </a:lnTo>
                  <a:lnTo>
                    <a:pt x="2556174" y="2333825"/>
                  </a:lnTo>
                  <a:lnTo>
                    <a:pt x="2527445" y="2368499"/>
                  </a:lnTo>
                  <a:lnTo>
                    <a:pt x="2497662" y="2402244"/>
                  </a:lnTo>
                  <a:lnTo>
                    <a:pt x="2466851" y="2435037"/>
                  </a:lnTo>
                  <a:lnTo>
                    <a:pt x="2435037" y="2466851"/>
                  </a:lnTo>
                  <a:lnTo>
                    <a:pt x="2402244" y="2497662"/>
                  </a:lnTo>
                  <a:lnTo>
                    <a:pt x="2368499" y="2527445"/>
                  </a:lnTo>
                  <a:lnTo>
                    <a:pt x="2333825" y="2556174"/>
                  </a:lnTo>
                  <a:lnTo>
                    <a:pt x="2298249" y="2583825"/>
                  </a:lnTo>
                  <a:lnTo>
                    <a:pt x="2261795" y="2610371"/>
                  </a:lnTo>
                  <a:lnTo>
                    <a:pt x="2224488" y="2635789"/>
                  </a:lnTo>
                  <a:lnTo>
                    <a:pt x="2186354" y="2660052"/>
                  </a:lnTo>
                  <a:lnTo>
                    <a:pt x="2147418" y="2683137"/>
                  </a:lnTo>
                  <a:lnTo>
                    <a:pt x="2107705" y="2705016"/>
                  </a:lnTo>
                  <a:lnTo>
                    <a:pt x="2067239" y="2725667"/>
                  </a:lnTo>
                  <a:lnTo>
                    <a:pt x="2026047" y="2745063"/>
                  </a:lnTo>
                  <a:lnTo>
                    <a:pt x="1984153" y="2763179"/>
                  </a:lnTo>
                  <a:lnTo>
                    <a:pt x="1941583" y="2779990"/>
                  </a:lnTo>
                  <a:lnTo>
                    <a:pt x="1898361" y="2795471"/>
                  </a:lnTo>
                  <a:lnTo>
                    <a:pt x="1854512" y="2809597"/>
                  </a:lnTo>
                  <a:lnTo>
                    <a:pt x="1810063" y="2822343"/>
                  </a:lnTo>
                  <a:lnTo>
                    <a:pt x="1765037" y="2833684"/>
                  </a:lnTo>
                  <a:lnTo>
                    <a:pt x="1719460" y="2843594"/>
                  </a:lnTo>
                  <a:lnTo>
                    <a:pt x="1673358" y="2852048"/>
                  </a:lnTo>
                  <a:lnTo>
                    <a:pt x="1626754" y="2859021"/>
                  </a:lnTo>
                  <a:lnTo>
                    <a:pt x="1579676" y="2864489"/>
                  </a:lnTo>
                  <a:lnTo>
                    <a:pt x="1532146" y="2868425"/>
                  </a:lnTo>
                  <a:lnTo>
                    <a:pt x="1484192" y="2870806"/>
                  </a:lnTo>
                  <a:lnTo>
                    <a:pt x="1435837" y="2871605"/>
                  </a:lnTo>
                  <a:lnTo>
                    <a:pt x="1387478" y="2870806"/>
                  </a:lnTo>
                  <a:lnTo>
                    <a:pt x="1339520" y="2868425"/>
                  </a:lnTo>
                  <a:lnTo>
                    <a:pt x="1291986" y="2864489"/>
                  </a:lnTo>
                  <a:lnTo>
                    <a:pt x="1244904" y="2859021"/>
                  </a:lnTo>
                  <a:lnTo>
                    <a:pt x="1198297" y="2852048"/>
                  </a:lnTo>
                  <a:lnTo>
                    <a:pt x="1152191" y="2843594"/>
                  </a:lnTo>
                  <a:lnTo>
                    <a:pt x="1106611" y="2833684"/>
                  </a:lnTo>
                  <a:lnTo>
                    <a:pt x="1061583" y="2822343"/>
                  </a:lnTo>
                  <a:lnTo>
                    <a:pt x="1017130" y="2809597"/>
                  </a:lnTo>
                  <a:lnTo>
                    <a:pt x="973279" y="2795471"/>
                  </a:lnTo>
                  <a:lnTo>
                    <a:pt x="930054" y="2779990"/>
                  </a:lnTo>
                  <a:lnTo>
                    <a:pt x="887481" y="2763179"/>
                  </a:lnTo>
                  <a:lnTo>
                    <a:pt x="845585" y="2745063"/>
                  </a:lnTo>
                  <a:lnTo>
                    <a:pt x="804390" y="2725667"/>
                  </a:lnTo>
                  <a:lnTo>
                    <a:pt x="763923" y="2705016"/>
                  </a:lnTo>
                  <a:lnTo>
                    <a:pt x="724208" y="2683137"/>
                  </a:lnTo>
                  <a:lnTo>
                    <a:pt x="685270" y="2660052"/>
                  </a:lnTo>
                  <a:lnTo>
                    <a:pt x="647134" y="2635789"/>
                  </a:lnTo>
                  <a:lnTo>
                    <a:pt x="609826" y="2610371"/>
                  </a:lnTo>
                  <a:lnTo>
                    <a:pt x="573370" y="2583825"/>
                  </a:lnTo>
                  <a:lnTo>
                    <a:pt x="537792" y="2556174"/>
                  </a:lnTo>
                  <a:lnTo>
                    <a:pt x="503117" y="2527445"/>
                  </a:lnTo>
                  <a:lnTo>
                    <a:pt x="469370" y="2497662"/>
                  </a:lnTo>
                  <a:lnTo>
                    <a:pt x="436577" y="2466851"/>
                  </a:lnTo>
                  <a:lnTo>
                    <a:pt x="404761" y="2435037"/>
                  </a:lnTo>
                  <a:lnTo>
                    <a:pt x="373949" y="2402244"/>
                  </a:lnTo>
                  <a:lnTo>
                    <a:pt x="344166" y="2368499"/>
                  </a:lnTo>
                  <a:lnTo>
                    <a:pt x="315436" y="2333825"/>
                  </a:lnTo>
                  <a:lnTo>
                    <a:pt x="287785" y="2298249"/>
                  </a:lnTo>
                  <a:lnTo>
                    <a:pt x="261237" y="2261795"/>
                  </a:lnTo>
                  <a:lnTo>
                    <a:pt x="235819" y="2224488"/>
                  </a:lnTo>
                  <a:lnTo>
                    <a:pt x="211555" y="2186354"/>
                  </a:lnTo>
                  <a:lnTo>
                    <a:pt x="188470" y="2147418"/>
                  </a:lnTo>
                  <a:lnTo>
                    <a:pt x="166590" y="2107705"/>
                  </a:lnTo>
                  <a:lnTo>
                    <a:pt x="145939" y="2067239"/>
                  </a:lnTo>
                  <a:lnTo>
                    <a:pt x="126543" y="2026047"/>
                  </a:lnTo>
                  <a:lnTo>
                    <a:pt x="108426" y="1984153"/>
                  </a:lnTo>
                  <a:lnTo>
                    <a:pt x="91615" y="1941583"/>
                  </a:lnTo>
                  <a:lnTo>
                    <a:pt x="76134" y="1898361"/>
                  </a:lnTo>
                  <a:lnTo>
                    <a:pt x="62007" y="1854512"/>
                  </a:lnTo>
                  <a:lnTo>
                    <a:pt x="49261" y="1810063"/>
                  </a:lnTo>
                  <a:lnTo>
                    <a:pt x="37921" y="1765037"/>
                  </a:lnTo>
                  <a:lnTo>
                    <a:pt x="28011" y="1719460"/>
                  </a:lnTo>
                  <a:lnTo>
                    <a:pt x="19556" y="1673358"/>
                  </a:lnTo>
                  <a:lnTo>
                    <a:pt x="12583" y="1626754"/>
                  </a:lnTo>
                  <a:lnTo>
                    <a:pt x="7115" y="1579676"/>
                  </a:lnTo>
                  <a:lnTo>
                    <a:pt x="3179" y="1532146"/>
                  </a:lnTo>
                  <a:lnTo>
                    <a:pt x="799" y="1484192"/>
                  </a:lnTo>
                  <a:lnTo>
                    <a:pt x="0" y="1435837"/>
                  </a:lnTo>
                  <a:close/>
                </a:path>
              </a:pathLst>
            </a:custGeom>
            <a:ln w="13961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8835591" y="10583836"/>
            <a:ext cx="16764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01145" y="10925989"/>
            <a:ext cx="97472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0"/>
              </a:lnSpc>
            </a:pPr>
            <a:r>
              <a:rPr dirty="0" sz="1650" spc="-165">
                <a:solidFill>
                  <a:srgbClr val="FFFFFF"/>
                </a:solidFill>
                <a:latin typeface="Tahoma"/>
                <a:cs typeface="Tahoma"/>
              </a:rPr>
              <a:t>Tạ</a:t>
            </a:r>
            <a:r>
              <a:rPr dirty="0" sz="165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Tahoma"/>
                <a:cs typeface="Tahoma"/>
              </a:rPr>
              <a:t>Chí</a:t>
            </a:r>
            <a:r>
              <a:rPr dirty="0" sz="165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FFFFFF"/>
                </a:solidFill>
                <a:latin typeface="Tahoma"/>
                <a:cs typeface="Tahoma"/>
              </a:rPr>
              <a:t>Hiếu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01145" y="10661739"/>
            <a:ext cx="437197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THIẾT </a:t>
            </a:r>
            <a:r>
              <a:rPr dirty="0" sz="1650" spc="-110">
                <a:solidFill>
                  <a:srgbClr val="FFFFFF"/>
                </a:solidFill>
                <a:latin typeface="Tahoma"/>
                <a:cs typeface="Tahoma"/>
              </a:rPr>
              <a:t>KẾ</a:t>
            </a:r>
            <a:r>
              <a:rPr dirty="0" sz="165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1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30">
                <a:solidFill>
                  <a:srgbClr val="FFFFFF"/>
                </a:solidFill>
                <a:latin typeface="Tahoma"/>
                <a:cs typeface="Tahoma"/>
              </a:rPr>
              <a:t>VÀ</a:t>
            </a: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45">
                <a:solidFill>
                  <a:srgbClr val="FFFFFF"/>
                </a:solidFill>
                <a:latin typeface="Tahoma"/>
                <a:cs typeface="Tahoma"/>
              </a:rPr>
              <a:t>TRIỂN</a:t>
            </a:r>
            <a:r>
              <a:rPr dirty="0" sz="165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30">
                <a:solidFill>
                  <a:srgbClr val="FFFFFF"/>
                </a:solidFill>
                <a:latin typeface="Tahoma"/>
                <a:cs typeface="Tahoma"/>
              </a:rPr>
              <a:t>KHAI</a:t>
            </a:r>
            <a:r>
              <a:rPr dirty="0" sz="1650" spc="-2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FFFFFF"/>
                </a:solidFill>
                <a:latin typeface="Tahoma"/>
                <a:cs typeface="Tahoma"/>
              </a:rPr>
              <a:t>HỆ</a:t>
            </a:r>
            <a:r>
              <a:rPr dirty="0" sz="165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95">
                <a:solidFill>
                  <a:srgbClr val="FFFFFF"/>
                </a:solidFill>
                <a:latin typeface="Tahoma"/>
                <a:cs typeface="Tahoma"/>
              </a:rPr>
              <a:t>THỐNG</a:t>
            </a:r>
            <a:r>
              <a:rPr dirty="0" sz="165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FFFFFF"/>
                </a:solidFill>
                <a:latin typeface="Tahoma"/>
                <a:cs typeface="Tahoma"/>
              </a:rPr>
              <a:t>PHẦN</a:t>
            </a:r>
            <a:r>
              <a:rPr dirty="0" sz="165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Tahoma"/>
                <a:cs typeface="Tahoma"/>
              </a:rPr>
              <a:t>MỀM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09836" y="6478411"/>
            <a:ext cx="5424170" cy="930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900" spc="-545" b="1">
                <a:latin typeface="Tahoma"/>
                <a:cs typeface="Tahoma"/>
              </a:rPr>
              <a:t>CHƯƠNG</a:t>
            </a:r>
            <a:r>
              <a:rPr dirty="0" sz="5900" spc="-645" b="1">
                <a:latin typeface="Tahoma"/>
                <a:cs typeface="Tahoma"/>
              </a:rPr>
              <a:t> </a:t>
            </a:r>
            <a:r>
              <a:rPr dirty="0" sz="5900" spc="-1010" b="1">
                <a:latin typeface="Tahoma"/>
                <a:cs typeface="Tahoma"/>
              </a:rPr>
              <a:t>III.</a:t>
            </a:r>
            <a:r>
              <a:rPr dirty="0" sz="5900" spc="-670" b="1">
                <a:latin typeface="Tahoma"/>
                <a:cs typeface="Tahoma"/>
              </a:rPr>
              <a:t> </a:t>
            </a:r>
            <a:r>
              <a:rPr dirty="0" sz="5900" spc="-490" b="1">
                <a:latin typeface="Tahoma"/>
                <a:cs typeface="Tahoma"/>
              </a:rPr>
              <a:t>CSS</a:t>
            </a:r>
            <a:endParaRPr sz="59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95175" y="804059"/>
            <a:ext cx="2397760" cy="4782820"/>
            <a:chOff x="1395175" y="804059"/>
            <a:chExt cx="2397760" cy="47828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0445" y="809260"/>
              <a:ext cx="2385895" cy="477179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97793" y="806677"/>
              <a:ext cx="2392680" cy="4777105"/>
            </a:xfrm>
            <a:custGeom>
              <a:avLst/>
              <a:gdLst/>
              <a:ahLst/>
              <a:cxnLst/>
              <a:rect l="l" t="t" r="r" b="b"/>
              <a:pathLst>
                <a:path w="2392679" h="4777105">
                  <a:moveTo>
                    <a:pt x="0" y="4777027"/>
                  </a:moveTo>
                  <a:lnTo>
                    <a:pt x="2392317" y="4777027"/>
                  </a:lnTo>
                  <a:lnTo>
                    <a:pt x="2392317" y="0"/>
                  </a:lnTo>
                  <a:lnTo>
                    <a:pt x="0" y="0"/>
                  </a:lnTo>
                  <a:lnTo>
                    <a:pt x="0" y="4777027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4130240" y="804059"/>
            <a:ext cx="2397760" cy="4782820"/>
            <a:chOff x="4130240" y="804059"/>
            <a:chExt cx="2397760" cy="47828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5441" y="809330"/>
              <a:ext cx="2385895" cy="477172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132858" y="806677"/>
              <a:ext cx="2392680" cy="4777105"/>
            </a:xfrm>
            <a:custGeom>
              <a:avLst/>
              <a:gdLst/>
              <a:ahLst/>
              <a:cxnLst/>
              <a:rect l="l" t="t" r="r" b="b"/>
              <a:pathLst>
                <a:path w="2392679" h="4777105">
                  <a:moveTo>
                    <a:pt x="0" y="4776957"/>
                  </a:moveTo>
                  <a:lnTo>
                    <a:pt x="2392317" y="4776957"/>
                  </a:lnTo>
                  <a:lnTo>
                    <a:pt x="2392317" y="0"/>
                  </a:lnTo>
                  <a:lnTo>
                    <a:pt x="0" y="0"/>
                  </a:lnTo>
                  <a:lnTo>
                    <a:pt x="0" y="4776957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865235" y="803989"/>
            <a:ext cx="2397760" cy="4782820"/>
            <a:chOff x="6865235" y="803989"/>
            <a:chExt cx="2397760" cy="478282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0436" y="809260"/>
              <a:ext cx="2385895" cy="477179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867853" y="806607"/>
              <a:ext cx="2392680" cy="4777105"/>
            </a:xfrm>
            <a:custGeom>
              <a:avLst/>
              <a:gdLst/>
              <a:ahLst/>
              <a:cxnLst/>
              <a:rect l="l" t="t" r="r" b="b"/>
              <a:pathLst>
                <a:path w="2392679" h="4777105">
                  <a:moveTo>
                    <a:pt x="0" y="4777027"/>
                  </a:moveTo>
                  <a:lnTo>
                    <a:pt x="2392317" y="4777027"/>
                  </a:lnTo>
                  <a:lnTo>
                    <a:pt x="2392317" y="0"/>
                  </a:lnTo>
                  <a:lnTo>
                    <a:pt x="0" y="0"/>
                  </a:lnTo>
                  <a:lnTo>
                    <a:pt x="0" y="4777027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9600231" y="804059"/>
            <a:ext cx="2226310" cy="4782820"/>
            <a:chOff x="9600231" y="804059"/>
            <a:chExt cx="2226310" cy="4782820"/>
          </a:xfrm>
        </p:grpSpPr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28519" y="809260"/>
              <a:ext cx="1891923" cy="477172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602848" y="806677"/>
              <a:ext cx="2220595" cy="4777105"/>
            </a:xfrm>
            <a:custGeom>
              <a:avLst/>
              <a:gdLst/>
              <a:ahLst/>
              <a:cxnLst/>
              <a:rect l="l" t="t" r="r" b="b"/>
              <a:pathLst>
                <a:path w="2220595" h="4777105">
                  <a:moveTo>
                    <a:pt x="0" y="4776957"/>
                  </a:moveTo>
                  <a:lnTo>
                    <a:pt x="2220455" y="4776957"/>
                  </a:lnTo>
                  <a:lnTo>
                    <a:pt x="2220455" y="0"/>
                  </a:lnTo>
                  <a:lnTo>
                    <a:pt x="0" y="0"/>
                  </a:lnTo>
                  <a:lnTo>
                    <a:pt x="0" y="4776957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519888" y="5697003"/>
            <a:ext cx="415353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76625" algn="l"/>
              </a:tabLst>
            </a:pPr>
            <a:r>
              <a:rPr dirty="0" sz="2300" spc="-140">
                <a:solidFill>
                  <a:srgbClr val="FF5E8E"/>
                </a:solidFill>
                <a:latin typeface="Tahoma"/>
                <a:cs typeface="Tahoma"/>
              </a:rPr>
              <a:t>WORDS</a:t>
            </a:r>
            <a:r>
              <a:rPr dirty="0" sz="2300" spc="-270">
                <a:solidFill>
                  <a:srgbClr val="FF5E8E"/>
                </a:solidFill>
                <a:latin typeface="Tahoma"/>
                <a:cs typeface="Tahoma"/>
              </a:rPr>
              <a:t> </a:t>
            </a:r>
            <a:r>
              <a:rPr dirty="0" sz="2300" spc="-520">
                <a:solidFill>
                  <a:srgbClr val="FF5E8E"/>
                </a:solidFill>
                <a:latin typeface="Tahoma"/>
                <a:cs typeface="Tahoma"/>
              </a:rPr>
              <a:t>+</a:t>
            </a:r>
            <a:r>
              <a:rPr dirty="0" sz="2300" spc="-270">
                <a:solidFill>
                  <a:srgbClr val="FF5E8E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FF5E8E"/>
                </a:solidFill>
                <a:latin typeface="Tahoma"/>
                <a:cs typeface="Tahoma"/>
              </a:rPr>
              <a:t>IMAGES</a:t>
            </a:r>
            <a:r>
              <a:rPr dirty="0" sz="2300">
                <a:solidFill>
                  <a:srgbClr val="FF5E8E"/>
                </a:solidFill>
                <a:latin typeface="Tahoma"/>
                <a:cs typeface="Tahoma"/>
              </a:rPr>
              <a:t>	</a:t>
            </a:r>
            <a:r>
              <a:rPr dirty="0" sz="2300" spc="-140">
                <a:solidFill>
                  <a:srgbClr val="FF5E8E"/>
                </a:solidFill>
                <a:latin typeface="Tahoma"/>
                <a:cs typeface="Tahoma"/>
              </a:rPr>
              <a:t>HTML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06607" y="5697003"/>
            <a:ext cx="51562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25">
                <a:solidFill>
                  <a:srgbClr val="FF5E8E"/>
                </a:solidFill>
                <a:latin typeface="Tahoma"/>
                <a:cs typeface="Tahoma"/>
              </a:rPr>
              <a:t>CSS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994255" y="5697003"/>
            <a:ext cx="143827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55">
                <a:solidFill>
                  <a:srgbClr val="FF5E8E"/>
                </a:solidFill>
                <a:latin typeface="Tahoma"/>
                <a:cs typeface="Tahoma"/>
              </a:rPr>
              <a:t>JAVASCRIPT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2177883" y="786119"/>
            <a:ext cx="6539230" cy="4800600"/>
            <a:chOff x="12177883" y="786119"/>
            <a:chExt cx="6539230" cy="4800600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83084" y="791320"/>
              <a:ext cx="6528386" cy="478966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2180501" y="788737"/>
              <a:ext cx="6534150" cy="4795520"/>
            </a:xfrm>
            <a:custGeom>
              <a:avLst/>
              <a:gdLst/>
              <a:ahLst/>
              <a:cxnLst/>
              <a:rect l="l" t="t" r="r" b="b"/>
              <a:pathLst>
                <a:path w="6534150" h="4795520">
                  <a:moveTo>
                    <a:pt x="0" y="4794897"/>
                  </a:moveTo>
                  <a:lnTo>
                    <a:pt x="6533622" y="4794897"/>
                  </a:lnTo>
                  <a:lnTo>
                    <a:pt x="6533622" y="0"/>
                  </a:lnTo>
                  <a:lnTo>
                    <a:pt x="0" y="0"/>
                  </a:lnTo>
                  <a:lnTo>
                    <a:pt x="0" y="4794897"/>
                  </a:lnTo>
                  <a:close/>
                </a:path>
              </a:pathLst>
            </a:custGeom>
            <a:ln w="523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4063521" y="5696864"/>
            <a:ext cx="299148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35">
                <a:solidFill>
                  <a:srgbClr val="FF5E8E"/>
                </a:solidFill>
                <a:latin typeface="Tahoma"/>
                <a:cs typeface="Tahoma"/>
              </a:rPr>
              <a:t>FRONTEND</a:t>
            </a:r>
            <a:r>
              <a:rPr dirty="0" sz="2300" spc="-240">
                <a:solidFill>
                  <a:srgbClr val="FF5E8E"/>
                </a:solidFill>
                <a:latin typeface="Tahoma"/>
                <a:cs typeface="Tahoma"/>
              </a:rPr>
              <a:t> </a:t>
            </a:r>
            <a:r>
              <a:rPr dirty="0" sz="2300" spc="-125">
                <a:solidFill>
                  <a:srgbClr val="FF5E8E"/>
                </a:solidFill>
                <a:latin typeface="Tahoma"/>
                <a:cs typeface="Tahoma"/>
              </a:rPr>
              <a:t>FRAMEWORK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340" rIns="0" bIns="0" rtlCol="0" vert="horz">
            <a:spAutoFit/>
          </a:bodyPr>
          <a:lstStyle/>
          <a:p>
            <a:pPr marL="14859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1948564"/>
            <a:ext cx="10168255" cy="234505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775"/>
              </a:spcBef>
              <a:buSzPct val="46153"/>
              <a:buFont typeface="Microsoft Sans Serif"/>
              <a:buChar char="•"/>
              <a:tabLst>
                <a:tab pos="577850" algn="l"/>
              </a:tabLst>
            </a:pPr>
            <a:r>
              <a:rPr dirty="0" sz="2600">
                <a:latin typeface="Arial MT"/>
                <a:cs typeface="Arial MT"/>
              </a:rPr>
              <a:t>Khái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20">
                <a:latin typeface="Microsoft Sans Serif"/>
                <a:cs typeface="Microsoft Sans Serif"/>
              </a:rPr>
              <a:t>niệm:</a:t>
            </a:r>
            <a:endParaRPr sz="26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535"/>
              </a:spcBef>
              <a:buSzPct val="50000"/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90">
                <a:latin typeface="Tahoma"/>
                <a:cs typeface="Tahoma"/>
              </a:rPr>
              <a:t>CSS: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viết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tắt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của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Cascading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Style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Sheets</a:t>
            </a:r>
            <a:endParaRPr sz="24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70"/>
              </a:spcBef>
              <a:buSzPct val="50000"/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85">
                <a:latin typeface="Tahoma"/>
                <a:cs typeface="Tahoma"/>
              </a:rPr>
              <a:t>Là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50">
                <a:latin typeface="Tahoma"/>
                <a:cs typeface="Tahoma"/>
              </a:rPr>
              <a:t>ngôn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175">
                <a:latin typeface="Tahoma"/>
                <a:cs typeface="Tahoma"/>
              </a:rPr>
              <a:t>ngữ</a:t>
            </a:r>
            <a:r>
              <a:rPr dirty="0" sz="2400" spc="-29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được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dùng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để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định</a:t>
            </a:r>
            <a:r>
              <a:rPr dirty="0" sz="2400" spc="-295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dạng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kiểu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hiển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thị</a:t>
            </a:r>
            <a:r>
              <a:rPr dirty="0" sz="2400" spc="-29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cho</a:t>
            </a:r>
            <a:r>
              <a:rPr dirty="0" sz="2400" spc="-29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các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phần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tử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HTML.</a:t>
            </a:r>
            <a:endParaRPr sz="2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1575"/>
              </a:spcBef>
              <a:buFont typeface="Microsoft Sans Serif"/>
              <a:buChar char="•"/>
              <a:tabLst>
                <a:tab pos="641985" algn="l"/>
              </a:tabLst>
            </a:pPr>
            <a:r>
              <a:rPr dirty="0" sz="2600">
                <a:latin typeface="Arial MT"/>
                <a:cs typeface="Arial MT"/>
              </a:rPr>
              <a:t>Cú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pháp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04182" y="6084342"/>
            <a:ext cx="5327015" cy="1684020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537845" indent="-525145">
              <a:lnSpc>
                <a:spcPct val="100000"/>
              </a:lnSpc>
              <a:spcBef>
                <a:spcPts val="1570"/>
              </a:spcBef>
              <a:buFont typeface="Microsoft Sans Serif"/>
              <a:buChar char="•"/>
              <a:tabLst>
                <a:tab pos="537845" algn="l"/>
              </a:tabLst>
            </a:pPr>
            <a:r>
              <a:rPr dirty="0" sz="2400" spc="-80">
                <a:latin typeface="Tahoma"/>
                <a:cs typeface="Tahoma"/>
              </a:rPr>
              <a:t>selector: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Được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gọi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là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bộ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chọn.</a:t>
            </a:r>
            <a:endParaRPr sz="2400">
              <a:latin typeface="Tahoma"/>
              <a:cs typeface="Tahoma"/>
            </a:endParaRPr>
          </a:p>
          <a:p>
            <a:pPr marL="537845" indent="-525145">
              <a:lnSpc>
                <a:spcPct val="100000"/>
              </a:lnSpc>
              <a:spcBef>
                <a:spcPts val="1470"/>
              </a:spcBef>
              <a:buFont typeface="Microsoft Sans Serif"/>
              <a:buChar char="•"/>
              <a:tabLst>
                <a:tab pos="537845" algn="l"/>
              </a:tabLst>
            </a:pPr>
            <a:r>
              <a:rPr dirty="0" sz="2400" spc="-140">
                <a:latin typeface="Tahoma"/>
                <a:cs typeface="Tahoma"/>
              </a:rPr>
              <a:t>property: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Được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gọi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là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thuộc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tính.</a:t>
            </a:r>
            <a:endParaRPr sz="2400">
              <a:latin typeface="Tahoma"/>
              <a:cs typeface="Tahoma"/>
            </a:endParaRPr>
          </a:p>
          <a:p>
            <a:pPr marL="537845" indent="-52514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537845" algn="l"/>
              </a:tabLst>
            </a:pPr>
            <a:r>
              <a:rPr dirty="0" sz="2400" spc="-130">
                <a:latin typeface="Tahoma"/>
                <a:cs typeface="Tahoma"/>
              </a:rPr>
              <a:t>value: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Được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gọi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là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giá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trị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của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thuộc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tính.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97427" y="4550228"/>
            <a:ext cx="4709795" cy="2458720"/>
          </a:xfrm>
          <a:prstGeom prst="rect">
            <a:avLst/>
          </a:prstGeom>
          <a:solidFill>
            <a:srgbClr val="FCEADA"/>
          </a:solidFill>
        </p:spPr>
        <p:txBody>
          <a:bodyPr wrap="square" lIns="0" tIns="341630" rIns="0" bIns="0" rtlCol="0" vert="horz">
            <a:spAutoFit/>
          </a:bodyPr>
          <a:lstStyle/>
          <a:p>
            <a:pPr marL="508634">
              <a:lnSpc>
                <a:spcPct val="100000"/>
              </a:lnSpc>
              <a:spcBef>
                <a:spcPts val="2690"/>
              </a:spcBef>
            </a:pPr>
            <a:r>
              <a:rPr dirty="0" sz="3050" spc="-75">
                <a:latin typeface="Tahoma"/>
                <a:cs typeface="Tahoma"/>
              </a:rPr>
              <a:t>selector</a:t>
            </a:r>
            <a:r>
              <a:rPr dirty="0" sz="3050" spc="-360">
                <a:latin typeface="Tahoma"/>
                <a:cs typeface="Tahoma"/>
              </a:rPr>
              <a:t> </a:t>
            </a:r>
            <a:r>
              <a:rPr dirty="0" sz="3050" spc="-695">
                <a:latin typeface="Tahoma"/>
                <a:cs typeface="Tahoma"/>
              </a:rPr>
              <a:t>{</a:t>
            </a:r>
            <a:endParaRPr sz="3050">
              <a:latin typeface="Tahoma"/>
              <a:cs typeface="Tahoma"/>
            </a:endParaRPr>
          </a:p>
          <a:p>
            <a:pPr marL="1094740">
              <a:lnSpc>
                <a:spcPct val="100000"/>
              </a:lnSpc>
              <a:spcBef>
                <a:spcPts val="1880"/>
              </a:spcBef>
            </a:pPr>
            <a:r>
              <a:rPr dirty="0" sz="3050" spc="-165">
                <a:latin typeface="Tahoma"/>
                <a:cs typeface="Tahoma"/>
              </a:rPr>
              <a:t>property:</a:t>
            </a:r>
            <a:r>
              <a:rPr dirty="0" sz="3050" spc="-305">
                <a:latin typeface="Tahoma"/>
                <a:cs typeface="Tahoma"/>
              </a:rPr>
              <a:t> </a:t>
            </a:r>
            <a:r>
              <a:rPr dirty="0" sz="3050" spc="-10">
                <a:latin typeface="Tahoma"/>
                <a:cs typeface="Tahoma"/>
              </a:rPr>
              <a:t>value;</a:t>
            </a:r>
            <a:endParaRPr sz="3050">
              <a:latin typeface="Tahoma"/>
              <a:cs typeface="Tahoma"/>
            </a:endParaRPr>
          </a:p>
          <a:p>
            <a:pPr marL="508634">
              <a:lnSpc>
                <a:spcPct val="100000"/>
              </a:lnSpc>
              <a:spcBef>
                <a:spcPts val="1880"/>
              </a:spcBef>
            </a:pPr>
            <a:r>
              <a:rPr dirty="0" sz="3050" spc="-695">
                <a:latin typeface="Tahoma"/>
                <a:cs typeface="Tahoma"/>
              </a:rPr>
              <a:t>}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1948564"/>
            <a:ext cx="11523345" cy="511619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775"/>
              </a:spcBef>
              <a:buSzPct val="46153"/>
              <a:buChar char="•"/>
              <a:tabLst>
                <a:tab pos="577850" algn="l"/>
              </a:tabLst>
            </a:pPr>
            <a:r>
              <a:rPr dirty="0" sz="2600">
                <a:latin typeface="Microsoft Sans Serif"/>
                <a:cs typeface="Microsoft Sans Serif"/>
              </a:rPr>
              <a:t>Bộ</a:t>
            </a:r>
            <a:r>
              <a:rPr dirty="0" sz="2600" spc="7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chọn:</a:t>
            </a:r>
            <a:endParaRPr sz="26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535"/>
              </a:spcBef>
              <a:buSzPct val="50000"/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90">
                <a:latin typeface="Tahoma"/>
                <a:cs typeface="Tahoma"/>
              </a:rPr>
              <a:t>Bộ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40">
                <a:latin typeface="Tahoma"/>
                <a:cs typeface="Tahoma"/>
              </a:rPr>
              <a:t>CSS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(các)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phần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tử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60">
                <a:latin typeface="Tahoma"/>
                <a:cs typeface="Tahoma"/>
              </a:rPr>
              <a:t>HTML</a:t>
            </a:r>
            <a:r>
              <a:rPr dirty="0" sz="2400" spc="-290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mà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bạn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muốn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tạo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kiểu.</a:t>
            </a:r>
            <a:endParaRPr sz="24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70"/>
              </a:spcBef>
              <a:buSzPct val="50000"/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100">
                <a:latin typeface="Tahoma"/>
                <a:cs typeface="Tahoma"/>
              </a:rPr>
              <a:t>Ví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50">
                <a:latin typeface="Tahoma"/>
                <a:cs typeface="Tahoma"/>
              </a:rPr>
              <a:t>dụ: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Các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thẻ</a:t>
            </a:r>
            <a:r>
              <a:rPr dirty="0" sz="2400" spc="-280">
                <a:latin typeface="Tahoma"/>
                <a:cs typeface="Tahoma"/>
              </a:rPr>
              <a:t> &lt;h1&gt;,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310">
                <a:latin typeface="Tahoma"/>
                <a:cs typeface="Tahoma"/>
              </a:rPr>
              <a:t>&lt;p&gt;,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70">
                <a:latin typeface="Tahoma"/>
                <a:cs typeface="Tahoma"/>
              </a:rPr>
              <a:t>&lt;table&gt;,...</a:t>
            </a:r>
            <a:r>
              <a:rPr dirty="0" sz="2400" spc="-300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thì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viết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trong</a:t>
            </a:r>
            <a:r>
              <a:rPr dirty="0" sz="2400" spc="-2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css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55">
                <a:latin typeface="Tahoma"/>
                <a:cs typeface="Tahoma"/>
              </a:rPr>
              <a:t>sẽ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40">
                <a:latin typeface="Tahoma"/>
                <a:cs typeface="Tahoma"/>
              </a:rPr>
              <a:t>chỉ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lấy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tên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thẻ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là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h1,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p,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table</a:t>
            </a:r>
            <a:endParaRPr sz="2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1575"/>
              </a:spcBef>
              <a:buChar char="•"/>
              <a:tabLst>
                <a:tab pos="641985" algn="l"/>
              </a:tabLst>
            </a:pPr>
            <a:r>
              <a:rPr dirty="0" sz="2600">
                <a:latin typeface="Microsoft Sans Serif"/>
                <a:cs typeface="Microsoft Sans Serif"/>
              </a:rPr>
              <a:t>Phân</a:t>
            </a:r>
            <a:r>
              <a:rPr dirty="0" sz="2600" spc="9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loại:</a:t>
            </a:r>
            <a:endParaRPr sz="26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530"/>
              </a:spcBef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70">
                <a:latin typeface="Tahoma"/>
                <a:cs typeface="Tahoma"/>
              </a:rPr>
              <a:t>Simple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selectors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(Bộ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đơn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giản)</a:t>
            </a:r>
            <a:endParaRPr sz="24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90">
                <a:latin typeface="Tahoma"/>
                <a:cs typeface="Tahoma"/>
              </a:rPr>
              <a:t>Combinator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selectors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(Bộ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tổ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hợp)</a:t>
            </a:r>
            <a:endParaRPr sz="24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70"/>
              </a:spcBef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100">
                <a:latin typeface="Tahoma"/>
                <a:cs typeface="Tahoma"/>
              </a:rPr>
              <a:t>Pseudo-</a:t>
            </a:r>
            <a:r>
              <a:rPr dirty="0" sz="2400" spc="-10">
                <a:latin typeface="Tahoma"/>
                <a:cs typeface="Tahoma"/>
              </a:rPr>
              <a:t>class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selectors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(Bộ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lớp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giả)</a:t>
            </a:r>
            <a:endParaRPr sz="24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100">
                <a:latin typeface="Tahoma"/>
                <a:cs typeface="Tahoma"/>
              </a:rPr>
              <a:t>Pseudo-</a:t>
            </a:r>
            <a:r>
              <a:rPr dirty="0" sz="2400" spc="-80">
                <a:latin typeface="Tahoma"/>
                <a:cs typeface="Tahoma"/>
              </a:rPr>
              <a:t>elements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selectors</a:t>
            </a:r>
            <a:r>
              <a:rPr dirty="0" sz="2400" spc="-245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(Bộ</a:t>
            </a:r>
            <a:r>
              <a:rPr dirty="0" sz="2400" spc="-25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5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phần</a:t>
            </a:r>
            <a:r>
              <a:rPr dirty="0" sz="2400" spc="-26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tử</a:t>
            </a:r>
            <a:r>
              <a:rPr dirty="0" sz="2400" spc="-24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giả)</a:t>
            </a:r>
            <a:endParaRPr sz="24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100">
                <a:latin typeface="Tahoma"/>
                <a:cs typeface="Tahoma"/>
              </a:rPr>
              <a:t>Attribute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selectors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(Bộ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chọn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thuộc</a:t>
            </a:r>
            <a:r>
              <a:rPr dirty="0" sz="2400" spc="-2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tính)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72707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336827"/>
            <a:ext cx="4009390" cy="528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SzPct val="36363"/>
              <a:buChar char="•"/>
              <a:tabLst>
                <a:tab pos="577850" algn="l"/>
              </a:tabLst>
            </a:pPr>
            <a:r>
              <a:rPr dirty="0" sz="3300">
                <a:latin typeface="Microsoft Sans Serif"/>
                <a:cs typeface="Microsoft Sans Serif"/>
              </a:rPr>
              <a:t>Bộ</a:t>
            </a:r>
            <a:r>
              <a:rPr dirty="0" sz="3300" spc="-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chọn</a:t>
            </a:r>
            <a:r>
              <a:rPr dirty="0" sz="3300" spc="-5">
                <a:latin typeface="Microsoft Sans Serif"/>
                <a:cs typeface="Microsoft Sans Serif"/>
              </a:rPr>
              <a:t> </a:t>
            </a:r>
            <a:r>
              <a:rPr dirty="0" sz="3300" spc="85">
                <a:latin typeface="Microsoft Sans Serif"/>
                <a:cs typeface="Microsoft Sans Serif"/>
              </a:rPr>
              <a:t>đơn</a:t>
            </a:r>
            <a:r>
              <a:rPr dirty="0" sz="3300" spc="-5">
                <a:latin typeface="Microsoft Sans Serif"/>
                <a:cs typeface="Microsoft Sans Serif"/>
              </a:rPr>
              <a:t> </a:t>
            </a:r>
            <a:r>
              <a:rPr dirty="0" sz="3300" spc="-10">
                <a:latin typeface="Microsoft Sans Serif"/>
                <a:cs typeface="Microsoft Sans Serif"/>
              </a:rPr>
              <a:t>giản:</a:t>
            </a:r>
            <a:endParaRPr sz="33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50605" y="3331421"/>
            <a:ext cx="15092680" cy="38328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771515">
              <a:lnSpc>
                <a:spcPct val="101499"/>
              </a:lnSpc>
              <a:spcBef>
                <a:spcPts val="90"/>
              </a:spcBef>
            </a:pPr>
            <a:r>
              <a:rPr dirty="0" sz="1950">
                <a:latin typeface="Microsoft Sans Serif"/>
                <a:cs typeface="Microsoft Sans Serif"/>
              </a:rPr>
              <a:t>Bộ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chọn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 b="1">
                <a:latin typeface="Arial"/>
                <a:cs typeface="Arial"/>
              </a:rPr>
              <a:t>element</a:t>
            </a:r>
            <a:r>
              <a:rPr dirty="0" sz="1950" spc="40" b="1">
                <a:latin typeface="Arial"/>
                <a:cs typeface="Arial"/>
              </a:rPr>
              <a:t> </a:t>
            </a:r>
            <a:r>
              <a:rPr dirty="0" sz="1950">
                <a:latin typeface="Arial MT"/>
                <a:cs typeface="Arial MT"/>
              </a:rPr>
              <a:t>(element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selector):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chọn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các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tử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HTML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 spc="80">
                <a:latin typeface="Microsoft Sans Serif"/>
                <a:cs typeface="Microsoft Sans Serif"/>
              </a:rPr>
              <a:t>dựa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trên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tên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55">
                <a:latin typeface="Microsoft Sans Serif"/>
                <a:cs typeface="Microsoft Sans Serif"/>
              </a:rPr>
              <a:t> tử</a:t>
            </a:r>
            <a:r>
              <a:rPr dirty="0" sz="1950" spc="55">
                <a:latin typeface="Arial MT"/>
                <a:cs typeface="Arial MT"/>
              </a:rPr>
              <a:t>. </a:t>
            </a:r>
            <a:r>
              <a:rPr dirty="0" sz="1950">
                <a:latin typeface="Arial MT"/>
                <a:cs typeface="Arial MT"/>
              </a:rPr>
              <a:t>p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 spc="-50">
                <a:latin typeface="Arial MT"/>
                <a:cs typeface="Arial MT"/>
              </a:rPr>
              <a:t>{</a:t>
            </a:r>
            <a:endParaRPr sz="1950">
              <a:latin typeface="Arial MT"/>
              <a:cs typeface="Arial MT"/>
            </a:endParaRPr>
          </a:p>
          <a:p>
            <a:pPr marL="1520190" marR="11637010">
              <a:lnSpc>
                <a:spcPct val="101499"/>
              </a:lnSpc>
            </a:pPr>
            <a:r>
              <a:rPr dirty="0" sz="1950">
                <a:latin typeface="Arial MT"/>
                <a:cs typeface="Arial MT"/>
              </a:rPr>
              <a:t>text-align: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center; </a:t>
            </a:r>
            <a:r>
              <a:rPr dirty="0" sz="1950">
                <a:latin typeface="Arial MT"/>
                <a:cs typeface="Arial MT"/>
              </a:rPr>
              <a:t>color: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red;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spc="-50">
                <a:latin typeface="Arial MT"/>
                <a:cs typeface="Arial MT"/>
              </a:rPr>
              <a:t>}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1499"/>
              </a:lnSpc>
            </a:pPr>
            <a:r>
              <a:rPr dirty="0" sz="1950">
                <a:latin typeface="Microsoft Sans Serif"/>
                <a:cs typeface="Microsoft Sans Serif"/>
              </a:rPr>
              <a:t>Bộ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chọn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b="1">
                <a:latin typeface="Arial"/>
                <a:cs typeface="Arial"/>
              </a:rPr>
              <a:t>id</a:t>
            </a:r>
            <a:r>
              <a:rPr dirty="0" sz="1950" spc="30" b="1">
                <a:latin typeface="Arial"/>
                <a:cs typeface="Arial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(id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selector):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Sử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dụng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thuộc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tính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id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(identifier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Arial MT"/>
                <a:cs typeface="Arial MT"/>
              </a:rPr>
              <a:t>-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định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danh)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của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một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tử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HTML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để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chọn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một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tử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cụ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thể.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80">
                <a:latin typeface="Microsoft Sans Serif"/>
                <a:cs typeface="Microsoft Sans Serif"/>
              </a:rPr>
              <a:t>Lưu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ý: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Tên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id </a:t>
            </a:r>
            <a:r>
              <a:rPr dirty="0" sz="1950">
                <a:latin typeface="Microsoft Sans Serif"/>
                <a:cs typeface="Microsoft Sans Serif"/>
              </a:rPr>
              <a:t>không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được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bắt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đầu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bằng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số.</a:t>
            </a: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Arial MT"/>
                <a:cs typeface="Arial MT"/>
              </a:rPr>
              <a:t>#title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 spc="-50">
                <a:latin typeface="Arial MT"/>
                <a:cs typeface="Arial MT"/>
              </a:rPr>
              <a:t>{</a:t>
            </a:r>
            <a:endParaRPr sz="1950">
              <a:latin typeface="Arial MT"/>
              <a:cs typeface="Arial MT"/>
            </a:endParaRPr>
          </a:p>
          <a:p>
            <a:pPr marL="1520190" marR="11636375">
              <a:lnSpc>
                <a:spcPct val="101499"/>
              </a:lnSpc>
            </a:pPr>
            <a:r>
              <a:rPr dirty="0" sz="1950">
                <a:latin typeface="Arial MT"/>
                <a:cs typeface="Arial MT"/>
              </a:rPr>
              <a:t>text-align: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center; </a:t>
            </a:r>
            <a:r>
              <a:rPr dirty="0" sz="1950">
                <a:latin typeface="Arial MT"/>
                <a:cs typeface="Arial MT"/>
              </a:rPr>
              <a:t>color: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red;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950" spc="-50">
                <a:latin typeface="Arial MT"/>
                <a:cs typeface="Arial MT"/>
              </a:rPr>
              <a:t>}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50605" y="8055605"/>
            <a:ext cx="15464790" cy="1533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>
                <a:latin typeface="Microsoft Sans Serif"/>
                <a:cs typeface="Microsoft Sans Serif"/>
              </a:rPr>
              <a:t>Bộ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chọn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 b="1">
                <a:latin typeface="Arial"/>
                <a:cs typeface="Arial"/>
              </a:rPr>
              <a:t>class</a:t>
            </a:r>
            <a:r>
              <a:rPr dirty="0" sz="1950" spc="40" b="1">
                <a:latin typeface="Arial"/>
                <a:cs typeface="Arial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(class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selector):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chọn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các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thành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HTML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60">
                <a:latin typeface="Microsoft Sans Serif"/>
                <a:cs typeface="Microsoft Sans Serif"/>
              </a:rPr>
              <a:t>với </a:t>
            </a:r>
            <a:r>
              <a:rPr dirty="0" sz="1950">
                <a:latin typeface="Microsoft Sans Serif"/>
                <a:cs typeface="Microsoft Sans Serif"/>
              </a:rPr>
              <a:t>một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thuộc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tính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class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cụ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thể.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 spc="80">
                <a:latin typeface="Microsoft Sans Serif"/>
                <a:cs typeface="Microsoft Sans Serif"/>
              </a:rPr>
              <a:t>Lưu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ý: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Tên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class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không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được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bắt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đầu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bằng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số.</a:t>
            </a: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Arial MT"/>
                <a:cs typeface="Arial MT"/>
              </a:rPr>
              <a:t>.title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 spc="-50">
                <a:latin typeface="Arial MT"/>
                <a:cs typeface="Arial MT"/>
              </a:rPr>
              <a:t>{</a:t>
            </a:r>
            <a:endParaRPr sz="1950">
              <a:latin typeface="Arial MT"/>
              <a:cs typeface="Arial MT"/>
            </a:endParaRPr>
          </a:p>
          <a:p>
            <a:pPr marL="1520190" marR="12009120">
              <a:lnSpc>
                <a:spcPct val="101499"/>
              </a:lnSpc>
            </a:pPr>
            <a:r>
              <a:rPr dirty="0" sz="1950">
                <a:latin typeface="Arial MT"/>
                <a:cs typeface="Arial MT"/>
              </a:rPr>
              <a:t>text-align: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center; </a:t>
            </a:r>
            <a:r>
              <a:rPr dirty="0" sz="1950">
                <a:latin typeface="Arial MT"/>
                <a:cs typeface="Arial MT"/>
              </a:rPr>
              <a:t>color: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red;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spc="-50">
                <a:latin typeface="Arial MT"/>
                <a:cs typeface="Arial MT"/>
              </a:rPr>
              <a:t>}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55943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247196"/>
            <a:ext cx="18397220" cy="5217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4"/>
              </a:spcBef>
              <a:buSzPct val="40677"/>
              <a:buChar char="•"/>
              <a:tabLst>
                <a:tab pos="577850" algn="l"/>
              </a:tabLst>
            </a:pPr>
            <a:r>
              <a:rPr dirty="0" sz="2950">
                <a:latin typeface="Microsoft Sans Serif"/>
                <a:cs typeface="Microsoft Sans Serif"/>
              </a:rPr>
              <a:t>Bộ</a:t>
            </a:r>
            <a:r>
              <a:rPr dirty="0" sz="2950" spc="3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chọn</a:t>
            </a:r>
            <a:r>
              <a:rPr dirty="0" sz="2950" spc="35">
                <a:latin typeface="Microsoft Sans Serif"/>
                <a:cs typeface="Microsoft Sans Serif"/>
              </a:rPr>
              <a:t> </a:t>
            </a:r>
            <a:r>
              <a:rPr dirty="0" sz="2950" spc="90">
                <a:latin typeface="Microsoft Sans Serif"/>
                <a:cs typeface="Microsoft Sans Serif"/>
              </a:rPr>
              <a:t>đơn</a:t>
            </a:r>
            <a:r>
              <a:rPr dirty="0" sz="2950" spc="25">
                <a:latin typeface="Microsoft Sans Serif"/>
                <a:cs typeface="Microsoft Sans Serif"/>
              </a:rPr>
              <a:t> </a:t>
            </a:r>
            <a:r>
              <a:rPr dirty="0" sz="2950" spc="-10">
                <a:latin typeface="Microsoft Sans Serif"/>
                <a:cs typeface="Microsoft Sans Serif"/>
              </a:rPr>
              <a:t>giản:</a:t>
            </a:r>
            <a:endParaRPr sz="2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950">
              <a:latin typeface="Microsoft Sans Serif"/>
              <a:cs typeface="Microsoft Sans Serif"/>
            </a:endParaRPr>
          </a:p>
          <a:p>
            <a:pPr marL="3053080">
              <a:lnSpc>
                <a:spcPct val="100000"/>
              </a:lnSpc>
            </a:pPr>
            <a:r>
              <a:rPr dirty="0" sz="2300">
                <a:latin typeface="Microsoft Sans Serif"/>
                <a:cs typeface="Microsoft Sans Serif"/>
              </a:rPr>
              <a:t>Bộ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chọn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Arial MT"/>
                <a:cs typeface="Arial MT"/>
              </a:rPr>
              <a:t>chung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(universal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selector):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chọn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tất cả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Arial MT"/>
                <a:cs typeface="Arial MT"/>
              </a:rPr>
              <a:t>các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thành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phần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Arial MT"/>
                <a:cs typeface="Arial MT"/>
              </a:rPr>
              <a:t>HTML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trên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trang.</a:t>
            </a:r>
            <a:endParaRPr sz="2300">
              <a:latin typeface="Arial MT"/>
              <a:cs typeface="Arial MT"/>
            </a:endParaRPr>
          </a:p>
          <a:p>
            <a:pPr marL="3053080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*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{</a:t>
            </a:r>
            <a:endParaRPr sz="2300">
              <a:latin typeface="Arial MT"/>
              <a:cs typeface="Arial MT"/>
            </a:endParaRPr>
          </a:p>
          <a:p>
            <a:pPr marL="4560570" marR="11577320">
              <a:lnSpc>
                <a:spcPct val="100400"/>
              </a:lnSpc>
            </a:pPr>
            <a:r>
              <a:rPr dirty="0" sz="2300" spc="-10">
                <a:latin typeface="Arial MT"/>
                <a:cs typeface="Arial MT"/>
              </a:rPr>
              <a:t>text-</a:t>
            </a:r>
            <a:r>
              <a:rPr dirty="0" sz="2300">
                <a:latin typeface="Arial MT"/>
                <a:cs typeface="Arial MT"/>
              </a:rPr>
              <a:t>align: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center; </a:t>
            </a:r>
            <a:r>
              <a:rPr dirty="0" sz="2300">
                <a:latin typeface="Arial MT"/>
                <a:cs typeface="Arial MT"/>
              </a:rPr>
              <a:t>color: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red;</a:t>
            </a:r>
            <a:endParaRPr sz="2300">
              <a:latin typeface="Arial MT"/>
              <a:cs typeface="Arial MT"/>
            </a:endParaRPr>
          </a:p>
          <a:p>
            <a:pPr marL="3053080">
              <a:lnSpc>
                <a:spcPct val="100000"/>
              </a:lnSpc>
              <a:spcBef>
                <a:spcPts val="10"/>
              </a:spcBef>
            </a:pPr>
            <a:r>
              <a:rPr dirty="0" sz="2300" spc="-5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  <a:p>
            <a:pPr marL="3053080">
              <a:lnSpc>
                <a:spcPct val="100000"/>
              </a:lnSpc>
              <a:spcBef>
                <a:spcPts val="2520"/>
              </a:spcBef>
            </a:pPr>
            <a:r>
              <a:rPr dirty="0" sz="2300">
                <a:latin typeface="Microsoft Sans Serif"/>
                <a:cs typeface="Microsoft Sans Serif"/>
              </a:rPr>
              <a:t>Bộ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chọn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nhóm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(grouping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selector):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Bộ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chọn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nhóm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chọn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tất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cả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các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element,</a:t>
            </a:r>
            <a:r>
              <a:rPr dirty="0" sz="2300" spc="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id,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class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có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cùng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thuộc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tính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và</a:t>
            </a:r>
            <a:r>
              <a:rPr dirty="0" sz="2300" spc="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giá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trị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thuộc</a:t>
            </a:r>
            <a:endParaRPr sz="2300">
              <a:latin typeface="Microsoft Sans Serif"/>
              <a:cs typeface="Microsoft Sans Serif"/>
            </a:endParaRPr>
          </a:p>
          <a:p>
            <a:pPr marL="3053080">
              <a:lnSpc>
                <a:spcPct val="100000"/>
              </a:lnSpc>
              <a:spcBef>
                <a:spcPts val="10"/>
              </a:spcBef>
            </a:pPr>
            <a:r>
              <a:rPr dirty="0" sz="2300" spc="-10">
                <a:latin typeface="Arial MT"/>
                <a:cs typeface="Arial MT"/>
              </a:rPr>
              <a:t>tính.</a:t>
            </a:r>
            <a:endParaRPr sz="2300">
              <a:latin typeface="Arial MT"/>
              <a:cs typeface="Arial MT"/>
            </a:endParaRPr>
          </a:p>
          <a:p>
            <a:pPr marL="3053080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h1,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h2, p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{</a:t>
            </a:r>
            <a:endParaRPr sz="2300">
              <a:latin typeface="Arial MT"/>
              <a:cs typeface="Arial MT"/>
            </a:endParaRPr>
          </a:p>
          <a:p>
            <a:pPr marL="4560570" marR="11577320">
              <a:lnSpc>
                <a:spcPct val="100400"/>
              </a:lnSpc>
            </a:pPr>
            <a:r>
              <a:rPr dirty="0" sz="2300" spc="-10">
                <a:latin typeface="Arial MT"/>
                <a:cs typeface="Arial MT"/>
              </a:rPr>
              <a:t>text-</a:t>
            </a:r>
            <a:r>
              <a:rPr dirty="0" sz="2300">
                <a:latin typeface="Arial MT"/>
                <a:cs typeface="Arial MT"/>
              </a:rPr>
              <a:t>align: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center; </a:t>
            </a:r>
            <a:r>
              <a:rPr dirty="0" sz="2300">
                <a:latin typeface="Arial MT"/>
                <a:cs typeface="Arial MT"/>
              </a:rPr>
              <a:t>color: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red;</a:t>
            </a:r>
            <a:endParaRPr sz="2300">
              <a:latin typeface="Arial MT"/>
              <a:cs typeface="Arial MT"/>
            </a:endParaRPr>
          </a:p>
          <a:p>
            <a:pPr marL="3053080">
              <a:lnSpc>
                <a:spcPct val="100000"/>
              </a:lnSpc>
              <a:spcBef>
                <a:spcPts val="10"/>
              </a:spcBef>
            </a:pPr>
            <a:r>
              <a:rPr dirty="0" sz="2300" spc="-5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000688"/>
            <a:ext cx="13127990" cy="7397750"/>
          </a:xfrm>
          <a:prstGeom prst="rect">
            <a:avLst/>
          </a:prstGeom>
        </p:spPr>
        <p:txBody>
          <a:bodyPr wrap="square" lIns="0" tIns="26162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060"/>
              </a:spcBef>
              <a:buSzPct val="40677"/>
              <a:buFont typeface="Microsoft Sans Serif"/>
              <a:buChar char="•"/>
              <a:tabLst>
                <a:tab pos="577850" algn="l"/>
              </a:tabLst>
            </a:pPr>
            <a:r>
              <a:rPr dirty="0" sz="2950">
                <a:latin typeface="Arial MT"/>
                <a:cs typeface="Arial MT"/>
              </a:rPr>
              <a:t>Các</a:t>
            </a:r>
            <a:r>
              <a:rPr dirty="0" sz="2950" spc="-15">
                <a:latin typeface="Arial MT"/>
                <a:cs typeface="Arial MT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kiểu</a:t>
            </a:r>
            <a:r>
              <a:rPr dirty="0" sz="2950" spc="30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chèn</a:t>
            </a:r>
            <a:r>
              <a:rPr dirty="0" sz="2950" spc="2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(nhúng)</a:t>
            </a:r>
            <a:r>
              <a:rPr dirty="0" sz="2950" spc="25">
                <a:latin typeface="Microsoft Sans Serif"/>
                <a:cs typeface="Microsoft Sans Serif"/>
              </a:rPr>
              <a:t> </a:t>
            </a:r>
            <a:r>
              <a:rPr dirty="0" sz="2950" spc="-20">
                <a:latin typeface="Microsoft Sans Serif"/>
                <a:cs typeface="Microsoft Sans Serif"/>
              </a:rPr>
              <a:t>CSS:</a:t>
            </a:r>
            <a:endParaRPr sz="295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605"/>
              </a:spcBef>
              <a:buSzPct val="50000"/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110">
                <a:latin typeface="Tahoma"/>
                <a:cs typeface="Tahoma"/>
              </a:rPr>
              <a:t>Inline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CSS:</a:t>
            </a:r>
            <a:endParaRPr sz="24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75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290">
                <a:latin typeface="Tahoma"/>
                <a:cs typeface="Tahoma"/>
              </a:rPr>
              <a:t>Ta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75">
                <a:latin typeface="Tahoma"/>
                <a:cs typeface="Tahoma"/>
              </a:rPr>
              <a:t>sẽ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20">
                <a:latin typeface="Tahoma"/>
                <a:cs typeface="Tahoma"/>
              </a:rPr>
              <a:t>thêm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85">
                <a:latin typeface="Tahoma"/>
                <a:cs typeface="Tahoma"/>
              </a:rPr>
              <a:t>thuộc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tính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style</a:t>
            </a:r>
            <a:r>
              <a:rPr dirty="0" sz="2200" spc="-240">
                <a:latin typeface="Tahoma"/>
                <a:cs typeface="Tahoma"/>
              </a:rPr>
              <a:t> </a:t>
            </a:r>
            <a:r>
              <a:rPr dirty="0" sz="2200" spc="-135">
                <a:latin typeface="Tahoma"/>
                <a:cs typeface="Tahoma"/>
              </a:rPr>
              <a:t>vào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trong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thẻ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mà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110">
                <a:latin typeface="Tahoma"/>
                <a:cs typeface="Tahoma"/>
              </a:rPr>
              <a:t>muốn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sửa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20">
                <a:latin typeface="Tahoma"/>
                <a:cs typeface="Tahoma"/>
              </a:rPr>
              <a:t>CSS.</a:t>
            </a:r>
            <a:endParaRPr sz="22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20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35">
                <a:latin typeface="Tahoma"/>
                <a:cs typeface="Tahoma"/>
              </a:rPr>
              <a:t>Có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thể</a:t>
            </a:r>
            <a:r>
              <a:rPr dirty="0" sz="2200" spc="-265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được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sử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dụng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30">
                <a:latin typeface="Tahoma"/>
                <a:cs typeface="Tahoma"/>
              </a:rPr>
              <a:t>để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95">
                <a:latin typeface="Tahoma"/>
                <a:cs typeface="Tahoma"/>
              </a:rPr>
              <a:t>áp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dụng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25">
                <a:latin typeface="Tahoma"/>
                <a:cs typeface="Tahoma"/>
              </a:rPr>
              <a:t>một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95">
                <a:latin typeface="Tahoma"/>
                <a:cs typeface="Tahoma"/>
              </a:rPr>
              <a:t>kiểu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duy</a:t>
            </a:r>
            <a:r>
              <a:rPr dirty="0" sz="2200" spc="-240">
                <a:latin typeface="Tahoma"/>
                <a:cs typeface="Tahoma"/>
              </a:rPr>
              <a:t> </a:t>
            </a:r>
            <a:r>
              <a:rPr dirty="0" sz="2200" spc="-110">
                <a:latin typeface="Tahoma"/>
                <a:cs typeface="Tahoma"/>
              </a:rPr>
              <a:t>nhất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65">
                <a:latin typeface="Tahoma"/>
                <a:cs typeface="Tahoma"/>
              </a:rPr>
              <a:t>cho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25">
                <a:latin typeface="Tahoma"/>
                <a:cs typeface="Tahoma"/>
              </a:rPr>
              <a:t>một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element.</a:t>
            </a:r>
            <a:endParaRPr sz="22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15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90">
                <a:latin typeface="Tahoma"/>
                <a:cs typeface="Tahoma"/>
              </a:rPr>
              <a:t>Ví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50">
                <a:latin typeface="Tahoma"/>
                <a:cs typeface="Tahoma"/>
              </a:rPr>
              <a:t>dụ: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300">
                <a:latin typeface="Tahoma"/>
                <a:cs typeface="Tahoma"/>
              </a:rPr>
              <a:t>&lt;p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45">
                <a:latin typeface="Tahoma"/>
                <a:cs typeface="Tahoma"/>
              </a:rPr>
              <a:t>style="color:red;"&gt;This</a:t>
            </a:r>
            <a:r>
              <a:rPr dirty="0" sz="2200" spc="-220">
                <a:latin typeface="Tahoma"/>
                <a:cs typeface="Tahoma"/>
              </a:rPr>
              <a:t> </a:t>
            </a:r>
            <a:r>
              <a:rPr dirty="0" sz="2200" spc="-20">
                <a:latin typeface="Tahoma"/>
                <a:cs typeface="Tahoma"/>
              </a:rPr>
              <a:t>is</a:t>
            </a:r>
            <a:r>
              <a:rPr dirty="0" sz="2200" spc="-235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a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00">
                <a:latin typeface="Tahoma"/>
                <a:cs typeface="Tahoma"/>
              </a:rPr>
              <a:t>paragraph.&lt;/p&gt;</a:t>
            </a:r>
            <a:endParaRPr sz="2200">
              <a:latin typeface="Tahoma"/>
              <a:cs typeface="Tahoma"/>
            </a:endParaRPr>
          </a:p>
          <a:p>
            <a:pPr lvl="1" marL="1331595" indent="-525145">
              <a:lnSpc>
                <a:spcPct val="100000"/>
              </a:lnSpc>
              <a:spcBef>
                <a:spcPts val="1415"/>
              </a:spcBef>
              <a:buSzPct val="50000"/>
              <a:buFont typeface="Microsoft Sans Serif"/>
              <a:buChar char="•"/>
              <a:tabLst>
                <a:tab pos="1331595" algn="l"/>
              </a:tabLst>
            </a:pPr>
            <a:r>
              <a:rPr dirty="0" sz="2400" spc="-120">
                <a:latin typeface="Tahoma"/>
                <a:cs typeface="Tahoma"/>
              </a:rPr>
              <a:t>Internal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CSS:</a:t>
            </a:r>
            <a:endParaRPr sz="24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80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290">
                <a:latin typeface="Tahoma"/>
                <a:cs typeface="Tahoma"/>
              </a:rPr>
              <a:t>Ta</a:t>
            </a:r>
            <a:r>
              <a:rPr dirty="0" sz="2200" spc="-240">
                <a:latin typeface="Tahoma"/>
                <a:cs typeface="Tahoma"/>
              </a:rPr>
              <a:t> </a:t>
            </a:r>
            <a:r>
              <a:rPr dirty="0" sz="2200" spc="-75">
                <a:latin typeface="Tahoma"/>
                <a:cs typeface="Tahoma"/>
              </a:rPr>
              <a:t>sẽ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thêm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thẻ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210">
                <a:latin typeface="Tahoma"/>
                <a:cs typeface="Tahoma"/>
              </a:rPr>
              <a:t>&lt;style&gt;&lt;/style&gt;</a:t>
            </a:r>
            <a:r>
              <a:rPr dirty="0" sz="2200" spc="-235">
                <a:latin typeface="Tahoma"/>
                <a:cs typeface="Tahoma"/>
              </a:rPr>
              <a:t> </a:t>
            </a:r>
            <a:r>
              <a:rPr dirty="0" sz="2200" spc="-155">
                <a:latin typeface="Tahoma"/>
                <a:cs typeface="Tahoma"/>
              </a:rPr>
              <a:t>và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05">
                <a:latin typeface="Tahoma"/>
                <a:cs typeface="Tahoma"/>
              </a:rPr>
              <a:t>bất</a:t>
            </a:r>
            <a:r>
              <a:rPr dirty="0" sz="2200" spc="-235">
                <a:latin typeface="Tahoma"/>
                <a:cs typeface="Tahoma"/>
              </a:rPr>
              <a:t> </a:t>
            </a:r>
            <a:r>
              <a:rPr dirty="0" sz="2200" spc="-55">
                <a:latin typeface="Tahoma"/>
                <a:cs typeface="Tahoma"/>
              </a:rPr>
              <a:t>cứ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20">
                <a:latin typeface="Tahoma"/>
                <a:cs typeface="Tahoma"/>
              </a:rPr>
              <a:t>đâu</a:t>
            </a:r>
            <a:r>
              <a:rPr dirty="0" sz="2200" spc="-240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trong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55">
                <a:latin typeface="Tahoma"/>
                <a:cs typeface="Tahoma"/>
              </a:rPr>
              <a:t>file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95">
                <a:latin typeface="Tahoma"/>
                <a:cs typeface="Tahoma"/>
              </a:rPr>
              <a:t>html,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80">
                <a:latin typeface="Tahoma"/>
                <a:cs typeface="Tahoma"/>
              </a:rPr>
              <a:t>sau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30">
                <a:latin typeface="Tahoma"/>
                <a:cs typeface="Tahoma"/>
              </a:rPr>
              <a:t>đó</a:t>
            </a:r>
            <a:r>
              <a:rPr dirty="0" sz="2200" spc="-235">
                <a:latin typeface="Tahoma"/>
                <a:cs typeface="Tahoma"/>
              </a:rPr>
              <a:t> </a:t>
            </a:r>
            <a:r>
              <a:rPr dirty="0" sz="2200" spc="-110">
                <a:latin typeface="Tahoma"/>
                <a:cs typeface="Tahoma"/>
              </a:rPr>
              <a:t>viết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50">
                <a:latin typeface="Tahoma"/>
                <a:cs typeface="Tahoma"/>
              </a:rPr>
              <a:t>CSS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35">
                <a:latin typeface="Tahoma"/>
                <a:cs typeface="Tahoma"/>
              </a:rPr>
              <a:t>vào</a:t>
            </a:r>
            <a:r>
              <a:rPr dirty="0" sz="2200" spc="-235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trong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thẻ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204">
                <a:latin typeface="Tahoma"/>
                <a:cs typeface="Tahoma"/>
              </a:rPr>
              <a:t>&lt;style&gt;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đó.</a:t>
            </a:r>
            <a:endParaRPr sz="22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15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185">
                <a:latin typeface="Tahoma"/>
                <a:cs typeface="Tahoma"/>
              </a:rPr>
              <a:t>Thường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85">
                <a:latin typeface="Tahoma"/>
                <a:cs typeface="Tahoma"/>
              </a:rPr>
              <a:t>thì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thẻ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204">
                <a:latin typeface="Tahoma"/>
                <a:cs typeface="Tahoma"/>
              </a:rPr>
              <a:t>&lt;style&gt;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này</a:t>
            </a:r>
            <a:r>
              <a:rPr dirty="0" sz="2200" spc="-240">
                <a:latin typeface="Tahoma"/>
                <a:cs typeface="Tahoma"/>
              </a:rPr>
              <a:t> </a:t>
            </a:r>
            <a:r>
              <a:rPr dirty="0" sz="2200" spc="-75">
                <a:latin typeface="Tahoma"/>
                <a:cs typeface="Tahoma"/>
              </a:rPr>
              <a:t>sẽ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25">
                <a:latin typeface="Tahoma"/>
                <a:cs typeface="Tahoma"/>
              </a:rPr>
              <a:t>nằm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trong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thẻ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&lt;head&gt;&lt;/head&gt;.</a:t>
            </a:r>
            <a:endParaRPr sz="22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20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35">
                <a:latin typeface="Tahoma"/>
                <a:cs typeface="Tahoma"/>
              </a:rPr>
              <a:t>Có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114">
                <a:latin typeface="Tahoma"/>
                <a:cs typeface="Tahoma"/>
              </a:rPr>
              <a:t>thể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được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90">
                <a:latin typeface="Tahoma"/>
                <a:cs typeface="Tahoma"/>
              </a:rPr>
              <a:t>sử</a:t>
            </a:r>
            <a:r>
              <a:rPr dirty="0" sz="2200" spc="-250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dụng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120">
                <a:latin typeface="Tahoma"/>
                <a:cs typeface="Tahoma"/>
              </a:rPr>
              <a:t>nếu</a:t>
            </a:r>
            <a:r>
              <a:rPr dirty="0" sz="2200" spc="-254">
                <a:latin typeface="Tahoma"/>
                <a:cs typeface="Tahoma"/>
              </a:rPr>
              <a:t> </a:t>
            </a:r>
            <a:r>
              <a:rPr dirty="0" sz="2200" spc="-40">
                <a:latin typeface="Tahoma"/>
                <a:cs typeface="Tahoma"/>
              </a:rPr>
              <a:t>có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125">
                <a:latin typeface="Tahoma"/>
                <a:cs typeface="Tahoma"/>
              </a:rPr>
              <a:t>một</a:t>
            </a:r>
            <a:r>
              <a:rPr dirty="0" sz="2200" spc="-240">
                <a:latin typeface="Tahoma"/>
                <a:cs typeface="Tahoma"/>
              </a:rPr>
              <a:t> </a:t>
            </a:r>
            <a:r>
              <a:rPr dirty="0" sz="2200" spc="-145">
                <a:latin typeface="Tahoma"/>
                <a:cs typeface="Tahoma"/>
              </a:rPr>
              <a:t>trang</a:t>
            </a:r>
            <a:r>
              <a:rPr dirty="0" sz="2200" spc="-260">
                <a:latin typeface="Tahoma"/>
                <a:cs typeface="Tahoma"/>
              </a:rPr>
              <a:t> </a:t>
            </a:r>
            <a:r>
              <a:rPr dirty="0" sz="2200" spc="-160">
                <a:latin typeface="Tahoma"/>
                <a:cs typeface="Tahoma"/>
              </a:rPr>
              <a:t>HTML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40">
                <a:latin typeface="Tahoma"/>
                <a:cs typeface="Tahoma"/>
              </a:rPr>
              <a:t>duy</a:t>
            </a:r>
            <a:r>
              <a:rPr dirty="0" sz="2200" spc="-24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nhất.</a:t>
            </a:r>
            <a:endParaRPr sz="22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315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90">
                <a:latin typeface="Tahoma"/>
                <a:cs typeface="Tahoma"/>
              </a:rPr>
              <a:t>Ví</a:t>
            </a:r>
            <a:r>
              <a:rPr dirty="0" sz="2200" spc="-265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dụ:</a:t>
            </a:r>
            <a:endParaRPr sz="2200">
              <a:latin typeface="Tahoma"/>
              <a:cs typeface="Tahoma"/>
            </a:endParaRPr>
          </a:p>
          <a:p>
            <a:pPr marL="2273935" marR="10198735">
              <a:lnSpc>
                <a:spcPct val="150800"/>
              </a:lnSpc>
              <a:spcBef>
                <a:spcPts val="110"/>
              </a:spcBef>
            </a:pPr>
            <a:r>
              <a:rPr dirty="0" sz="1750" spc="-160">
                <a:latin typeface="Tahoma"/>
                <a:cs typeface="Tahoma"/>
              </a:rPr>
              <a:t>&lt;style&gt; </a:t>
            </a:r>
            <a:r>
              <a:rPr dirty="0" sz="1750" spc="-65">
                <a:latin typeface="Tahoma"/>
                <a:cs typeface="Tahoma"/>
              </a:rPr>
              <a:t>p</a:t>
            </a:r>
            <a:r>
              <a:rPr dirty="0" sz="1750" spc="-215">
                <a:latin typeface="Tahoma"/>
                <a:cs typeface="Tahoma"/>
              </a:rPr>
              <a:t> </a:t>
            </a:r>
            <a:r>
              <a:rPr dirty="0" sz="1750" spc="-420">
                <a:latin typeface="Tahoma"/>
                <a:cs typeface="Tahoma"/>
              </a:rPr>
              <a:t>{</a:t>
            </a:r>
            <a:endParaRPr sz="1750">
              <a:latin typeface="Tahoma"/>
              <a:cs typeface="Tahoma"/>
            </a:endParaRPr>
          </a:p>
          <a:p>
            <a:pPr marL="2533015">
              <a:lnSpc>
                <a:spcPct val="100000"/>
              </a:lnSpc>
              <a:spcBef>
                <a:spcPts val="1065"/>
              </a:spcBef>
            </a:pPr>
            <a:r>
              <a:rPr dirty="0" sz="1750" spc="-10">
                <a:latin typeface="Tahoma"/>
                <a:cs typeface="Tahoma"/>
              </a:rPr>
              <a:t>color:red;</a:t>
            </a:r>
            <a:endParaRPr sz="175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1070"/>
              </a:spcBef>
            </a:pPr>
            <a:r>
              <a:rPr dirty="0" sz="1750" spc="-420">
                <a:latin typeface="Tahoma"/>
                <a:cs typeface="Tahoma"/>
              </a:rPr>
              <a:t>}</a:t>
            </a:r>
            <a:endParaRPr sz="175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1065"/>
              </a:spcBef>
            </a:pPr>
            <a:r>
              <a:rPr dirty="0" sz="1750" spc="-45">
                <a:latin typeface="Tahoma"/>
                <a:cs typeface="Tahoma"/>
              </a:rPr>
              <a:t>&lt;/style&gt;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29781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059348"/>
            <a:ext cx="18515965" cy="7266940"/>
          </a:xfrm>
          <a:prstGeom prst="rect">
            <a:avLst/>
          </a:prstGeom>
        </p:spPr>
        <p:txBody>
          <a:bodyPr wrap="square" lIns="0" tIns="28956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280"/>
              </a:spcBef>
              <a:buSzPct val="36363"/>
              <a:buFont typeface="Microsoft Sans Serif"/>
              <a:buChar char="•"/>
              <a:tabLst>
                <a:tab pos="577850" algn="l"/>
              </a:tabLst>
            </a:pPr>
            <a:r>
              <a:rPr dirty="0" sz="3300">
                <a:latin typeface="Arial MT"/>
                <a:cs typeface="Arial MT"/>
              </a:rPr>
              <a:t>Các</a:t>
            </a:r>
            <a:r>
              <a:rPr dirty="0" sz="3300" spc="-100">
                <a:latin typeface="Arial MT"/>
                <a:cs typeface="Arial MT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kiểu</a:t>
            </a:r>
            <a:r>
              <a:rPr dirty="0" sz="3300" spc="-5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chèn</a:t>
            </a:r>
            <a:r>
              <a:rPr dirty="0" sz="3300" spc="-5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(nhúng)</a:t>
            </a:r>
            <a:r>
              <a:rPr dirty="0" sz="3300" spc="-40">
                <a:latin typeface="Microsoft Sans Serif"/>
                <a:cs typeface="Microsoft Sans Serif"/>
              </a:rPr>
              <a:t> </a:t>
            </a:r>
            <a:r>
              <a:rPr dirty="0" sz="3300" spc="-20">
                <a:latin typeface="Microsoft Sans Serif"/>
                <a:cs typeface="Microsoft Sans Serif"/>
              </a:rPr>
              <a:t>CSS:</a:t>
            </a:r>
            <a:endParaRPr sz="33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785"/>
              </a:spcBef>
              <a:buSzPct val="46153"/>
              <a:buFont typeface="Microsoft Sans Serif"/>
              <a:buChar char="•"/>
              <a:tabLst>
                <a:tab pos="1331595" algn="l"/>
              </a:tabLst>
            </a:pPr>
            <a:r>
              <a:rPr dirty="0" sz="2600" spc="-114">
                <a:latin typeface="Tahoma"/>
                <a:cs typeface="Tahoma"/>
              </a:rPr>
              <a:t>External</a:t>
            </a:r>
            <a:r>
              <a:rPr dirty="0" sz="2600" spc="-254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CSS:</a:t>
            </a:r>
            <a:endParaRPr sz="26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535"/>
              </a:spcBef>
              <a:buSzPct val="50000"/>
              <a:buFont typeface="Microsoft Sans Serif"/>
              <a:buChar char="•"/>
              <a:tabLst>
                <a:tab pos="2085339" algn="l"/>
              </a:tabLst>
            </a:pPr>
            <a:r>
              <a:rPr dirty="0" sz="2400" spc="-305">
                <a:latin typeface="Tahoma"/>
                <a:cs typeface="Tahoma"/>
              </a:rPr>
              <a:t>Ta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20">
                <a:latin typeface="Tahoma"/>
                <a:cs typeface="Tahoma"/>
              </a:rPr>
              <a:t>thêm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1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file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css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ở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bên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20">
                <a:latin typeface="Tahoma"/>
                <a:cs typeface="Tahoma"/>
              </a:rPr>
              <a:t>ngoài,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sau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đó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dùng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thẻ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160">
                <a:latin typeface="Tahoma"/>
                <a:cs typeface="Tahoma"/>
              </a:rPr>
              <a:t>&lt;link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350">
                <a:latin typeface="Tahoma"/>
                <a:cs typeface="Tahoma"/>
              </a:rPr>
              <a:t>/&gt;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đặt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ở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45">
                <a:latin typeface="Tahoma"/>
                <a:cs typeface="Tahoma"/>
              </a:rPr>
              <a:t>trong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thẻ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245">
                <a:latin typeface="Tahoma"/>
                <a:cs typeface="Tahoma"/>
              </a:rPr>
              <a:t>&lt;head&gt;&lt;/head&gt;</a:t>
            </a:r>
            <a:r>
              <a:rPr dirty="0" sz="2400" spc="-290">
                <a:latin typeface="Tahoma"/>
                <a:cs typeface="Tahoma"/>
              </a:rPr>
              <a:t> </a:t>
            </a:r>
            <a:r>
              <a:rPr dirty="0" sz="2400" spc="-160">
                <a:latin typeface="Tahoma"/>
                <a:cs typeface="Tahoma"/>
              </a:rPr>
              <a:t>và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chèn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60">
                <a:latin typeface="Tahoma"/>
                <a:cs typeface="Tahoma"/>
              </a:rPr>
              <a:t>đường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dẫn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35">
                <a:latin typeface="Tahoma"/>
                <a:cs typeface="Tahoma"/>
              </a:rPr>
              <a:t>vào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thuộc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tính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href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ở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45">
                <a:latin typeface="Tahoma"/>
                <a:cs typeface="Tahoma"/>
              </a:rPr>
              <a:t>trong</a:t>
            </a:r>
            <a:r>
              <a:rPr dirty="0" sz="2400" spc="-28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thẻ</a:t>
            </a:r>
            <a:endParaRPr sz="2400">
              <a:latin typeface="Tahoma"/>
              <a:cs typeface="Tahoma"/>
            </a:endParaRPr>
          </a:p>
          <a:p>
            <a:pPr marL="2085339">
              <a:lnSpc>
                <a:spcPct val="100000"/>
              </a:lnSpc>
              <a:spcBef>
                <a:spcPts val="1475"/>
              </a:spcBef>
            </a:pPr>
            <a:r>
              <a:rPr dirty="0" sz="2400" spc="-10">
                <a:latin typeface="Tahoma"/>
                <a:cs typeface="Tahoma"/>
              </a:rPr>
              <a:t>link.</a:t>
            </a:r>
            <a:endParaRPr sz="24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470"/>
              </a:spcBef>
              <a:buSzPct val="50000"/>
              <a:buFont typeface="Microsoft Sans Serif"/>
              <a:buChar char="•"/>
              <a:tabLst>
                <a:tab pos="2085339" algn="l"/>
              </a:tabLst>
            </a:pPr>
            <a:r>
              <a:rPr dirty="0" sz="2400">
                <a:latin typeface="Tahoma"/>
                <a:cs typeface="Tahoma"/>
              </a:rPr>
              <a:t>Có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thể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thay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đổi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20">
                <a:latin typeface="Tahoma"/>
                <a:cs typeface="Tahoma"/>
              </a:rPr>
              <a:t>giao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diện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của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toàn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bộ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50">
                <a:latin typeface="Tahoma"/>
                <a:cs typeface="Tahoma"/>
              </a:rPr>
              <a:t>trang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50">
                <a:latin typeface="Tahoma"/>
                <a:cs typeface="Tahoma"/>
              </a:rPr>
              <a:t>web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bằng</a:t>
            </a:r>
            <a:r>
              <a:rPr dirty="0" sz="2400" spc="-28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cách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40">
                <a:latin typeface="Tahoma"/>
                <a:cs typeface="Tahoma"/>
              </a:rPr>
              <a:t>chỉ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thay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đổi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một</a:t>
            </a:r>
            <a:r>
              <a:rPr dirty="0" sz="2400" spc="-27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tệp.</a:t>
            </a:r>
            <a:endParaRPr sz="2400">
              <a:latin typeface="Tahoma"/>
              <a:cs typeface="Tahoma"/>
            </a:endParaRPr>
          </a:p>
          <a:p>
            <a:pPr lvl="2" marL="2085339" indent="-419100">
              <a:lnSpc>
                <a:spcPct val="100000"/>
              </a:lnSpc>
              <a:spcBef>
                <a:spcPts val="1475"/>
              </a:spcBef>
              <a:buSzPct val="50000"/>
              <a:buFont typeface="Microsoft Sans Serif"/>
              <a:buChar char="•"/>
              <a:tabLst>
                <a:tab pos="2085339" algn="l"/>
              </a:tabLst>
            </a:pPr>
            <a:r>
              <a:rPr dirty="0" sz="2400" spc="-100">
                <a:latin typeface="Tahoma"/>
                <a:cs typeface="Tahoma"/>
              </a:rPr>
              <a:t>Ví</a:t>
            </a:r>
            <a:r>
              <a:rPr dirty="0" sz="2400" spc="-250">
                <a:latin typeface="Tahoma"/>
                <a:cs typeface="Tahoma"/>
              </a:rPr>
              <a:t> </a:t>
            </a:r>
            <a:r>
              <a:rPr dirty="0" sz="2400" spc="-150">
                <a:latin typeface="Tahoma"/>
                <a:cs typeface="Tahoma"/>
              </a:rPr>
              <a:t>dụ:</a:t>
            </a:r>
            <a:r>
              <a:rPr dirty="0" sz="2400" spc="-250">
                <a:latin typeface="Tahoma"/>
                <a:cs typeface="Tahoma"/>
              </a:rPr>
              <a:t> </a:t>
            </a:r>
            <a:r>
              <a:rPr dirty="0" sz="2400" spc="-160">
                <a:latin typeface="Tahoma"/>
                <a:cs typeface="Tahoma"/>
              </a:rPr>
              <a:t>&lt;link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rel="stylesheet"</a:t>
            </a:r>
            <a:r>
              <a:rPr dirty="0" sz="2400" spc="-27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href="mystyle.css"&gt;</a:t>
            </a:r>
            <a:endParaRPr sz="2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1760"/>
              </a:spcBef>
              <a:buChar char="•"/>
              <a:tabLst>
                <a:tab pos="641985" algn="l"/>
              </a:tabLst>
            </a:pPr>
            <a:r>
              <a:rPr dirty="0" sz="3300" spc="105">
                <a:latin typeface="Microsoft Sans Serif"/>
                <a:cs typeface="Microsoft Sans Serif"/>
              </a:rPr>
              <a:t>Lưu</a:t>
            </a:r>
            <a:r>
              <a:rPr dirty="0" sz="3300">
                <a:latin typeface="Microsoft Sans Serif"/>
                <a:cs typeface="Microsoft Sans Serif"/>
              </a:rPr>
              <a:t> ý:</a:t>
            </a:r>
            <a:r>
              <a:rPr dirty="0" sz="3300" spc="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Nếu trùng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bộ</a:t>
            </a:r>
            <a:r>
              <a:rPr dirty="0" sz="3300" spc="-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chọn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và tên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thuộc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tính,</a:t>
            </a:r>
            <a:r>
              <a:rPr dirty="0" sz="3300" spc="-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thì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giá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trị của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bộ chọn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cuối cùng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 spc="160">
                <a:latin typeface="Microsoft Sans Serif"/>
                <a:cs typeface="Microsoft Sans Serif"/>
              </a:rPr>
              <a:t>được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 spc="170">
                <a:latin typeface="Microsoft Sans Serif"/>
                <a:cs typeface="Microsoft Sans Serif"/>
              </a:rPr>
              <a:t>sử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 spc="-10">
                <a:latin typeface="Microsoft Sans Serif"/>
                <a:cs typeface="Microsoft Sans Serif"/>
              </a:rPr>
              <a:t>dụng.</a:t>
            </a:r>
            <a:endParaRPr sz="3300">
              <a:latin typeface="Microsoft Sans Serif"/>
              <a:cs typeface="Microsoft Sans Serif"/>
            </a:endParaRPr>
          </a:p>
          <a:p>
            <a:pPr marL="1903730">
              <a:lnSpc>
                <a:spcPct val="100000"/>
              </a:lnSpc>
              <a:spcBef>
                <a:spcPts val="3390"/>
              </a:spcBef>
            </a:pPr>
            <a:r>
              <a:rPr dirty="0" sz="2300">
                <a:latin typeface="Arial MT"/>
                <a:cs typeface="Arial MT"/>
              </a:rPr>
              <a:t>h1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{</a:t>
            </a:r>
            <a:endParaRPr sz="2300">
              <a:latin typeface="Arial MT"/>
              <a:cs typeface="Arial MT"/>
            </a:endParaRPr>
          </a:p>
          <a:p>
            <a:pPr marL="3411854">
              <a:lnSpc>
                <a:spcPct val="100000"/>
              </a:lnSpc>
              <a:spcBef>
                <a:spcPts val="15"/>
              </a:spcBef>
            </a:pPr>
            <a:r>
              <a:rPr dirty="0" sz="2300">
                <a:latin typeface="Arial MT"/>
                <a:cs typeface="Arial MT"/>
              </a:rPr>
              <a:t>color: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navy;</a:t>
            </a:r>
            <a:endParaRPr sz="2300">
              <a:latin typeface="Arial MT"/>
              <a:cs typeface="Arial MT"/>
            </a:endParaRPr>
          </a:p>
          <a:p>
            <a:pPr marL="1903730">
              <a:lnSpc>
                <a:spcPct val="100000"/>
              </a:lnSpc>
              <a:spcBef>
                <a:spcPts val="10"/>
              </a:spcBef>
            </a:pPr>
            <a:r>
              <a:rPr dirty="0" sz="2300" spc="-5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  <a:p>
            <a:pPr marL="1903730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h1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{</a:t>
            </a:r>
            <a:endParaRPr sz="2300">
              <a:latin typeface="Arial MT"/>
              <a:cs typeface="Arial MT"/>
            </a:endParaRPr>
          </a:p>
          <a:p>
            <a:pPr marL="3411854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color: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orange;</a:t>
            </a:r>
            <a:endParaRPr sz="2300">
              <a:latin typeface="Arial MT"/>
              <a:cs typeface="Arial MT"/>
            </a:endParaRPr>
          </a:p>
          <a:p>
            <a:pPr marL="1903730">
              <a:lnSpc>
                <a:spcPct val="100000"/>
              </a:lnSpc>
              <a:spcBef>
                <a:spcPts val="10"/>
              </a:spcBef>
            </a:pPr>
            <a:r>
              <a:rPr dirty="0" sz="2300" spc="-5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  <a:p>
            <a:pPr marL="1903730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Microsoft Sans Serif"/>
                <a:cs typeface="Microsoft Sans Serif"/>
              </a:rPr>
              <a:t>→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Màu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120">
                <a:latin typeface="Microsoft Sans Serif"/>
                <a:cs typeface="Microsoft Sans Serif"/>
              </a:rPr>
              <a:t>được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chọn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sẽ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là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màu</a:t>
            </a:r>
            <a:r>
              <a:rPr dirty="0" sz="2300" spc="2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orange.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009717"/>
            <a:ext cx="17540605" cy="7668259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985"/>
              </a:spcBef>
              <a:buSzPct val="40677"/>
              <a:buFont typeface="Microsoft Sans Serif"/>
              <a:buChar char="•"/>
              <a:tabLst>
                <a:tab pos="577850" algn="l"/>
              </a:tabLst>
            </a:pPr>
            <a:r>
              <a:rPr dirty="0" sz="2950">
                <a:latin typeface="Arial MT"/>
                <a:cs typeface="Arial MT"/>
              </a:rPr>
              <a:t>Các</a:t>
            </a:r>
            <a:r>
              <a:rPr dirty="0" sz="2950" spc="15">
                <a:latin typeface="Arial MT"/>
                <a:cs typeface="Arial MT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thuộc</a:t>
            </a:r>
            <a:r>
              <a:rPr dirty="0" sz="2950" spc="60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tính</a:t>
            </a:r>
            <a:r>
              <a:rPr dirty="0" sz="2950" spc="5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CSS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căn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 spc="-20">
                <a:latin typeface="Microsoft Sans Serif"/>
                <a:cs typeface="Microsoft Sans Serif"/>
              </a:rPr>
              <a:t>bản:</a:t>
            </a:r>
            <a:endParaRPr sz="295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705"/>
              </a:spcBef>
              <a:buSzPct val="46153"/>
              <a:buChar char="•"/>
              <a:tabLst>
                <a:tab pos="1331595" algn="l"/>
              </a:tabLst>
            </a:pPr>
            <a:r>
              <a:rPr dirty="0" sz="2600">
                <a:latin typeface="Microsoft Sans Serif"/>
                <a:cs typeface="Microsoft Sans Serif"/>
              </a:rPr>
              <a:t>Màu</a:t>
            </a:r>
            <a:r>
              <a:rPr dirty="0" sz="2600" spc="9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sắc</a:t>
            </a:r>
            <a:r>
              <a:rPr dirty="0" sz="2600" spc="8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(</a:t>
            </a:r>
            <a:r>
              <a:rPr dirty="0" sz="2600" spc="-10">
                <a:solidFill>
                  <a:srgbClr val="C00000"/>
                </a:solidFill>
                <a:latin typeface="Arial MT"/>
                <a:cs typeface="Arial MT"/>
              </a:rPr>
              <a:t>color</a:t>
            </a:r>
            <a:r>
              <a:rPr dirty="0" sz="2600" spc="-10">
                <a:latin typeface="Arial MT"/>
                <a:cs typeface="Arial MT"/>
              </a:rPr>
              <a:t>):</a:t>
            </a:r>
            <a:endParaRPr sz="260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535"/>
              </a:spcBef>
              <a:buSzPct val="50000"/>
              <a:buChar char="•"/>
              <a:tabLst>
                <a:tab pos="2085339" algn="l"/>
              </a:tabLst>
            </a:pPr>
            <a:r>
              <a:rPr dirty="0" sz="2400">
                <a:latin typeface="Microsoft Sans Serif"/>
                <a:cs typeface="Microsoft Sans Serif"/>
              </a:rPr>
              <a:t>Cài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đặt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phần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mềm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Just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Color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Picker</a:t>
            </a:r>
            <a:endParaRPr sz="2400">
              <a:latin typeface="Microsoft Sans Serif"/>
              <a:cs typeface="Microsoft Sans Serif"/>
            </a:endParaRPr>
          </a:p>
          <a:p>
            <a:pPr lvl="2" marL="2085339" indent="-419100">
              <a:lnSpc>
                <a:spcPct val="100000"/>
              </a:lnSpc>
              <a:spcBef>
                <a:spcPts val="1470"/>
              </a:spcBef>
              <a:buSzPct val="50000"/>
              <a:buChar char="•"/>
              <a:tabLst>
                <a:tab pos="2085339" algn="l"/>
              </a:tabLst>
            </a:pPr>
            <a:r>
              <a:rPr dirty="0" sz="2400">
                <a:latin typeface="Microsoft Sans Serif"/>
                <a:cs typeface="Microsoft Sans Serif"/>
              </a:rPr>
              <a:t>Colors: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Màu</a:t>
            </a:r>
            <a:r>
              <a:rPr dirty="0" sz="2400" spc="1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sắc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 spc="130">
                <a:latin typeface="Microsoft Sans Serif"/>
                <a:cs typeface="Microsoft Sans Serif"/>
              </a:rPr>
              <a:t>được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gán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giá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trị</a:t>
            </a:r>
            <a:r>
              <a:rPr dirty="0" sz="2400" spc="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bằng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cách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 spc="140">
                <a:latin typeface="Microsoft Sans Serif"/>
                <a:cs typeface="Microsoft Sans Serif"/>
              </a:rPr>
              <a:t>sử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dụng:</a:t>
            </a:r>
            <a:endParaRPr sz="24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330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Một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số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màu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114">
                <a:latin typeface="Microsoft Sans Serif"/>
                <a:cs typeface="Microsoft Sans Serif"/>
              </a:rPr>
              <a:t>được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đặt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tên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sẵn: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white,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black,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red,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green,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blue,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yellow,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orange,...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(ít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120">
                <a:latin typeface="Microsoft Sans Serif"/>
                <a:cs typeface="Microsoft Sans Serif"/>
              </a:rPr>
              <a:t>sử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dụng)</a:t>
            </a:r>
            <a:endParaRPr sz="195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225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HEX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(Phổ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biến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nhất)</a:t>
            </a:r>
            <a:endParaRPr sz="195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220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RGB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(ít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 spc="120">
                <a:latin typeface="Microsoft Sans Serif"/>
                <a:cs typeface="Microsoft Sans Serif"/>
              </a:rPr>
              <a:t>sử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dụng)</a:t>
            </a:r>
            <a:endParaRPr sz="195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225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HSL</a:t>
            </a:r>
            <a:r>
              <a:rPr dirty="0" sz="1950" spc="-30">
                <a:latin typeface="Microsoft Sans Serif"/>
                <a:cs typeface="Microsoft Sans Serif"/>
              </a:rPr>
              <a:t> </a:t>
            </a:r>
            <a:r>
              <a:rPr dirty="0" sz="1950" spc="60">
                <a:latin typeface="Microsoft Sans Serif"/>
                <a:cs typeface="Microsoft Sans Serif"/>
              </a:rPr>
              <a:t>(cực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 spc="50">
                <a:latin typeface="Microsoft Sans Serif"/>
                <a:cs typeface="Microsoft Sans Serif"/>
              </a:rPr>
              <a:t>ít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 spc="120">
                <a:latin typeface="Microsoft Sans Serif"/>
                <a:cs typeface="Microsoft Sans Serif"/>
              </a:rPr>
              <a:t>sử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dụng)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355725">
              <a:lnSpc>
                <a:spcPct val="100000"/>
              </a:lnSpc>
            </a:pPr>
            <a:r>
              <a:rPr dirty="0" sz="2300" spc="-135">
                <a:latin typeface="Tahoma"/>
                <a:cs typeface="Tahoma"/>
              </a:rPr>
              <a:t>HEX</a:t>
            </a:r>
            <a:r>
              <a:rPr dirty="0" sz="2300" spc="-260">
                <a:latin typeface="Tahoma"/>
                <a:cs typeface="Tahoma"/>
              </a:rPr>
              <a:t> </a:t>
            </a:r>
            <a:r>
              <a:rPr dirty="0" sz="2300" spc="-114">
                <a:latin typeface="Tahoma"/>
                <a:cs typeface="Tahoma"/>
              </a:rPr>
              <a:t>(Phổ</a:t>
            </a:r>
            <a:r>
              <a:rPr dirty="0" sz="2300" spc="-260">
                <a:latin typeface="Tahoma"/>
                <a:cs typeface="Tahoma"/>
              </a:rPr>
              <a:t> </a:t>
            </a:r>
            <a:r>
              <a:rPr dirty="0" sz="2300" spc="-95">
                <a:latin typeface="Tahoma"/>
                <a:cs typeface="Tahoma"/>
              </a:rPr>
              <a:t>biến</a:t>
            </a:r>
            <a:r>
              <a:rPr dirty="0" sz="2300" spc="-260">
                <a:latin typeface="Tahoma"/>
                <a:cs typeface="Tahoma"/>
              </a:rPr>
              <a:t> </a:t>
            </a:r>
            <a:r>
              <a:rPr dirty="0" sz="2300" spc="-10">
                <a:latin typeface="Tahoma"/>
                <a:cs typeface="Tahoma"/>
              </a:rPr>
              <a:t>nhất)</a:t>
            </a:r>
            <a:endParaRPr sz="2300">
              <a:latin typeface="Tahoma"/>
              <a:cs typeface="Tahoma"/>
            </a:endParaRPr>
          </a:p>
          <a:p>
            <a:pPr marL="1355725">
              <a:lnSpc>
                <a:spcPct val="100000"/>
              </a:lnSpc>
              <a:spcBef>
                <a:spcPts val="15"/>
              </a:spcBef>
            </a:pPr>
            <a:r>
              <a:rPr dirty="0" sz="2300" spc="-125">
                <a:latin typeface="Tahoma"/>
                <a:cs typeface="Tahoma"/>
              </a:rPr>
              <a:t>Màu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35">
                <a:latin typeface="Tahoma"/>
                <a:cs typeface="Tahoma"/>
              </a:rPr>
              <a:t>HEX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95">
                <a:latin typeface="Tahoma"/>
                <a:cs typeface="Tahoma"/>
              </a:rPr>
              <a:t>được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40">
                <a:latin typeface="Tahoma"/>
                <a:cs typeface="Tahoma"/>
              </a:rPr>
              <a:t>chỉ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05">
                <a:latin typeface="Tahoma"/>
                <a:cs typeface="Tahoma"/>
              </a:rPr>
              <a:t>định</a:t>
            </a:r>
            <a:r>
              <a:rPr dirty="0" sz="2300" spc="-275">
                <a:latin typeface="Tahoma"/>
                <a:cs typeface="Tahoma"/>
              </a:rPr>
              <a:t> </a:t>
            </a:r>
            <a:r>
              <a:rPr dirty="0" sz="2300" spc="-165">
                <a:latin typeface="Tahoma"/>
                <a:cs typeface="Tahoma"/>
              </a:rPr>
              <a:t>bằng:</a:t>
            </a:r>
            <a:r>
              <a:rPr dirty="0" sz="2300" spc="-280">
                <a:latin typeface="Tahoma"/>
                <a:cs typeface="Tahoma"/>
              </a:rPr>
              <a:t> </a:t>
            </a:r>
            <a:r>
              <a:rPr dirty="0" sz="2300" spc="-155">
                <a:latin typeface="Tahoma"/>
                <a:cs typeface="Tahoma"/>
              </a:rPr>
              <a:t>#RRGGBB,</a:t>
            </a:r>
            <a:r>
              <a:rPr dirty="0" sz="2300" spc="-245">
                <a:latin typeface="Tahoma"/>
                <a:cs typeface="Tahoma"/>
              </a:rPr>
              <a:t> </a:t>
            </a:r>
            <a:r>
              <a:rPr dirty="0" sz="2300" spc="-135">
                <a:latin typeface="Tahoma"/>
                <a:cs typeface="Tahoma"/>
              </a:rPr>
              <a:t>trong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125">
                <a:latin typeface="Tahoma"/>
                <a:cs typeface="Tahoma"/>
              </a:rPr>
              <a:t>đó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0">
                <a:latin typeface="Tahoma"/>
                <a:cs typeface="Tahoma"/>
              </a:rPr>
              <a:t>các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55">
                <a:latin typeface="Tahoma"/>
                <a:cs typeface="Tahoma"/>
              </a:rPr>
              <a:t>số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150">
                <a:latin typeface="Tahoma"/>
                <a:cs typeface="Tahoma"/>
              </a:rPr>
              <a:t>nguyên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14">
                <a:latin typeface="Tahoma"/>
                <a:cs typeface="Tahoma"/>
              </a:rPr>
              <a:t>thập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25">
                <a:latin typeface="Tahoma"/>
                <a:cs typeface="Tahoma"/>
              </a:rPr>
              <a:t>lục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120">
                <a:latin typeface="Tahoma"/>
                <a:cs typeface="Tahoma"/>
              </a:rPr>
              <a:t>phân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65">
                <a:latin typeface="Tahoma"/>
                <a:cs typeface="Tahoma"/>
              </a:rPr>
              <a:t>RR</a:t>
            </a:r>
            <a:r>
              <a:rPr dirty="0" sz="2300" spc="-260">
                <a:latin typeface="Tahoma"/>
                <a:cs typeface="Tahoma"/>
              </a:rPr>
              <a:t> </a:t>
            </a:r>
            <a:r>
              <a:rPr dirty="0" sz="2300" spc="-150">
                <a:latin typeface="Tahoma"/>
                <a:cs typeface="Tahoma"/>
              </a:rPr>
              <a:t>(đỏ),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70">
                <a:latin typeface="Tahoma"/>
                <a:cs typeface="Tahoma"/>
              </a:rPr>
              <a:t>GG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45">
                <a:latin typeface="Tahoma"/>
                <a:cs typeface="Tahoma"/>
              </a:rPr>
              <a:t>(xanh</a:t>
            </a:r>
            <a:r>
              <a:rPr dirty="0" sz="2300" spc="-280">
                <a:latin typeface="Tahoma"/>
                <a:cs typeface="Tahoma"/>
              </a:rPr>
              <a:t> </a:t>
            </a:r>
            <a:r>
              <a:rPr dirty="0" sz="2300" spc="-60">
                <a:latin typeface="Tahoma"/>
                <a:cs typeface="Tahoma"/>
              </a:rPr>
              <a:t>lục)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50">
                <a:latin typeface="Tahoma"/>
                <a:cs typeface="Tahoma"/>
              </a:rPr>
              <a:t>và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90">
                <a:latin typeface="Tahoma"/>
                <a:cs typeface="Tahoma"/>
              </a:rPr>
              <a:t>BB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45">
                <a:latin typeface="Tahoma"/>
                <a:cs typeface="Tahoma"/>
              </a:rPr>
              <a:t>(xanh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65">
                <a:latin typeface="Tahoma"/>
                <a:cs typeface="Tahoma"/>
              </a:rPr>
              <a:t>dương)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40">
                <a:latin typeface="Tahoma"/>
                <a:cs typeface="Tahoma"/>
              </a:rPr>
              <a:t>chỉ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05">
                <a:latin typeface="Tahoma"/>
                <a:cs typeface="Tahoma"/>
              </a:rPr>
              <a:t>định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>
                <a:latin typeface="Tahoma"/>
                <a:cs typeface="Tahoma"/>
              </a:rPr>
              <a:t>các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10">
                <a:latin typeface="Tahoma"/>
                <a:cs typeface="Tahoma"/>
              </a:rPr>
              <a:t>thành</a:t>
            </a:r>
            <a:endParaRPr sz="2300">
              <a:latin typeface="Tahoma"/>
              <a:cs typeface="Tahoma"/>
            </a:endParaRPr>
          </a:p>
          <a:p>
            <a:pPr marL="1355725">
              <a:lnSpc>
                <a:spcPct val="100000"/>
              </a:lnSpc>
              <a:spcBef>
                <a:spcPts val="10"/>
              </a:spcBef>
            </a:pPr>
            <a:r>
              <a:rPr dirty="0" sz="2300" spc="-120">
                <a:latin typeface="Tahoma"/>
                <a:cs typeface="Tahoma"/>
              </a:rPr>
              <a:t>phần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70">
                <a:latin typeface="Tahoma"/>
                <a:cs typeface="Tahoma"/>
              </a:rPr>
              <a:t>của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20">
                <a:latin typeface="Tahoma"/>
                <a:cs typeface="Tahoma"/>
              </a:rPr>
              <a:t>màu.</a:t>
            </a:r>
            <a:endParaRPr sz="2300">
              <a:latin typeface="Tahoma"/>
              <a:cs typeface="Tahoma"/>
            </a:endParaRPr>
          </a:p>
          <a:p>
            <a:pPr marL="1355725">
              <a:lnSpc>
                <a:spcPct val="100000"/>
              </a:lnSpc>
              <a:spcBef>
                <a:spcPts val="10"/>
              </a:spcBef>
            </a:pPr>
            <a:r>
              <a:rPr dirty="0" sz="2300" spc="-35">
                <a:latin typeface="Tahoma"/>
                <a:cs typeface="Tahoma"/>
              </a:rPr>
              <a:t>Cú</a:t>
            </a:r>
            <a:r>
              <a:rPr dirty="0" sz="2300" spc="-270">
                <a:latin typeface="Tahoma"/>
                <a:cs typeface="Tahoma"/>
              </a:rPr>
              <a:t> </a:t>
            </a:r>
            <a:r>
              <a:rPr dirty="0" sz="2300" spc="-140">
                <a:latin typeface="Tahoma"/>
                <a:cs typeface="Tahoma"/>
              </a:rPr>
              <a:t>pháp: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0">
                <a:latin typeface="Tahoma"/>
                <a:cs typeface="Tahoma"/>
              </a:rPr>
              <a:t>#RRGGBB</a:t>
            </a:r>
            <a:endParaRPr sz="2300">
              <a:latin typeface="Tahoma"/>
              <a:cs typeface="Tahoma"/>
            </a:endParaRPr>
          </a:p>
          <a:p>
            <a:pPr marL="1355725">
              <a:lnSpc>
                <a:spcPct val="100000"/>
              </a:lnSpc>
              <a:spcBef>
                <a:spcPts val="10"/>
              </a:spcBef>
            </a:pPr>
            <a:r>
              <a:rPr dirty="0" sz="2300" spc="-95">
                <a:latin typeface="Tahoma"/>
                <a:cs typeface="Tahoma"/>
              </a:rPr>
              <a:t>Ví</a:t>
            </a:r>
            <a:r>
              <a:rPr dirty="0" sz="2300" spc="-260">
                <a:latin typeface="Tahoma"/>
                <a:cs typeface="Tahoma"/>
              </a:rPr>
              <a:t> </a:t>
            </a:r>
            <a:r>
              <a:rPr dirty="0" sz="2300" spc="-155">
                <a:latin typeface="Tahoma"/>
                <a:cs typeface="Tahoma"/>
              </a:rPr>
              <a:t>dụ:</a:t>
            </a:r>
            <a:r>
              <a:rPr dirty="0" sz="2300" spc="-254">
                <a:latin typeface="Tahoma"/>
                <a:cs typeface="Tahoma"/>
              </a:rPr>
              <a:t> </a:t>
            </a:r>
            <a:r>
              <a:rPr dirty="0" sz="2300" spc="-160">
                <a:latin typeface="Tahoma"/>
                <a:cs typeface="Tahoma"/>
              </a:rPr>
              <a:t>#000000</a:t>
            </a:r>
            <a:r>
              <a:rPr dirty="0" sz="2300" spc="-254">
                <a:latin typeface="Tahoma"/>
                <a:cs typeface="Tahoma"/>
              </a:rPr>
              <a:t> </a:t>
            </a:r>
            <a:r>
              <a:rPr dirty="0" sz="2300" spc="-140">
                <a:latin typeface="Tahoma"/>
                <a:cs typeface="Tahoma"/>
              </a:rPr>
              <a:t>(màu</a:t>
            </a:r>
            <a:r>
              <a:rPr dirty="0" sz="2300" spc="-250">
                <a:latin typeface="Tahoma"/>
                <a:cs typeface="Tahoma"/>
              </a:rPr>
              <a:t> </a:t>
            </a:r>
            <a:r>
              <a:rPr dirty="0" sz="2300" spc="-140">
                <a:latin typeface="Tahoma"/>
                <a:cs typeface="Tahoma"/>
              </a:rPr>
              <a:t>đen),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70">
                <a:latin typeface="Tahoma"/>
                <a:cs typeface="Tahoma"/>
              </a:rPr>
              <a:t>#FFFFFF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45">
                <a:latin typeface="Tahoma"/>
                <a:cs typeface="Tahoma"/>
              </a:rPr>
              <a:t>(màu</a:t>
            </a:r>
            <a:r>
              <a:rPr dirty="0" sz="2300" spc="-254">
                <a:latin typeface="Tahoma"/>
                <a:cs typeface="Tahoma"/>
              </a:rPr>
              <a:t> </a:t>
            </a:r>
            <a:r>
              <a:rPr dirty="0" sz="2300" spc="-150">
                <a:latin typeface="Tahoma"/>
                <a:cs typeface="Tahoma"/>
              </a:rPr>
              <a:t>trắng),</a:t>
            </a:r>
            <a:r>
              <a:rPr dirty="0" sz="2300" spc="-260">
                <a:latin typeface="Tahoma"/>
                <a:cs typeface="Tahoma"/>
              </a:rPr>
              <a:t> </a:t>
            </a:r>
            <a:r>
              <a:rPr dirty="0" sz="2300" spc="-165">
                <a:latin typeface="Tahoma"/>
                <a:cs typeface="Tahoma"/>
              </a:rPr>
              <a:t>#FF0000</a:t>
            </a:r>
            <a:r>
              <a:rPr dirty="0" sz="2300" spc="-265">
                <a:latin typeface="Tahoma"/>
                <a:cs typeface="Tahoma"/>
              </a:rPr>
              <a:t> </a:t>
            </a:r>
            <a:r>
              <a:rPr dirty="0" sz="2300" spc="-145">
                <a:latin typeface="Tahoma"/>
                <a:cs typeface="Tahoma"/>
              </a:rPr>
              <a:t>(màu</a:t>
            </a:r>
            <a:r>
              <a:rPr dirty="0" sz="2300" spc="-254">
                <a:latin typeface="Tahoma"/>
                <a:cs typeface="Tahoma"/>
              </a:rPr>
              <a:t> </a:t>
            </a:r>
            <a:r>
              <a:rPr dirty="0" sz="2300" spc="-25">
                <a:latin typeface="Tahoma"/>
                <a:cs typeface="Tahoma"/>
              </a:rPr>
              <a:t>đỏ)</a:t>
            </a:r>
            <a:endParaRPr sz="2300">
              <a:latin typeface="Tahoma"/>
              <a:cs typeface="Tahoma"/>
            </a:endParaRPr>
          </a:p>
          <a:p>
            <a:pPr marL="1355725">
              <a:lnSpc>
                <a:spcPct val="100000"/>
              </a:lnSpc>
              <a:spcBef>
                <a:spcPts val="10"/>
              </a:spcBef>
            </a:pPr>
            <a:r>
              <a:rPr dirty="0" sz="2300" spc="-110">
                <a:latin typeface="Tahoma"/>
                <a:cs typeface="Tahoma"/>
              </a:rPr>
              <a:t>h1</a:t>
            </a:r>
            <a:r>
              <a:rPr dirty="0" sz="2300" spc="-275">
                <a:latin typeface="Tahoma"/>
                <a:cs typeface="Tahoma"/>
              </a:rPr>
              <a:t> </a:t>
            </a:r>
            <a:r>
              <a:rPr dirty="0" sz="2300" spc="-535">
                <a:latin typeface="Tahoma"/>
                <a:cs typeface="Tahoma"/>
              </a:rPr>
              <a:t>{</a:t>
            </a:r>
            <a:endParaRPr sz="2300">
              <a:latin typeface="Tahoma"/>
              <a:cs typeface="Tahoma"/>
            </a:endParaRPr>
          </a:p>
          <a:p>
            <a:pPr marL="2863850">
              <a:lnSpc>
                <a:spcPct val="100000"/>
              </a:lnSpc>
              <a:spcBef>
                <a:spcPts val="10"/>
              </a:spcBef>
            </a:pPr>
            <a:r>
              <a:rPr dirty="0" sz="2300" spc="-90">
                <a:latin typeface="Tahoma"/>
                <a:cs typeface="Tahoma"/>
              </a:rPr>
              <a:t>color:</a:t>
            </a:r>
            <a:r>
              <a:rPr dirty="0" sz="2300" spc="-235">
                <a:latin typeface="Tahoma"/>
                <a:cs typeface="Tahoma"/>
              </a:rPr>
              <a:t> </a:t>
            </a:r>
            <a:r>
              <a:rPr dirty="0" sz="2300" spc="-40">
                <a:latin typeface="Tahoma"/>
                <a:cs typeface="Tahoma"/>
              </a:rPr>
              <a:t>#FF0000;</a:t>
            </a:r>
            <a:endParaRPr sz="2300">
              <a:latin typeface="Tahoma"/>
              <a:cs typeface="Tahoma"/>
            </a:endParaRPr>
          </a:p>
          <a:p>
            <a:pPr marL="1355725">
              <a:lnSpc>
                <a:spcPct val="100000"/>
              </a:lnSpc>
              <a:spcBef>
                <a:spcPts val="10"/>
              </a:spcBef>
            </a:pPr>
            <a:r>
              <a:rPr dirty="0" sz="2300" spc="-535">
                <a:latin typeface="Tahoma"/>
                <a:cs typeface="Tahoma"/>
              </a:rPr>
              <a:t>}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073427"/>
            <a:ext cx="18377535" cy="4219575"/>
          </a:xfrm>
          <a:prstGeom prst="rect">
            <a:avLst/>
          </a:prstGeom>
        </p:spPr>
        <p:txBody>
          <a:bodyPr wrap="square" lIns="0" tIns="27559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170"/>
              </a:spcBef>
              <a:buSzPct val="36363"/>
              <a:buFont typeface="Microsoft Sans Serif"/>
              <a:buChar char="•"/>
              <a:tabLst>
                <a:tab pos="577850" algn="l"/>
              </a:tabLst>
            </a:pPr>
            <a:r>
              <a:rPr dirty="0" sz="3300">
                <a:latin typeface="Arial MT"/>
                <a:cs typeface="Arial MT"/>
              </a:rPr>
              <a:t>Các</a:t>
            </a:r>
            <a:r>
              <a:rPr dirty="0" sz="3300" spc="-30">
                <a:latin typeface="Arial MT"/>
                <a:cs typeface="Arial MT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thuộc</a:t>
            </a:r>
            <a:r>
              <a:rPr dirty="0" sz="3300" spc="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tính CSS</a:t>
            </a:r>
            <a:r>
              <a:rPr dirty="0" sz="3300" spc="1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căn</a:t>
            </a:r>
            <a:r>
              <a:rPr dirty="0" sz="3300" spc="10">
                <a:latin typeface="Microsoft Sans Serif"/>
                <a:cs typeface="Microsoft Sans Serif"/>
              </a:rPr>
              <a:t> </a:t>
            </a:r>
            <a:r>
              <a:rPr dirty="0" sz="3300" spc="-20">
                <a:latin typeface="Microsoft Sans Serif"/>
                <a:cs typeface="Microsoft Sans Serif"/>
              </a:rPr>
              <a:t>bản:</a:t>
            </a:r>
            <a:endParaRPr sz="33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885"/>
              </a:spcBef>
              <a:buSzPct val="40677"/>
              <a:buChar char="•"/>
              <a:tabLst>
                <a:tab pos="1331595" algn="l"/>
              </a:tabLst>
            </a:pPr>
            <a:r>
              <a:rPr dirty="0" sz="2950">
                <a:latin typeface="Microsoft Sans Serif"/>
                <a:cs typeface="Microsoft Sans Serif"/>
              </a:rPr>
              <a:t>Màu</a:t>
            </a:r>
            <a:r>
              <a:rPr dirty="0" sz="2950" spc="60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nền</a:t>
            </a:r>
            <a:r>
              <a:rPr dirty="0" sz="2950" spc="60">
                <a:latin typeface="Microsoft Sans Serif"/>
                <a:cs typeface="Microsoft Sans Serif"/>
              </a:rPr>
              <a:t> </a:t>
            </a:r>
            <a:r>
              <a:rPr dirty="0" sz="2950" spc="-10">
                <a:latin typeface="Microsoft Sans Serif"/>
                <a:cs typeface="Microsoft Sans Serif"/>
              </a:rPr>
              <a:t>(background</a:t>
            </a:r>
            <a:r>
              <a:rPr dirty="0" sz="2950" spc="-10">
                <a:latin typeface="Arial MT"/>
                <a:cs typeface="Arial MT"/>
              </a:rPr>
              <a:t>-color):</a:t>
            </a:r>
            <a:endParaRPr sz="295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705"/>
              </a:spcBef>
              <a:buSzPct val="46153"/>
              <a:buFont typeface="Microsoft Sans Serif"/>
              <a:buChar char="•"/>
              <a:tabLst>
                <a:tab pos="2085339" algn="l"/>
              </a:tabLst>
            </a:pPr>
            <a:r>
              <a:rPr dirty="0" sz="2600">
                <a:latin typeface="Calibri"/>
                <a:cs typeface="Calibri"/>
              </a:rPr>
              <a:t>background-color: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nền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là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màu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sắc</a:t>
            </a:r>
            <a:endParaRPr sz="2600">
              <a:latin typeface="Calibri"/>
              <a:cs typeface="Calibri"/>
            </a:endParaRPr>
          </a:p>
          <a:p>
            <a:pPr lvl="2" marL="2085339" indent="-419100">
              <a:lnSpc>
                <a:spcPct val="100000"/>
              </a:lnSpc>
              <a:spcBef>
                <a:spcPts val="1630"/>
              </a:spcBef>
              <a:buSzPct val="46153"/>
              <a:buFont typeface="Microsoft Sans Serif"/>
              <a:buChar char="•"/>
              <a:tabLst>
                <a:tab pos="2085339" algn="l"/>
              </a:tabLst>
            </a:pPr>
            <a:r>
              <a:rPr dirty="0" sz="2600">
                <a:latin typeface="Arial MT"/>
                <a:cs typeface="Arial MT"/>
              </a:rPr>
              <a:t>background-</a:t>
            </a:r>
            <a:r>
              <a:rPr dirty="0" sz="2600">
                <a:latin typeface="Microsoft Sans Serif"/>
                <a:cs typeface="Microsoft Sans Serif"/>
              </a:rPr>
              <a:t>clip:</a:t>
            </a:r>
            <a:r>
              <a:rPr dirty="0" sz="2600" spc="10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xác</a:t>
            </a:r>
            <a:r>
              <a:rPr dirty="0" sz="2600" spc="7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định</a:t>
            </a:r>
            <a:r>
              <a:rPr dirty="0" sz="2600" spc="8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phạm</a:t>
            </a:r>
            <a:r>
              <a:rPr dirty="0" sz="2600" spc="9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vi</a:t>
            </a:r>
            <a:r>
              <a:rPr dirty="0" sz="2600" spc="75">
                <a:latin typeface="Microsoft Sans Serif"/>
                <a:cs typeface="Microsoft Sans Serif"/>
              </a:rPr>
              <a:t> </a:t>
            </a:r>
            <a:r>
              <a:rPr dirty="0" sz="2600" spc="155">
                <a:latin typeface="Microsoft Sans Serif"/>
                <a:cs typeface="Microsoft Sans Serif"/>
              </a:rPr>
              <a:t>được</a:t>
            </a:r>
            <a:r>
              <a:rPr dirty="0" sz="2600" spc="7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thiết</a:t>
            </a:r>
            <a:r>
              <a:rPr dirty="0" sz="2600" spc="8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lập</a:t>
            </a:r>
            <a:r>
              <a:rPr dirty="0" sz="2600" spc="7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màu</a:t>
            </a:r>
            <a:r>
              <a:rPr dirty="0" sz="2600" spc="7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nền</a:t>
            </a:r>
            <a:r>
              <a:rPr dirty="0" sz="2600" spc="9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của</a:t>
            </a:r>
            <a:r>
              <a:rPr dirty="0" sz="2600" spc="7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phần</a:t>
            </a:r>
            <a:r>
              <a:rPr dirty="0" sz="2600" spc="95">
                <a:latin typeface="Microsoft Sans Serif"/>
                <a:cs typeface="Microsoft Sans Serif"/>
              </a:rPr>
              <a:t> </a:t>
            </a:r>
            <a:r>
              <a:rPr dirty="0" sz="2600" spc="145">
                <a:latin typeface="Microsoft Sans Serif"/>
                <a:cs typeface="Microsoft Sans Serif"/>
              </a:rPr>
              <a:t>tử</a:t>
            </a:r>
            <a:r>
              <a:rPr dirty="0" sz="2600" spc="7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(Áp</a:t>
            </a:r>
            <a:r>
              <a:rPr dirty="0" sz="2600" spc="8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dụng</a:t>
            </a:r>
            <a:r>
              <a:rPr dirty="0" sz="2600" spc="9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cho</a:t>
            </a:r>
            <a:r>
              <a:rPr dirty="0" sz="2600" spc="8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background</a:t>
            </a:r>
            <a:r>
              <a:rPr dirty="0" sz="2600" spc="10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là</a:t>
            </a:r>
            <a:r>
              <a:rPr dirty="0" sz="2600" spc="7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màu</a:t>
            </a:r>
            <a:r>
              <a:rPr dirty="0" sz="2600" spc="85">
                <a:latin typeface="Microsoft Sans Serif"/>
                <a:cs typeface="Microsoft Sans Serif"/>
              </a:rPr>
              <a:t> </a:t>
            </a:r>
            <a:r>
              <a:rPr dirty="0" sz="2600" spc="-20">
                <a:latin typeface="Microsoft Sans Serif"/>
                <a:cs typeface="Microsoft Sans Serif"/>
              </a:rPr>
              <a:t>sắc)</a:t>
            </a:r>
            <a:endParaRPr sz="26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435"/>
              </a:spcBef>
              <a:buSzPct val="54545"/>
              <a:buFont typeface="Microsoft Sans Serif"/>
              <a:buChar char="•"/>
              <a:tabLst>
                <a:tab pos="2839720" algn="l"/>
              </a:tabLst>
            </a:pPr>
            <a:r>
              <a:rPr dirty="0" sz="2200" spc="-20">
                <a:latin typeface="Arial MT"/>
                <a:cs typeface="Arial MT"/>
              </a:rPr>
              <a:t>border-</a:t>
            </a:r>
            <a:r>
              <a:rPr dirty="0" sz="2200">
                <a:latin typeface="Microsoft Sans Serif"/>
                <a:cs typeface="Microsoft Sans Serif"/>
              </a:rPr>
              <a:t>box: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Mặc định.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Đổ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màu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 spc="114">
                <a:latin typeface="Microsoft Sans Serif"/>
                <a:cs typeface="Microsoft Sans Serif"/>
              </a:rPr>
              <a:t>từ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content cho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đến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hết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border.</a:t>
            </a:r>
            <a:endParaRPr sz="22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315"/>
              </a:spcBef>
              <a:buSzPct val="54545"/>
              <a:buFont typeface="Microsoft Sans Serif"/>
              <a:buChar char="•"/>
              <a:tabLst>
                <a:tab pos="2839720" algn="l"/>
              </a:tabLst>
            </a:pPr>
            <a:r>
              <a:rPr dirty="0" sz="2200" spc="-25">
                <a:latin typeface="Arial MT"/>
                <a:cs typeface="Arial MT"/>
              </a:rPr>
              <a:t>padding-</a:t>
            </a:r>
            <a:r>
              <a:rPr dirty="0" sz="2200">
                <a:latin typeface="Microsoft Sans Serif"/>
                <a:cs typeface="Microsoft Sans Serif"/>
              </a:rPr>
              <a:t>box: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Đổ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màu </a:t>
            </a:r>
            <a:r>
              <a:rPr dirty="0" sz="2200" spc="114">
                <a:latin typeface="Microsoft Sans Serif"/>
                <a:cs typeface="Microsoft Sans Serif"/>
              </a:rPr>
              <a:t>từ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content cho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đến hết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padding.</a:t>
            </a:r>
            <a:endParaRPr sz="22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320"/>
              </a:spcBef>
              <a:buSzPct val="54545"/>
              <a:buFont typeface="Microsoft Sans Serif"/>
              <a:buChar char="•"/>
              <a:tabLst>
                <a:tab pos="2839720" algn="l"/>
              </a:tabLst>
            </a:pPr>
            <a:r>
              <a:rPr dirty="0" sz="2200" spc="-10">
                <a:latin typeface="Arial MT"/>
                <a:cs typeface="Arial MT"/>
              </a:rPr>
              <a:t>content-</a:t>
            </a:r>
            <a:r>
              <a:rPr dirty="0" sz="2200">
                <a:latin typeface="Microsoft Sans Serif"/>
                <a:cs typeface="Microsoft Sans Serif"/>
              </a:rPr>
              <a:t>box: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Chỉ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đổ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màu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phần</a:t>
            </a:r>
            <a:r>
              <a:rPr dirty="0" sz="2200" spc="-2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content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6787158"/>
            <a:ext cx="20104100" cy="1675130"/>
            <a:chOff x="0" y="6787158"/>
            <a:chExt cx="20104100" cy="167513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34" y="6866659"/>
              <a:ext cx="20047964" cy="152366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858709"/>
              <a:ext cx="20104099" cy="160316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787158"/>
              <a:ext cx="20104099" cy="159094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685204"/>
            <a:ext cx="12594590" cy="5034915"/>
          </a:xfrm>
          <a:prstGeom prst="rect">
            <a:avLst/>
          </a:prstGeom>
        </p:spPr>
        <p:txBody>
          <a:bodyPr wrap="square" lIns="0" tIns="26162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060"/>
              </a:spcBef>
              <a:buSzPct val="40677"/>
              <a:buChar char="•"/>
              <a:tabLst>
                <a:tab pos="577850" algn="l"/>
              </a:tabLst>
            </a:pPr>
            <a:r>
              <a:rPr dirty="0" sz="2950">
                <a:latin typeface="Microsoft Sans Serif"/>
                <a:cs typeface="Microsoft Sans Serif"/>
              </a:rPr>
              <a:t>Các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thuộc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tính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CSS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căn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 spc="-20">
                <a:latin typeface="Microsoft Sans Serif"/>
                <a:cs typeface="Microsoft Sans Serif"/>
              </a:rPr>
              <a:t>bản:</a:t>
            </a:r>
            <a:endParaRPr sz="295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605"/>
              </a:spcBef>
              <a:buSzPct val="50000"/>
              <a:buChar char="•"/>
              <a:tabLst>
                <a:tab pos="1331595" algn="l"/>
              </a:tabLst>
            </a:pPr>
            <a:r>
              <a:rPr dirty="0" sz="2400">
                <a:latin typeface="Microsoft Sans Serif"/>
                <a:cs typeface="Microsoft Sans Serif"/>
              </a:rPr>
              <a:t>Màu</a:t>
            </a:r>
            <a:r>
              <a:rPr dirty="0" sz="2400" spc="4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nền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(background</a:t>
            </a:r>
            <a:r>
              <a:rPr dirty="0" sz="2400" spc="-10">
                <a:latin typeface="Arial MT"/>
                <a:cs typeface="Arial MT"/>
              </a:rPr>
              <a:t>-color):</a:t>
            </a:r>
            <a:endParaRPr sz="240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375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25">
                <a:latin typeface="Arial MT"/>
                <a:cs typeface="Arial MT"/>
              </a:rPr>
              <a:t>background-</a:t>
            </a:r>
            <a:r>
              <a:rPr dirty="0" sz="2200">
                <a:latin typeface="Microsoft Sans Serif"/>
                <a:cs typeface="Microsoft Sans Serif"/>
              </a:rPr>
              <a:t>image:</a:t>
            </a:r>
            <a:r>
              <a:rPr dirty="0" sz="2200" spc="3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nền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là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hình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ảnh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hoặc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màu</a:t>
            </a:r>
            <a:r>
              <a:rPr dirty="0" sz="2200" spc="2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gradient.</a:t>
            </a:r>
            <a:endParaRPr sz="22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175"/>
              </a:spcBef>
              <a:buSzPct val="68571"/>
              <a:buChar char="•"/>
              <a:tabLst>
                <a:tab pos="2839720" algn="l"/>
              </a:tabLst>
            </a:pPr>
            <a:r>
              <a:rPr dirty="0" sz="1750">
                <a:latin typeface="Microsoft Sans Serif"/>
                <a:cs typeface="Microsoft Sans Serif"/>
              </a:rPr>
              <a:t>Giá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trị</a:t>
            </a:r>
            <a:r>
              <a:rPr dirty="0" sz="1750" spc="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là</a:t>
            </a:r>
            <a:r>
              <a:rPr dirty="0" sz="1750" spc="2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kiểu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hình</a:t>
            </a:r>
            <a:r>
              <a:rPr dirty="0" sz="1750" spc="25">
                <a:latin typeface="Microsoft Sans Serif"/>
                <a:cs typeface="Microsoft Sans Serif"/>
              </a:rPr>
              <a:t> </a:t>
            </a:r>
            <a:r>
              <a:rPr dirty="0" sz="1750" spc="-20">
                <a:latin typeface="Microsoft Sans Serif"/>
                <a:cs typeface="Microsoft Sans Serif"/>
              </a:rPr>
              <a:t>ảnh: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Arial MT"/>
                <a:cs typeface="Arial MT"/>
              </a:rPr>
              <a:t>image: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url("hinh-anh.jpg");</a:t>
            </a:r>
            <a:endParaRPr sz="1750">
              <a:latin typeface="Arial MT"/>
              <a:cs typeface="Arial MT"/>
            </a:endParaRPr>
          </a:p>
          <a:p>
            <a:pPr lvl="3" marL="2839720" indent="-419734">
              <a:lnSpc>
                <a:spcPct val="100000"/>
              </a:lnSpc>
              <a:spcBef>
                <a:spcPts val="1070"/>
              </a:spcBef>
              <a:buSzPct val="68571"/>
              <a:buChar char="•"/>
              <a:tabLst>
                <a:tab pos="2839720" algn="l"/>
              </a:tabLst>
            </a:pPr>
            <a:r>
              <a:rPr dirty="0" sz="1750">
                <a:latin typeface="Microsoft Sans Serif"/>
                <a:cs typeface="Microsoft Sans Serif"/>
              </a:rPr>
              <a:t>Có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thể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chèn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nhiều</a:t>
            </a:r>
            <a:r>
              <a:rPr dirty="0" sz="1750" spc="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hình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ảnh:</a:t>
            </a:r>
            <a:r>
              <a:rPr dirty="0" sz="1750" spc="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(url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nào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 spc="175">
                <a:latin typeface="Microsoft Sans Serif"/>
                <a:cs typeface="Microsoft Sans Serif"/>
              </a:rPr>
              <a:t>ở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 spc="75">
                <a:latin typeface="Microsoft Sans Serif"/>
                <a:cs typeface="Microsoft Sans Serif"/>
              </a:rPr>
              <a:t>trước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thì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sẽ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nằm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bên</a:t>
            </a:r>
            <a:r>
              <a:rPr dirty="0" sz="1750" spc="25">
                <a:latin typeface="Microsoft Sans Serif"/>
                <a:cs typeface="Microsoft Sans Serif"/>
              </a:rPr>
              <a:t> </a:t>
            </a:r>
            <a:r>
              <a:rPr dirty="0" sz="1750" spc="-10">
                <a:latin typeface="Microsoft Sans Serif"/>
                <a:cs typeface="Microsoft Sans Serif"/>
              </a:rPr>
              <a:t>trên)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Arial MT"/>
                <a:cs typeface="Arial MT"/>
              </a:rPr>
              <a:t>image:</a:t>
            </a:r>
            <a:r>
              <a:rPr dirty="0" sz="1750" spc="1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url("hinh-</a:t>
            </a:r>
            <a:r>
              <a:rPr dirty="0" sz="1750">
                <a:latin typeface="Arial MT"/>
                <a:cs typeface="Arial MT"/>
              </a:rPr>
              <a:t>1.png"),</a:t>
            </a:r>
            <a:r>
              <a:rPr dirty="0" sz="1750" spc="1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url("hinh-2.jpg");</a:t>
            </a:r>
            <a:endParaRPr sz="1750">
              <a:latin typeface="Arial MT"/>
              <a:cs typeface="Arial MT"/>
            </a:endParaRPr>
          </a:p>
          <a:p>
            <a:pPr lvl="3" marL="2839720" indent="-419734">
              <a:lnSpc>
                <a:spcPct val="100000"/>
              </a:lnSpc>
              <a:spcBef>
                <a:spcPts val="1065"/>
              </a:spcBef>
              <a:buSzPct val="68571"/>
              <a:buChar char="•"/>
              <a:tabLst>
                <a:tab pos="2839720" algn="l"/>
              </a:tabLst>
            </a:pPr>
            <a:r>
              <a:rPr dirty="0" sz="1750">
                <a:latin typeface="Microsoft Sans Serif"/>
                <a:cs typeface="Microsoft Sans Serif"/>
              </a:rPr>
              <a:t>Có thể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là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kiểu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gradient:</a:t>
            </a:r>
            <a:r>
              <a:rPr dirty="0" sz="1750" spc="-3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Tạo</a:t>
            </a:r>
            <a:r>
              <a:rPr dirty="0" sz="1750" spc="-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ra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một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dải màu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chuyển</a:t>
            </a:r>
            <a:r>
              <a:rPr dirty="0" sz="1750" spc="-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đổi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 spc="95">
                <a:latin typeface="Microsoft Sans Serif"/>
                <a:cs typeface="Microsoft Sans Serif"/>
              </a:rPr>
              <a:t>từ</a:t>
            </a:r>
            <a:r>
              <a:rPr dirty="0" sz="1750" spc="-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màu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này đến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màu </a:t>
            </a:r>
            <a:r>
              <a:rPr dirty="0" sz="1750" spc="-10">
                <a:latin typeface="Microsoft Sans Serif"/>
                <a:cs typeface="Microsoft Sans Serif"/>
              </a:rPr>
              <a:t>khác.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Char char="•"/>
              <a:tabLst>
                <a:tab pos="3593465" algn="l"/>
              </a:tabLst>
            </a:pPr>
            <a:r>
              <a:rPr dirty="0" sz="1750">
                <a:latin typeface="Microsoft Sans Serif"/>
                <a:cs typeface="Microsoft Sans Serif"/>
              </a:rPr>
              <a:t>Ví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dụ: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 spc="-10">
                <a:latin typeface="Microsoft Sans Serif"/>
                <a:cs typeface="Microsoft Sans Serif"/>
              </a:rPr>
              <a:t>background</a:t>
            </a:r>
            <a:r>
              <a:rPr dirty="0" sz="1750" spc="-10">
                <a:latin typeface="Arial MT"/>
                <a:cs typeface="Arial MT"/>
              </a:rPr>
              <a:t>-</a:t>
            </a:r>
            <a:r>
              <a:rPr dirty="0" sz="1750">
                <a:latin typeface="Arial MT"/>
                <a:cs typeface="Arial MT"/>
              </a:rPr>
              <a:t>image: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linear-</a:t>
            </a:r>
            <a:r>
              <a:rPr dirty="0" sz="1750">
                <a:latin typeface="Arial MT"/>
                <a:cs typeface="Arial MT"/>
              </a:rPr>
              <a:t>gradient(180deg,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#000000,</a:t>
            </a:r>
            <a:r>
              <a:rPr dirty="0" sz="1750" spc="-10">
                <a:latin typeface="Arial MT"/>
                <a:cs typeface="Arial MT"/>
              </a:rPr>
              <a:t> #ffffff);</a:t>
            </a:r>
            <a:endParaRPr sz="1750">
              <a:latin typeface="Arial MT"/>
              <a:cs typeface="Arial MT"/>
            </a:endParaRPr>
          </a:p>
          <a:p>
            <a:pPr lvl="3" marL="2839720" indent="-419734">
              <a:lnSpc>
                <a:spcPct val="100000"/>
              </a:lnSpc>
              <a:spcBef>
                <a:spcPts val="1065"/>
              </a:spcBef>
              <a:buSzPct val="68571"/>
              <a:buChar char="•"/>
              <a:tabLst>
                <a:tab pos="2839720" algn="l"/>
              </a:tabLst>
            </a:pPr>
            <a:r>
              <a:rPr dirty="0" sz="1750">
                <a:latin typeface="Microsoft Sans Serif"/>
                <a:cs typeface="Microsoft Sans Serif"/>
              </a:rPr>
              <a:t>Kết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 spc="55">
                <a:latin typeface="Microsoft Sans Serif"/>
                <a:cs typeface="Microsoft Sans Serif"/>
              </a:rPr>
              <a:t>hợp</a:t>
            </a:r>
            <a:r>
              <a:rPr dirty="0" sz="1750" spc="2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cả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hình</a:t>
            </a:r>
            <a:r>
              <a:rPr dirty="0" sz="1750" spc="3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ảnh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và</a:t>
            </a:r>
            <a:r>
              <a:rPr dirty="0" sz="1750" spc="25">
                <a:latin typeface="Microsoft Sans Serif"/>
                <a:cs typeface="Microsoft Sans Serif"/>
              </a:rPr>
              <a:t> </a:t>
            </a:r>
            <a:r>
              <a:rPr dirty="0" sz="1750" spc="-10">
                <a:latin typeface="Microsoft Sans Serif"/>
                <a:cs typeface="Microsoft Sans Serif"/>
              </a:rPr>
              <a:t>gradient: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70"/>
              </a:spcBef>
              <a:buSzPct val="68571"/>
              <a:buChar char="•"/>
              <a:tabLst>
                <a:tab pos="3593465" algn="l"/>
              </a:tabLst>
            </a:pPr>
            <a:r>
              <a:rPr dirty="0" sz="1750">
                <a:latin typeface="Microsoft Sans Serif"/>
                <a:cs typeface="Microsoft Sans Serif"/>
              </a:rPr>
              <a:t>Ví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dụ: </a:t>
            </a:r>
            <a:r>
              <a:rPr dirty="0" sz="1750" spc="-10">
                <a:latin typeface="Microsoft Sans Serif"/>
                <a:cs typeface="Microsoft Sans Serif"/>
              </a:rPr>
              <a:t>background</a:t>
            </a:r>
            <a:r>
              <a:rPr dirty="0" sz="1750" spc="-10">
                <a:latin typeface="Arial MT"/>
                <a:cs typeface="Arial MT"/>
              </a:rPr>
              <a:t>-</a:t>
            </a:r>
            <a:r>
              <a:rPr dirty="0" sz="1750">
                <a:latin typeface="Arial MT"/>
                <a:cs typeface="Arial MT"/>
              </a:rPr>
              <a:t>image:</a:t>
            </a:r>
            <a:r>
              <a:rPr dirty="0" sz="1750" spc="-3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linear-</a:t>
            </a:r>
            <a:r>
              <a:rPr dirty="0" sz="1750">
                <a:latin typeface="Arial MT"/>
                <a:cs typeface="Arial MT"/>
              </a:rPr>
              <a:t>gradient(180deg,</a:t>
            </a:r>
            <a:r>
              <a:rPr dirty="0" sz="1750" spc="-3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#00000080,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#ffffffad), url("hinh-anh.jpg");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28067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812841"/>
            <a:ext cx="14606269" cy="4718685"/>
          </a:xfrm>
          <a:prstGeom prst="rect">
            <a:avLst/>
          </a:prstGeom>
        </p:spPr>
        <p:txBody>
          <a:bodyPr wrap="square" lIns="0" tIns="290195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285"/>
              </a:spcBef>
              <a:buSzPct val="36363"/>
              <a:buFont typeface="Microsoft Sans Serif"/>
              <a:buChar char="•"/>
              <a:tabLst>
                <a:tab pos="577850" algn="l"/>
              </a:tabLst>
            </a:pPr>
            <a:r>
              <a:rPr dirty="0" sz="3300">
                <a:latin typeface="Arial MT"/>
                <a:cs typeface="Arial MT"/>
              </a:rPr>
              <a:t>Các</a:t>
            </a:r>
            <a:r>
              <a:rPr dirty="0" sz="3300" spc="-40">
                <a:latin typeface="Arial MT"/>
                <a:cs typeface="Arial MT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thuộc tính</a:t>
            </a:r>
            <a:r>
              <a:rPr dirty="0" sz="3300" spc="-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CSS căn </a:t>
            </a:r>
            <a:r>
              <a:rPr dirty="0" sz="3300" spc="-20">
                <a:latin typeface="Microsoft Sans Serif"/>
                <a:cs typeface="Microsoft Sans Serif"/>
              </a:rPr>
              <a:t>bản:</a:t>
            </a:r>
            <a:endParaRPr sz="33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785"/>
              </a:spcBef>
              <a:buSzPct val="46153"/>
              <a:buChar char="•"/>
              <a:tabLst>
                <a:tab pos="1331595" algn="l"/>
              </a:tabLst>
            </a:pPr>
            <a:r>
              <a:rPr dirty="0" sz="2600">
                <a:latin typeface="Microsoft Sans Serif"/>
                <a:cs typeface="Microsoft Sans Serif"/>
              </a:rPr>
              <a:t>Màu</a:t>
            </a:r>
            <a:r>
              <a:rPr dirty="0" sz="2600" spc="1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nền</a:t>
            </a:r>
            <a:r>
              <a:rPr dirty="0" sz="2600" spc="1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(background</a:t>
            </a:r>
            <a:r>
              <a:rPr dirty="0" sz="2600">
                <a:latin typeface="Arial MT"/>
                <a:cs typeface="Arial MT"/>
              </a:rPr>
              <a:t>-</a:t>
            </a:r>
            <a:r>
              <a:rPr dirty="0" sz="2600" spc="-10">
                <a:latin typeface="Arial MT"/>
                <a:cs typeface="Arial MT"/>
              </a:rPr>
              <a:t>color):</a:t>
            </a:r>
            <a:endParaRPr sz="260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535"/>
              </a:spcBef>
              <a:buSzPct val="50000"/>
              <a:buFont typeface="Microsoft Sans Serif"/>
              <a:buChar char="•"/>
              <a:tabLst>
                <a:tab pos="2085339" algn="l"/>
              </a:tabLst>
            </a:pPr>
            <a:r>
              <a:rPr dirty="0" sz="2400" spc="-10">
                <a:latin typeface="Arial MT"/>
                <a:cs typeface="Arial MT"/>
              </a:rPr>
              <a:t>background-</a:t>
            </a:r>
            <a:r>
              <a:rPr dirty="0" sz="2400">
                <a:latin typeface="Microsoft Sans Serif"/>
                <a:cs typeface="Microsoft Sans Serif"/>
              </a:rPr>
              <a:t>size:</a:t>
            </a:r>
            <a:r>
              <a:rPr dirty="0" sz="2400" spc="6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Kích</a:t>
            </a:r>
            <a:r>
              <a:rPr dirty="0" sz="2400" spc="80">
                <a:latin typeface="Microsoft Sans Serif"/>
                <a:cs typeface="Microsoft Sans Serif"/>
              </a:rPr>
              <a:t> </a:t>
            </a:r>
            <a:r>
              <a:rPr dirty="0" sz="2400" spc="105">
                <a:latin typeface="Microsoft Sans Serif"/>
                <a:cs typeface="Microsoft Sans Serif"/>
              </a:rPr>
              <a:t>thước</a:t>
            </a:r>
            <a:r>
              <a:rPr dirty="0" sz="2400" spc="8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của</a:t>
            </a:r>
            <a:r>
              <a:rPr dirty="0" sz="2400" spc="8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background.</a:t>
            </a:r>
            <a:endParaRPr sz="24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330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Giá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trị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có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thể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là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 spc="70">
                <a:latin typeface="Microsoft Sans Serif"/>
                <a:cs typeface="Microsoft Sans Serif"/>
              </a:rPr>
              <a:t>đơn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vị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(px,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%,</a:t>
            </a:r>
            <a:r>
              <a:rPr dirty="0" sz="1950" spc="40">
                <a:latin typeface="Microsoft Sans Serif"/>
                <a:cs typeface="Microsoft Sans Serif"/>
              </a:rPr>
              <a:t> </a:t>
            </a:r>
            <a:r>
              <a:rPr dirty="0" sz="1950" spc="270">
                <a:latin typeface="Microsoft Sans Serif"/>
                <a:cs typeface="Microsoft Sans Serif"/>
              </a:rPr>
              <a:t>…).</a:t>
            </a:r>
            <a:endParaRPr sz="19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220"/>
              </a:spcBef>
              <a:buSzPct val="61538"/>
              <a:buChar char="•"/>
              <a:tabLst>
                <a:tab pos="3593465" algn="l"/>
              </a:tabLst>
            </a:pPr>
            <a:r>
              <a:rPr dirty="0" sz="1950" spc="50">
                <a:latin typeface="Microsoft Sans Serif"/>
                <a:cs typeface="Microsoft Sans Serif"/>
              </a:rPr>
              <a:t>Ví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dụ: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background</a:t>
            </a:r>
            <a:r>
              <a:rPr dirty="0" sz="1950">
                <a:latin typeface="Arial MT"/>
                <a:cs typeface="Arial MT"/>
              </a:rPr>
              <a:t>-size: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100%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auto;</a:t>
            </a:r>
            <a:endParaRPr sz="1950">
              <a:latin typeface="Arial MT"/>
              <a:cs typeface="Arial MT"/>
            </a:endParaRPr>
          </a:p>
          <a:p>
            <a:pPr lvl="3" marL="2839720" indent="-419734">
              <a:lnSpc>
                <a:spcPct val="100000"/>
              </a:lnSpc>
              <a:spcBef>
                <a:spcPts val="1225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contain: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sẽ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dãn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hình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ảnh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để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hình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ảnh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nằm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trọn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trong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khung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element,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hình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ảnh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không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bị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 spc="50">
                <a:latin typeface="Microsoft Sans Serif"/>
                <a:cs typeface="Microsoft Sans Serif"/>
              </a:rPr>
              <a:t>vỡ.</a:t>
            </a:r>
            <a:endParaRPr sz="19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220"/>
              </a:spcBef>
              <a:buSzPct val="61538"/>
              <a:buChar char="•"/>
              <a:tabLst>
                <a:tab pos="3593465" algn="l"/>
              </a:tabLst>
            </a:pPr>
            <a:r>
              <a:rPr dirty="0" sz="1950" spc="50">
                <a:latin typeface="Microsoft Sans Serif"/>
                <a:cs typeface="Microsoft Sans Serif"/>
              </a:rPr>
              <a:t>Ví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dụ: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background</a:t>
            </a:r>
            <a:r>
              <a:rPr dirty="0" sz="1950">
                <a:latin typeface="Arial MT"/>
                <a:cs typeface="Arial MT"/>
              </a:rPr>
              <a:t>-size: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contain;</a:t>
            </a:r>
            <a:endParaRPr sz="1950">
              <a:latin typeface="Arial MT"/>
              <a:cs typeface="Arial MT"/>
            </a:endParaRPr>
          </a:p>
          <a:p>
            <a:pPr lvl="3" marL="2839720" indent="-419734">
              <a:lnSpc>
                <a:spcPct val="100000"/>
              </a:lnSpc>
              <a:spcBef>
                <a:spcPts val="1220"/>
              </a:spcBef>
              <a:buSzPct val="61538"/>
              <a:buChar char="•"/>
              <a:tabLst>
                <a:tab pos="2839720" algn="l"/>
              </a:tabLst>
            </a:pPr>
            <a:r>
              <a:rPr dirty="0" sz="1950">
                <a:latin typeface="Microsoft Sans Serif"/>
                <a:cs typeface="Microsoft Sans Serif"/>
              </a:rPr>
              <a:t>cover: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kéo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dãn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hình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ảnh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sao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cho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80">
                <a:latin typeface="Microsoft Sans Serif"/>
                <a:cs typeface="Microsoft Sans Serif"/>
              </a:rPr>
              <a:t>vừa</a:t>
            </a:r>
            <a:r>
              <a:rPr dirty="0" sz="1950" spc="60">
                <a:latin typeface="Microsoft Sans Serif"/>
                <a:cs typeface="Microsoft Sans Serif"/>
              </a:rPr>
              <a:t> với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khung,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cắt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bỏ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đi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50">
                <a:latin typeface="Microsoft Sans Serif"/>
                <a:cs typeface="Microsoft Sans Serif"/>
              </a:rPr>
              <a:t>những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ảnh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60">
                <a:latin typeface="Microsoft Sans Serif"/>
                <a:cs typeface="Microsoft Sans Serif"/>
              </a:rPr>
              <a:t>thừa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để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hình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ảnh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không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bị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 spc="50">
                <a:latin typeface="Microsoft Sans Serif"/>
                <a:cs typeface="Microsoft Sans Serif"/>
              </a:rPr>
              <a:t>vỡ.</a:t>
            </a:r>
            <a:endParaRPr sz="19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225"/>
              </a:spcBef>
              <a:buSzPct val="61538"/>
              <a:buChar char="•"/>
              <a:tabLst>
                <a:tab pos="3593465" algn="l"/>
              </a:tabLst>
            </a:pPr>
            <a:r>
              <a:rPr dirty="0" sz="1950" spc="50">
                <a:latin typeface="Microsoft Sans Serif"/>
                <a:cs typeface="Microsoft Sans Serif"/>
              </a:rPr>
              <a:t>Ví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dụ: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background</a:t>
            </a:r>
            <a:r>
              <a:rPr dirty="0" sz="1950">
                <a:latin typeface="Arial MT"/>
                <a:cs typeface="Arial MT"/>
              </a:rPr>
              <a:t>-size: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cover;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43688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059348"/>
            <a:ext cx="8658860" cy="1990089"/>
          </a:xfrm>
          <a:prstGeom prst="rect">
            <a:avLst/>
          </a:prstGeom>
        </p:spPr>
        <p:txBody>
          <a:bodyPr wrap="square" lIns="0" tIns="28956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280"/>
              </a:spcBef>
              <a:buSzPct val="36363"/>
              <a:buFont typeface="Microsoft Sans Serif"/>
              <a:buChar char="•"/>
              <a:tabLst>
                <a:tab pos="577850" algn="l"/>
              </a:tabLst>
            </a:pPr>
            <a:r>
              <a:rPr dirty="0" sz="3300">
                <a:latin typeface="Arial MT"/>
                <a:cs typeface="Arial MT"/>
              </a:rPr>
              <a:t>Các</a:t>
            </a:r>
            <a:r>
              <a:rPr dirty="0" sz="3300" spc="-30">
                <a:latin typeface="Arial MT"/>
                <a:cs typeface="Arial MT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thuộc</a:t>
            </a:r>
            <a:r>
              <a:rPr dirty="0" sz="3300" spc="1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tính CSS</a:t>
            </a:r>
            <a:r>
              <a:rPr dirty="0" sz="3300" spc="1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căn</a:t>
            </a:r>
            <a:r>
              <a:rPr dirty="0" sz="3300" spc="10">
                <a:latin typeface="Microsoft Sans Serif"/>
                <a:cs typeface="Microsoft Sans Serif"/>
              </a:rPr>
              <a:t> </a:t>
            </a:r>
            <a:r>
              <a:rPr dirty="0" sz="3300" spc="-20">
                <a:latin typeface="Microsoft Sans Serif"/>
                <a:cs typeface="Microsoft Sans Serif"/>
              </a:rPr>
              <a:t>bản:</a:t>
            </a:r>
            <a:endParaRPr sz="330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785"/>
              </a:spcBef>
              <a:buSzPct val="46153"/>
              <a:buChar char="•"/>
              <a:tabLst>
                <a:tab pos="1331595" algn="l"/>
              </a:tabLst>
            </a:pPr>
            <a:r>
              <a:rPr dirty="0" sz="2600">
                <a:latin typeface="Microsoft Sans Serif"/>
                <a:cs typeface="Microsoft Sans Serif"/>
              </a:rPr>
              <a:t>Màu</a:t>
            </a:r>
            <a:r>
              <a:rPr dirty="0" sz="2600" spc="1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nền</a:t>
            </a:r>
            <a:r>
              <a:rPr dirty="0" sz="2600" spc="1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(background</a:t>
            </a:r>
            <a:r>
              <a:rPr dirty="0" sz="2600">
                <a:latin typeface="Arial MT"/>
                <a:cs typeface="Arial MT"/>
              </a:rPr>
              <a:t>-</a:t>
            </a:r>
            <a:r>
              <a:rPr dirty="0" sz="2600" spc="-10">
                <a:latin typeface="Arial MT"/>
                <a:cs typeface="Arial MT"/>
              </a:rPr>
              <a:t>color):</a:t>
            </a:r>
            <a:endParaRPr sz="260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535"/>
              </a:spcBef>
              <a:buSzPct val="50000"/>
              <a:buFont typeface="Microsoft Sans Serif"/>
              <a:buChar char="•"/>
              <a:tabLst>
                <a:tab pos="2085339" algn="l"/>
              </a:tabLst>
            </a:pPr>
            <a:r>
              <a:rPr dirty="0" sz="2400" spc="-10">
                <a:latin typeface="Arial MT"/>
                <a:cs typeface="Arial MT"/>
              </a:rPr>
              <a:t>background-</a:t>
            </a:r>
            <a:r>
              <a:rPr dirty="0" sz="2400">
                <a:latin typeface="Microsoft Sans Serif"/>
                <a:cs typeface="Microsoft Sans Serif"/>
              </a:rPr>
              <a:t>repeat:</a:t>
            </a:r>
            <a:r>
              <a:rPr dirty="0" sz="2400" spc="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nền</a:t>
            </a:r>
            <a:r>
              <a:rPr dirty="0" sz="2400" spc="35">
                <a:latin typeface="Microsoft Sans Serif"/>
                <a:cs typeface="Microsoft Sans Serif"/>
              </a:rPr>
              <a:t> </a:t>
            </a:r>
            <a:r>
              <a:rPr dirty="0" sz="2400" spc="130">
                <a:latin typeface="Microsoft Sans Serif"/>
                <a:cs typeface="Microsoft Sans Serif"/>
              </a:rPr>
              <a:t>được</a:t>
            </a:r>
            <a:r>
              <a:rPr dirty="0" sz="2400" spc="4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lặp</a:t>
            </a:r>
            <a:r>
              <a:rPr dirty="0" sz="2400" spc="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lại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hay</a:t>
            </a:r>
            <a:r>
              <a:rPr dirty="0" sz="2400" spc="35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không.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17536" y="4738568"/>
            <a:ext cx="793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Microsoft Sans Serif"/>
                <a:cs typeface="Microsoft Sans Serif"/>
              </a:rPr>
              <a:t>•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17536" y="5190911"/>
            <a:ext cx="793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Microsoft Sans Serif"/>
                <a:cs typeface="Microsoft Sans Serif"/>
              </a:rPr>
              <a:t>•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17536" y="5643253"/>
            <a:ext cx="793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Microsoft Sans Serif"/>
                <a:cs typeface="Microsoft Sans Serif"/>
              </a:rPr>
              <a:t>•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17536" y="4037438"/>
            <a:ext cx="6731634" cy="18351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432434" indent="-419734">
              <a:lnSpc>
                <a:spcPct val="100000"/>
              </a:lnSpc>
              <a:spcBef>
                <a:spcPts val="1315"/>
              </a:spcBef>
              <a:buSzPct val="61538"/>
              <a:buChar char="•"/>
              <a:tabLst>
                <a:tab pos="432434" algn="l"/>
              </a:tabLst>
            </a:pPr>
            <a:r>
              <a:rPr dirty="0" sz="1950" spc="50">
                <a:latin typeface="Microsoft Sans Serif"/>
                <a:cs typeface="Microsoft Sans Serif"/>
              </a:rPr>
              <a:t>Ví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dụ:</a:t>
            </a:r>
            <a:endParaRPr sz="1950">
              <a:latin typeface="Microsoft Sans Serif"/>
              <a:cs typeface="Microsoft Sans Serif"/>
            </a:endParaRPr>
          </a:p>
          <a:p>
            <a:pPr marL="965835" marR="5080">
              <a:lnSpc>
                <a:spcPct val="152200"/>
              </a:lnSpc>
            </a:pPr>
            <a:r>
              <a:rPr dirty="0" sz="1950">
                <a:latin typeface="Arial MT"/>
                <a:cs typeface="Arial MT"/>
              </a:rPr>
              <a:t>background-repeat: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no-</a:t>
            </a:r>
            <a:r>
              <a:rPr dirty="0" sz="1950">
                <a:latin typeface="Microsoft Sans Serif"/>
                <a:cs typeface="Microsoft Sans Serif"/>
              </a:rPr>
              <a:t>repeat;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//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Không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lặp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lại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ảnh </a:t>
            </a:r>
            <a:r>
              <a:rPr dirty="0" sz="1950">
                <a:latin typeface="Arial MT"/>
                <a:cs typeface="Arial MT"/>
              </a:rPr>
              <a:t>background-repeat: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repeat-</a:t>
            </a:r>
            <a:r>
              <a:rPr dirty="0" sz="1950">
                <a:latin typeface="Microsoft Sans Serif"/>
                <a:cs typeface="Microsoft Sans Serif"/>
              </a:rPr>
              <a:t>x;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//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Lặp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theo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trục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ngang </a:t>
            </a:r>
            <a:r>
              <a:rPr dirty="0" sz="1950">
                <a:latin typeface="Arial MT"/>
                <a:cs typeface="Arial MT"/>
              </a:rPr>
              <a:t>background-repeat: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repeat-</a:t>
            </a:r>
            <a:r>
              <a:rPr dirty="0" sz="1950">
                <a:latin typeface="Microsoft Sans Serif"/>
                <a:cs typeface="Microsoft Sans Serif"/>
              </a:rPr>
              <a:t>y;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//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Lặp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theo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trục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dọc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63632" y="5833041"/>
            <a:ext cx="16849725" cy="2502535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570"/>
              </a:spcBef>
              <a:buSzPct val="50000"/>
              <a:buFont typeface="Microsoft Sans Serif"/>
              <a:buChar char="•"/>
              <a:tabLst>
                <a:tab pos="431800" algn="l"/>
              </a:tabLst>
            </a:pPr>
            <a:r>
              <a:rPr dirty="0" sz="2400" spc="-10">
                <a:latin typeface="Arial MT"/>
                <a:cs typeface="Arial MT"/>
              </a:rPr>
              <a:t>background-</a:t>
            </a:r>
            <a:r>
              <a:rPr dirty="0" sz="2400">
                <a:latin typeface="Microsoft Sans Serif"/>
                <a:cs typeface="Microsoft Sans Serif"/>
              </a:rPr>
              <a:t>origin:</a:t>
            </a:r>
            <a:r>
              <a:rPr dirty="0" sz="2400" spc="5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giống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background</a:t>
            </a:r>
            <a:r>
              <a:rPr dirty="0" sz="2400" spc="-10">
                <a:latin typeface="Arial MT"/>
                <a:cs typeface="Arial MT"/>
              </a:rPr>
              <a:t>-</a:t>
            </a:r>
            <a:r>
              <a:rPr dirty="0" sz="2400">
                <a:latin typeface="Microsoft Sans Serif"/>
                <a:cs typeface="Microsoft Sans Serif"/>
              </a:rPr>
              <a:t>clip,</a:t>
            </a:r>
            <a:r>
              <a:rPr dirty="0" sz="2400" spc="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nhưng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blackground</a:t>
            </a:r>
            <a:r>
              <a:rPr dirty="0" sz="2400" spc="-10">
                <a:latin typeface="Arial MT"/>
                <a:cs typeface="Arial MT"/>
              </a:rPr>
              <a:t>-</a:t>
            </a:r>
            <a:r>
              <a:rPr dirty="0" sz="2400">
                <a:latin typeface="Microsoft Sans Serif"/>
                <a:cs typeface="Microsoft Sans Serif"/>
              </a:rPr>
              <a:t>clip</a:t>
            </a:r>
            <a:r>
              <a:rPr dirty="0" sz="2400" spc="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là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dành</a:t>
            </a:r>
            <a:r>
              <a:rPr dirty="0" sz="2400" spc="5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cho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nền</a:t>
            </a:r>
            <a:r>
              <a:rPr dirty="0" sz="2400" spc="5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là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màu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sắc,</a:t>
            </a:r>
            <a:r>
              <a:rPr dirty="0" sz="2400" spc="5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còn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background</a:t>
            </a:r>
            <a:r>
              <a:rPr dirty="0" sz="2400" spc="-10">
                <a:latin typeface="Arial MT"/>
                <a:cs typeface="Arial MT"/>
              </a:rPr>
              <a:t>-</a:t>
            </a:r>
            <a:r>
              <a:rPr dirty="0" sz="2400">
                <a:latin typeface="Arial MT"/>
                <a:cs typeface="Arial MT"/>
              </a:rPr>
              <a:t>origin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là</a:t>
            </a:r>
            <a:endParaRPr sz="240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470"/>
              </a:spcBef>
              <a:tabLst>
                <a:tab pos="2466340" algn="l"/>
              </a:tabLst>
            </a:pPr>
            <a:r>
              <a:rPr dirty="0" sz="2400">
                <a:latin typeface="Microsoft Sans Serif"/>
                <a:cs typeface="Microsoft Sans Serif"/>
              </a:rPr>
              <a:t>dùng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cho</a:t>
            </a:r>
            <a:r>
              <a:rPr dirty="0" sz="2400" spc="25">
                <a:latin typeface="Microsoft Sans Serif"/>
                <a:cs typeface="Microsoft Sans Serif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nền</a:t>
            </a:r>
            <a:r>
              <a:rPr dirty="0" sz="2400">
                <a:latin typeface="Microsoft Sans Serif"/>
                <a:cs typeface="Microsoft Sans Serif"/>
              </a:rPr>
              <a:t>	</a:t>
            </a:r>
            <a:r>
              <a:rPr dirty="0" sz="2400" spc="-20">
                <a:latin typeface="Microsoft Sans Serif"/>
                <a:cs typeface="Microsoft Sans Serif"/>
              </a:rPr>
              <a:t>ảnh.</a:t>
            </a:r>
            <a:endParaRPr sz="2400">
              <a:latin typeface="Microsoft Sans Serif"/>
              <a:cs typeface="Microsoft Sans Serif"/>
            </a:endParaRPr>
          </a:p>
          <a:p>
            <a:pPr lvl="1" marL="1186180" indent="-419734">
              <a:lnSpc>
                <a:spcPct val="100000"/>
              </a:lnSpc>
              <a:spcBef>
                <a:spcPts val="1330"/>
              </a:spcBef>
              <a:buSzPct val="61538"/>
              <a:buFont typeface="Microsoft Sans Serif"/>
              <a:buChar char="•"/>
              <a:tabLst>
                <a:tab pos="1186180" algn="l"/>
              </a:tabLst>
            </a:pPr>
            <a:r>
              <a:rPr dirty="0" sz="1950">
                <a:latin typeface="Arial MT"/>
                <a:cs typeface="Arial MT"/>
              </a:rPr>
              <a:t>content-</a:t>
            </a:r>
            <a:r>
              <a:rPr dirty="0" sz="1950">
                <a:latin typeface="Microsoft Sans Serif"/>
                <a:cs typeface="Microsoft Sans Serif"/>
              </a:rPr>
              <a:t>box: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background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chỉ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chiếm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content.</a:t>
            </a:r>
            <a:endParaRPr sz="1950">
              <a:latin typeface="Microsoft Sans Serif"/>
              <a:cs typeface="Microsoft Sans Serif"/>
            </a:endParaRPr>
          </a:p>
          <a:p>
            <a:pPr lvl="1" marL="1186180" indent="-419734">
              <a:lnSpc>
                <a:spcPct val="100000"/>
              </a:lnSpc>
              <a:spcBef>
                <a:spcPts val="1220"/>
              </a:spcBef>
              <a:buSzPct val="61538"/>
              <a:buFont typeface="Microsoft Sans Serif"/>
              <a:buChar char="•"/>
              <a:tabLst>
                <a:tab pos="1186180" algn="l"/>
              </a:tabLst>
            </a:pPr>
            <a:r>
              <a:rPr dirty="0" sz="1950">
                <a:latin typeface="Arial MT"/>
                <a:cs typeface="Arial MT"/>
              </a:rPr>
              <a:t>padding-</a:t>
            </a:r>
            <a:r>
              <a:rPr dirty="0" sz="1950">
                <a:latin typeface="Microsoft Sans Serif"/>
                <a:cs typeface="Microsoft Sans Serif"/>
              </a:rPr>
              <a:t>box: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background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chiếm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content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và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padding.</a:t>
            </a:r>
            <a:endParaRPr sz="1950">
              <a:latin typeface="Microsoft Sans Serif"/>
              <a:cs typeface="Microsoft Sans Serif"/>
            </a:endParaRPr>
          </a:p>
          <a:p>
            <a:pPr lvl="1" marL="1186180" indent="-419734">
              <a:lnSpc>
                <a:spcPct val="100000"/>
              </a:lnSpc>
              <a:spcBef>
                <a:spcPts val="1225"/>
              </a:spcBef>
              <a:buSzPct val="61538"/>
              <a:buFont typeface="Microsoft Sans Serif"/>
              <a:buChar char="•"/>
              <a:tabLst>
                <a:tab pos="1186180" algn="l"/>
              </a:tabLst>
            </a:pPr>
            <a:r>
              <a:rPr dirty="0" sz="1950">
                <a:latin typeface="Arial MT"/>
                <a:cs typeface="Arial MT"/>
              </a:rPr>
              <a:t>border-</a:t>
            </a:r>
            <a:r>
              <a:rPr dirty="0" sz="1950">
                <a:latin typeface="Microsoft Sans Serif"/>
                <a:cs typeface="Microsoft Sans Serif"/>
              </a:rPr>
              <a:t>box: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background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chiếm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phần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content,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padding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và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border.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10070" y="2679029"/>
            <a:ext cx="13927455" cy="5939790"/>
          </a:xfrm>
          <a:prstGeom prst="rect">
            <a:avLst/>
          </a:prstGeom>
        </p:spPr>
        <p:txBody>
          <a:bodyPr wrap="square" lIns="0" tIns="26162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060"/>
              </a:spcBef>
              <a:buSzPct val="40677"/>
              <a:buFont typeface="Microsoft Sans Serif"/>
              <a:buChar char="•"/>
              <a:tabLst>
                <a:tab pos="577850" algn="l"/>
              </a:tabLst>
            </a:pPr>
            <a:r>
              <a:rPr dirty="0" sz="2950">
                <a:latin typeface="Arial MT"/>
                <a:cs typeface="Arial MT"/>
              </a:rPr>
              <a:t>Các</a:t>
            </a:r>
            <a:r>
              <a:rPr dirty="0" sz="2950" spc="15">
                <a:latin typeface="Arial MT"/>
                <a:cs typeface="Arial MT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thuộc</a:t>
            </a:r>
            <a:r>
              <a:rPr dirty="0" sz="2950" spc="60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tính</a:t>
            </a:r>
            <a:r>
              <a:rPr dirty="0" sz="2950" spc="5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CSS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căn</a:t>
            </a:r>
            <a:r>
              <a:rPr dirty="0" sz="2950" spc="65">
                <a:latin typeface="Microsoft Sans Serif"/>
                <a:cs typeface="Microsoft Sans Serif"/>
              </a:rPr>
              <a:t> </a:t>
            </a:r>
            <a:r>
              <a:rPr dirty="0" sz="2950" spc="-20">
                <a:latin typeface="Microsoft Sans Serif"/>
                <a:cs typeface="Microsoft Sans Serif"/>
              </a:rPr>
              <a:t>bản:</a:t>
            </a:r>
            <a:endParaRPr sz="2950">
              <a:latin typeface="Microsoft Sans Serif"/>
              <a:cs typeface="Microsoft Sans Serif"/>
            </a:endParaRPr>
          </a:p>
          <a:p>
            <a:pPr lvl="1" marL="1331595" indent="-525145">
              <a:lnSpc>
                <a:spcPct val="100000"/>
              </a:lnSpc>
              <a:spcBef>
                <a:spcPts val="1605"/>
              </a:spcBef>
              <a:buSzPct val="50000"/>
              <a:buChar char="•"/>
              <a:tabLst>
                <a:tab pos="1331595" algn="l"/>
              </a:tabLst>
            </a:pPr>
            <a:r>
              <a:rPr dirty="0" sz="2400">
                <a:latin typeface="Microsoft Sans Serif"/>
                <a:cs typeface="Microsoft Sans Serif"/>
              </a:rPr>
              <a:t>Màu</a:t>
            </a:r>
            <a:r>
              <a:rPr dirty="0" sz="2400" spc="4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nền</a:t>
            </a:r>
            <a:r>
              <a:rPr dirty="0" sz="2400" spc="60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(background</a:t>
            </a:r>
            <a:r>
              <a:rPr dirty="0" sz="2400" spc="-10">
                <a:latin typeface="Arial MT"/>
                <a:cs typeface="Arial MT"/>
              </a:rPr>
              <a:t>-color):</a:t>
            </a:r>
            <a:endParaRPr sz="240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380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25">
                <a:latin typeface="Arial MT"/>
                <a:cs typeface="Arial MT"/>
              </a:rPr>
              <a:t>background-</a:t>
            </a:r>
            <a:r>
              <a:rPr dirty="0" sz="2200">
                <a:latin typeface="Microsoft Sans Serif"/>
                <a:cs typeface="Microsoft Sans Serif"/>
              </a:rPr>
              <a:t>position:</a:t>
            </a:r>
            <a:r>
              <a:rPr dirty="0" sz="2200" spc="3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vị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trí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hình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nền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so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 spc="60">
                <a:latin typeface="Microsoft Sans Serif"/>
                <a:cs typeface="Microsoft Sans Serif"/>
              </a:rPr>
              <a:t>với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element.</a:t>
            </a:r>
            <a:r>
              <a:rPr dirty="0" sz="2200" spc="2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Có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các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giá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trị: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top,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left,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right,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bottom,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center.</a:t>
            </a:r>
            <a:endParaRPr sz="22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175"/>
              </a:spcBef>
              <a:buSzPct val="68571"/>
              <a:buChar char="•"/>
              <a:tabLst>
                <a:tab pos="2839720" algn="l"/>
              </a:tabLst>
            </a:pPr>
            <a:r>
              <a:rPr dirty="0" sz="1750">
                <a:latin typeface="Microsoft Sans Serif"/>
                <a:cs typeface="Microsoft Sans Serif"/>
              </a:rPr>
              <a:t>Ví</a:t>
            </a:r>
            <a:r>
              <a:rPr dirty="0" sz="1750" spc="114">
                <a:latin typeface="Microsoft Sans Serif"/>
                <a:cs typeface="Microsoft Sans Serif"/>
              </a:rPr>
              <a:t> </a:t>
            </a:r>
            <a:r>
              <a:rPr dirty="0" sz="1750" spc="-25">
                <a:latin typeface="Microsoft Sans Serif"/>
                <a:cs typeface="Microsoft Sans Serif"/>
              </a:rPr>
              <a:t>dụ: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Arial MT"/>
                <a:cs typeface="Arial MT"/>
              </a:rPr>
              <a:t>position: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top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left;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//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trên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-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trái</a:t>
            </a:r>
            <a:endParaRPr sz="1750">
              <a:latin typeface="Arial MT"/>
              <a:cs typeface="Arial MT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Arial MT"/>
                <a:cs typeface="Arial MT"/>
              </a:rPr>
              <a:t>position: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top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right;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//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trên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-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 spc="-20">
                <a:latin typeface="Microsoft Sans Serif"/>
                <a:cs typeface="Microsoft Sans Serif"/>
              </a:rPr>
              <a:t>phải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Arial MT"/>
                <a:cs typeface="Arial MT"/>
              </a:rPr>
              <a:t>position: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top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center;</a:t>
            </a:r>
            <a:r>
              <a:rPr dirty="0" sz="1750" spc="-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//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trên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-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 spc="-20">
                <a:latin typeface="Microsoft Sans Serif"/>
                <a:cs typeface="Microsoft Sans Serif"/>
              </a:rPr>
              <a:t>giữa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70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Microsoft Sans Serif"/>
                <a:cs typeface="Microsoft Sans Serif"/>
              </a:rPr>
              <a:t>position:</a:t>
            </a:r>
            <a:r>
              <a:rPr dirty="0" sz="1750" spc="-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bottom left;</a:t>
            </a:r>
            <a:r>
              <a:rPr dirty="0" sz="1750" spc="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//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 spc="80">
                <a:latin typeface="Microsoft Sans Serif"/>
                <a:cs typeface="Microsoft Sans Serif"/>
              </a:rPr>
              <a:t>dưới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Arial MT"/>
                <a:cs typeface="Arial MT"/>
              </a:rPr>
              <a:t>-</a:t>
            </a:r>
            <a:r>
              <a:rPr dirty="0" sz="1750" spc="-20">
                <a:latin typeface="Arial MT"/>
                <a:cs typeface="Arial MT"/>
              </a:rPr>
              <a:t> trái</a:t>
            </a:r>
            <a:endParaRPr sz="1750">
              <a:latin typeface="Arial MT"/>
              <a:cs typeface="Arial MT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Microsoft Sans Serif"/>
                <a:cs typeface="Microsoft Sans Serif"/>
              </a:rPr>
              <a:t>position:</a:t>
            </a:r>
            <a:r>
              <a:rPr dirty="0" sz="1750" spc="-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bottom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right;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//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 spc="80">
                <a:latin typeface="Microsoft Sans Serif"/>
                <a:cs typeface="Microsoft Sans Serif"/>
              </a:rPr>
              <a:t>dưới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Arial MT"/>
                <a:cs typeface="Arial MT"/>
              </a:rPr>
              <a:t>-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 spc="-20">
                <a:latin typeface="Microsoft Sans Serif"/>
                <a:cs typeface="Microsoft Sans Serif"/>
              </a:rPr>
              <a:t>phải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Microsoft Sans Serif"/>
                <a:cs typeface="Microsoft Sans Serif"/>
              </a:rPr>
              <a:t>position:</a:t>
            </a:r>
            <a:r>
              <a:rPr dirty="0" sz="1750" spc="-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bottom</a:t>
            </a:r>
            <a:r>
              <a:rPr dirty="0" sz="1750" spc="-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30px right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20px;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//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cách</a:t>
            </a:r>
            <a:r>
              <a:rPr dirty="0" sz="1750" spc="-10">
                <a:latin typeface="Microsoft Sans Serif"/>
                <a:cs typeface="Microsoft Sans Serif"/>
              </a:rPr>
              <a:t> </a:t>
            </a:r>
            <a:r>
              <a:rPr dirty="0" sz="1750" spc="85">
                <a:latin typeface="Microsoft Sans Serif"/>
                <a:cs typeface="Microsoft Sans Serif"/>
              </a:rPr>
              <a:t>dưới</a:t>
            </a:r>
            <a:r>
              <a:rPr dirty="0" sz="1750">
                <a:latin typeface="Microsoft Sans Serif"/>
                <a:cs typeface="Microsoft Sans Serif"/>
              </a:rPr>
              <a:t> 30px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Arial MT"/>
                <a:cs typeface="Arial MT"/>
              </a:rPr>
              <a:t>-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cách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phải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 spc="-20">
                <a:latin typeface="Microsoft Sans Serif"/>
                <a:cs typeface="Microsoft Sans Serif"/>
              </a:rPr>
              <a:t>20px</a:t>
            </a:r>
            <a:endParaRPr sz="1750">
              <a:latin typeface="Microsoft Sans Serif"/>
              <a:cs typeface="Microsoft Sans Serif"/>
            </a:endParaRPr>
          </a:p>
          <a:p>
            <a:pPr lvl="2" marL="2085339" indent="-419100">
              <a:lnSpc>
                <a:spcPct val="100000"/>
              </a:lnSpc>
              <a:spcBef>
                <a:spcPts val="1210"/>
              </a:spcBef>
              <a:buSzPct val="54545"/>
              <a:buFont typeface="Microsoft Sans Serif"/>
              <a:buChar char="•"/>
              <a:tabLst>
                <a:tab pos="2085339" algn="l"/>
              </a:tabLst>
            </a:pPr>
            <a:r>
              <a:rPr dirty="0" sz="2200" spc="-25">
                <a:latin typeface="Arial MT"/>
                <a:cs typeface="Arial MT"/>
              </a:rPr>
              <a:t>background-</a:t>
            </a:r>
            <a:r>
              <a:rPr dirty="0" sz="2200">
                <a:latin typeface="Microsoft Sans Serif"/>
                <a:cs typeface="Microsoft Sans Serif"/>
              </a:rPr>
              <a:t>attachment:</a:t>
            </a:r>
            <a:r>
              <a:rPr dirty="0" sz="2200" spc="2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nền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sẽ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 spc="105">
                <a:latin typeface="Microsoft Sans Serif"/>
                <a:cs typeface="Microsoft Sans Serif"/>
              </a:rPr>
              <a:t>được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cuộn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hoặc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cố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định.</a:t>
            </a:r>
            <a:endParaRPr sz="22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175"/>
              </a:spcBef>
              <a:buSzPct val="68571"/>
              <a:buChar char="•"/>
              <a:tabLst>
                <a:tab pos="2839720" algn="l"/>
              </a:tabLst>
            </a:pPr>
            <a:r>
              <a:rPr dirty="0" sz="1750">
                <a:latin typeface="Microsoft Sans Serif"/>
                <a:cs typeface="Microsoft Sans Serif"/>
              </a:rPr>
              <a:t>Ví</a:t>
            </a:r>
            <a:r>
              <a:rPr dirty="0" sz="1750" spc="114">
                <a:latin typeface="Microsoft Sans Serif"/>
                <a:cs typeface="Microsoft Sans Serif"/>
              </a:rPr>
              <a:t> </a:t>
            </a:r>
            <a:r>
              <a:rPr dirty="0" sz="1750" spc="-25">
                <a:latin typeface="Microsoft Sans Serif"/>
                <a:cs typeface="Microsoft Sans Serif"/>
              </a:rPr>
              <a:t>dụ:</a:t>
            </a:r>
            <a:endParaRPr sz="175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065"/>
              </a:spcBef>
              <a:buSzPct val="68571"/>
              <a:buFont typeface="Microsoft Sans Serif"/>
              <a:buChar char="•"/>
              <a:tabLst>
                <a:tab pos="3593465" algn="l"/>
              </a:tabLst>
            </a:pPr>
            <a:r>
              <a:rPr dirty="0" sz="1750" spc="-10">
                <a:latin typeface="Arial MT"/>
                <a:cs typeface="Arial MT"/>
              </a:rPr>
              <a:t>background-</a:t>
            </a:r>
            <a:r>
              <a:rPr dirty="0" sz="1750">
                <a:latin typeface="Microsoft Sans Serif"/>
                <a:cs typeface="Microsoft Sans Serif"/>
              </a:rPr>
              <a:t>attachment:</a:t>
            </a:r>
            <a:r>
              <a:rPr dirty="0" sz="1750" spc="-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fixed;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//</a:t>
            </a:r>
            <a:r>
              <a:rPr dirty="0" sz="1750" spc="2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Hình</a:t>
            </a:r>
            <a:r>
              <a:rPr dirty="0" sz="1750" spc="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nền</a:t>
            </a:r>
            <a:r>
              <a:rPr dirty="0" sz="1750" spc="5">
                <a:latin typeface="Microsoft Sans Serif"/>
                <a:cs typeface="Microsoft Sans Serif"/>
              </a:rPr>
              <a:t> </a:t>
            </a:r>
            <a:r>
              <a:rPr dirty="0" sz="1750" spc="95">
                <a:latin typeface="Microsoft Sans Serif"/>
                <a:cs typeface="Microsoft Sans Serif"/>
              </a:rPr>
              <a:t>được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fix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cố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định</a:t>
            </a:r>
            <a:r>
              <a:rPr dirty="0" sz="1750" spc="15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khi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di</a:t>
            </a:r>
            <a:r>
              <a:rPr dirty="0" sz="1750" spc="10">
                <a:latin typeface="Microsoft Sans Serif"/>
                <a:cs typeface="Microsoft Sans Serif"/>
              </a:rPr>
              <a:t> </a:t>
            </a:r>
            <a:r>
              <a:rPr dirty="0" sz="1750">
                <a:latin typeface="Microsoft Sans Serif"/>
                <a:cs typeface="Microsoft Sans Serif"/>
              </a:rPr>
              <a:t>cuộn </a:t>
            </a:r>
            <a:r>
              <a:rPr dirty="0" sz="1750" spc="-25">
                <a:latin typeface="Microsoft Sans Serif"/>
                <a:cs typeface="Microsoft Sans Serif"/>
              </a:rPr>
              <a:t>web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833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/>
              <a:t>hương</a:t>
            </a:r>
            <a:r>
              <a:rPr dirty="0" spc="5"/>
              <a:t> </a:t>
            </a:r>
            <a:r>
              <a:rPr dirty="0"/>
              <a:t>III:</a:t>
            </a:r>
            <a:r>
              <a:rPr dirty="0" spc="5"/>
              <a:t> </a:t>
            </a:r>
            <a:r>
              <a:rPr dirty="0" spc="-25"/>
              <a:t>C</a:t>
            </a:r>
            <a:r>
              <a:rPr dirty="0" spc="-25">
                <a:latin typeface="Times New Roman"/>
                <a:cs typeface="Times New Roman"/>
              </a:rPr>
              <a:t>SS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20"/>
              </a:lnSpc>
            </a:pPr>
            <a:r>
              <a:rPr dirty="0"/>
              <a:t>Slide:</a:t>
            </a:r>
            <a:r>
              <a:rPr dirty="0" spc="5"/>
              <a:t> </a:t>
            </a:r>
            <a:r>
              <a:rPr dirty="0" spc="235">
                <a:latin typeface="Microsoft Sans Serif"/>
                <a:cs typeface="Microsoft Sans Serif"/>
              </a:rPr>
              <a:t>số….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7559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170"/>
              </a:spcBef>
              <a:buSzPct val="36363"/>
              <a:buChar char="•"/>
              <a:tabLst>
                <a:tab pos="577850" algn="l"/>
              </a:tabLst>
            </a:pPr>
            <a:r>
              <a:rPr dirty="0"/>
              <a:t>Các</a:t>
            </a:r>
            <a:r>
              <a:rPr dirty="0" spc="10"/>
              <a:t> </a:t>
            </a:r>
            <a:r>
              <a:rPr dirty="0"/>
              <a:t>thuộc</a:t>
            </a:r>
            <a:r>
              <a:rPr dirty="0" spc="15"/>
              <a:t> </a:t>
            </a:r>
            <a:r>
              <a:rPr dirty="0"/>
              <a:t>tính CSS</a:t>
            </a:r>
            <a:r>
              <a:rPr dirty="0" spc="15"/>
              <a:t> </a:t>
            </a:r>
            <a:r>
              <a:rPr dirty="0"/>
              <a:t>căn</a:t>
            </a:r>
            <a:r>
              <a:rPr dirty="0" spc="10"/>
              <a:t> </a:t>
            </a:r>
            <a:r>
              <a:rPr dirty="0" spc="-20"/>
              <a:t>bản:</a:t>
            </a:r>
          </a:p>
          <a:p>
            <a:pPr lvl="1" marL="1331595" indent="-525145">
              <a:lnSpc>
                <a:spcPct val="100000"/>
              </a:lnSpc>
              <a:spcBef>
                <a:spcPts val="1885"/>
              </a:spcBef>
              <a:buSzPct val="40677"/>
              <a:buChar char="•"/>
              <a:tabLst>
                <a:tab pos="1331595" algn="l"/>
              </a:tabLst>
            </a:pPr>
            <a:r>
              <a:rPr dirty="0" sz="2950">
                <a:latin typeface="Microsoft Sans Serif"/>
                <a:cs typeface="Microsoft Sans Serif"/>
              </a:rPr>
              <a:t>Màu</a:t>
            </a:r>
            <a:r>
              <a:rPr dirty="0" sz="2950" spc="60">
                <a:latin typeface="Microsoft Sans Serif"/>
                <a:cs typeface="Microsoft Sans Serif"/>
              </a:rPr>
              <a:t> </a:t>
            </a:r>
            <a:r>
              <a:rPr dirty="0" sz="2950">
                <a:latin typeface="Microsoft Sans Serif"/>
                <a:cs typeface="Microsoft Sans Serif"/>
              </a:rPr>
              <a:t>nền</a:t>
            </a:r>
            <a:r>
              <a:rPr dirty="0" sz="2950" spc="60">
                <a:latin typeface="Microsoft Sans Serif"/>
                <a:cs typeface="Microsoft Sans Serif"/>
              </a:rPr>
              <a:t> </a:t>
            </a:r>
            <a:r>
              <a:rPr dirty="0" sz="2950" spc="-10">
                <a:latin typeface="Microsoft Sans Serif"/>
                <a:cs typeface="Microsoft Sans Serif"/>
              </a:rPr>
              <a:t>(background</a:t>
            </a:r>
            <a:r>
              <a:rPr dirty="0" sz="2950" spc="-10">
                <a:latin typeface="Arial MT"/>
                <a:cs typeface="Arial MT"/>
              </a:rPr>
              <a:t>-color):</a:t>
            </a:r>
            <a:endParaRPr sz="2950">
              <a:latin typeface="Arial MT"/>
              <a:cs typeface="Arial MT"/>
            </a:endParaRPr>
          </a:p>
          <a:p>
            <a:pPr lvl="2" marL="2085339" indent="-419100">
              <a:lnSpc>
                <a:spcPct val="100000"/>
              </a:lnSpc>
              <a:spcBef>
                <a:spcPts val="1705"/>
              </a:spcBef>
              <a:buSzPct val="46153"/>
              <a:buChar char="•"/>
              <a:tabLst>
                <a:tab pos="2085339" algn="l"/>
              </a:tabLst>
            </a:pPr>
            <a:r>
              <a:rPr dirty="0" sz="2600">
                <a:latin typeface="Microsoft Sans Serif"/>
                <a:cs typeface="Microsoft Sans Serif"/>
              </a:rPr>
              <a:t>background</a:t>
            </a:r>
            <a:r>
              <a:rPr dirty="0" sz="2600" spc="1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(cách</a:t>
            </a:r>
            <a:r>
              <a:rPr dirty="0" sz="2600" spc="114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viết</a:t>
            </a:r>
            <a:r>
              <a:rPr dirty="0" sz="2600" spc="10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ngắn).</a:t>
            </a:r>
            <a:endParaRPr sz="2600">
              <a:latin typeface="Microsoft Sans Serif"/>
              <a:cs typeface="Microsoft Sans Serif"/>
            </a:endParaRPr>
          </a:p>
          <a:p>
            <a:pPr lvl="3" marL="2839720" indent="-419734">
              <a:lnSpc>
                <a:spcPct val="100000"/>
              </a:lnSpc>
              <a:spcBef>
                <a:spcPts val="1435"/>
              </a:spcBef>
              <a:buSzPct val="54545"/>
              <a:buChar char="•"/>
              <a:tabLst>
                <a:tab pos="2839720" algn="l"/>
              </a:tabLst>
            </a:pPr>
            <a:r>
              <a:rPr dirty="0" sz="2200">
                <a:latin typeface="Microsoft Sans Serif"/>
                <a:cs typeface="Microsoft Sans Serif"/>
              </a:rPr>
              <a:t>Ví</a:t>
            </a:r>
            <a:r>
              <a:rPr dirty="0" sz="2200" spc="120">
                <a:latin typeface="Microsoft Sans Serif"/>
                <a:cs typeface="Microsoft Sans Serif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dụ:</a:t>
            </a:r>
            <a:endParaRPr sz="2200">
              <a:latin typeface="Microsoft Sans Serif"/>
              <a:cs typeface="Microsoft Sans Serif"/>
            </a:endParaRPr>
          </a:p>
          <a:p>
            <a:pPr lvl="4" marL="3593465" indent="-419734">
              <a:lnSpc>
                <a:spcPct val="100000"/>
              </a:lnSpc>
              <a:spcBef>
                <a:spcPts val="1320"/>
              </a:spcBef>
              <a:buSzPct val="54545"/>
              <a:buFont typeface="Microsoft Sans Serif"/>
              <a:buChar char="•"/>
              <a:tabLst>
                <a:tab pos="3593465" algn="l"/>
              </a:tabLst>
            </a:pPr>
            <a:r>
              <a:rPr dirty="0" sz="2200">
                <a:latin typeface="Arial MT"/>
                <a:cs typeface="Arial MT"/>
              </a:rPr>
              <a:t>background: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#ffffff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url("hinh-</a:t>
            </a:r>
            <a:r>
              <a:rPr dirty="0" sz="2200">
                <a:latin typeface="Arial MT"/>
                <a:cs typeface="Arial MT"/>
              </a:rPr>
              <a:t>anh.png")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no-</a:t>
            </a:r>
            <a:r>
              <a:rPr dirty="0" sz="2200">
                <a:latin typeface="Arial MT"/>
                <a:cs typeface="Arial MT"/>
              </a:rPr>
              <a:t>repeat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top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right;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22449" y="10706020"/>
            <a:ext cx="1542415" cy="337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20"/>
              </a:lnSpc>
            </a:pP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dirty="0" sz="23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235">
                <a:solidFill>
                  <a:srgbClr val="FFFFFF"/>
                </a:solidFill>
                <a:latin typeface="Microsoft Sans Serif"/>
                <a:cs typeface="Microsoft Sans Serif"/>
              </a:rPr>
              <a:t>số….</a:t>
            </a:r>
            <a:endParaRPr sz="2350">
              <a:latin typeface="Microsoft Sans Serif"/>
              <a:cs typeface="Microsoft Sans Serif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863217"/>
            <a:ext cx="20104100" cy="8445500"/>
            <a:chOff x="0" y="2863217"/>
            <a:chExt cx="20104100" cy="8445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371290"/>
              <a:ext cx="20104099" cy="9372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1597" y="7147217"/>
              <a:ext cx="3118996" cy="311899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4573588" y="2866709"/>
              <a:ext cx="3068320" cy="3119755"/>
            </a:xfrm>
            <a:custGeom>
              <a:avLst/>
              <a:gdLst/>
              <a:ahLst/>
              <a:cxnLst/>
              <a:rect l="l" t="t" r="r" b="b"/>
              <a:pathLst>
                <a:path w="3068319" h="3119754">
                  <a:moveTo>
                    <a:pt x="2373366" y="57"/>
                  </a:moveTo>
                  <a:lnTo>
                    <a:pt x="2332830" y="4678"/>
                  </a:lnTo>
                  <a:lnTo>
                    <a:pt x="2292914" y="15850"/>
                  </a:lnTo>
                  <a:lnTo>
                    <a:pt x="2254071" y="33523"/>
                  </a:lnTo>
                  <a:lnTo>
                    <a:pt x="2216757" y="57643"/>
                  </a:lnTo>
                  <a:lnTo>
                    <a:pt x="2181427" y="88159"/>
                  </a:lnTo>
                  <a:lnTo>
                    <a:pt x="2148535" y="125019"/>
                  </a:lnTo>
                  <a:lnTo>
                    <a:pt x="2118536" y="168172"/>
                  </a:lnTo>
                  <a:lnTo>
                    <a:pt x="2095518" y="130948"/>
                  </a:lnTo>
                  <a:lnTo>
                    <a:pt x="2069672" y="97703"/>
                  </a:lnTo>
                  <a:lnTo>
                    <a:pt x="2041261" y="68751"/>
                  </a:lnTo>
                  <a:lnTo>
                    <a:pt x="2010547" y="44406"/>
                  </a:lnTo>
                  <a:lnTo>
                    <a:pt x="1971689" y="21911"/>
                  </a:lnTo>
                  <a:lnTo>
                    <a:pt x="1931954" y="7185"/>
                  </a:lnTo>
                  <a:lnTo>
                    <a:pt x="1891836" y="0"/>
                  </a:lnTo>
                  <a:lnTo>
                    <a:pt x="1851831" y="126"/>
                  </a:lnTo>
                  <a:lnTo>
                    <a:pt x="1812434" y="7334"/>
                  </a:lnTo>
                  <a:lnTo>
                    <a:pt x="1774140" y="21396"/>
                  </a:lnTo>
                  <a:lnTo>
                    <a:pt x="1737445" y="42082"/>
                  </a:lnTo>
                  <a:lnTo>
                    <a:pt x="1702842" y="69164"/>
                  </a:lnTo>
                  <a:lnTo>
                    <a:pt x="1670829" y="102411"/>
                  </a:lnTo>
                  <a:lnTo>
                    <a:pt x="1641899" y="141596"/>
                  </a:lnTo>
                  <a:lnTo>
                    <a:pt x="1616548" y="186489"/>
                  </a:lnTo>
                  <a:lnTo>
                    <a:pt x="1595271" y="236861"/>
                  </a:lnTo>
                  <a:lnTo>
                    <a:pt x="1575089" y="211237"/>
                  </a:lnTo>
                  <a:lnTo>
                    <a:pt x="1531032" y="166428"/>
                  </a:lnTo>
                  <a:lnTo>
                    <a:pt x="1469875" y="123344"/>
                  </a:lnTo>
                  <a:lnTo>
                    <a:pt x="1431558" y="105333"/>
                  </a:lnTo>
                  <a:lnTo>
                    <a:pt x="1392678" y="93274"/>
                  </a:lnTo>
                  <a:lnTo>
                    <a:pt x="1353546" y="87036"/>
                  </a:lnTo>
                  <a:lnTo>
                    <a:pt x="1314476" y="86486"/>
                  </a:lnTo>
                  <a:lnTo>
                    <a:pt x="1275778" y="91491"/>
                  </a:lnTo>
                  <a:lnTo>
                    <a:pt x="1237765" y="101919"/>
                  </a:lnTo>
                  <a:lnTo>
                    <a:pt x="1200750" y="117637"/>
                  </a:lnTo>
                  <a:lnTo>
                    <a:pt x="1165044" y="138513"/>
                  </a:lnTo>
                  <a:lnTo>
                    <a:pt x="1130959" y="164415"/>
                  </a:lnTo>
                  <a:lnTo>
                    <a:pt x="1098807" y="195210"/>
                  </a:lnTo>
                  <a:lnTo>
                    <a:pt x="1068901" y="230766"/>
                  </a:lnTo>
                  <a:lnTo>
                    <a:pt x="1041553" y="270951"/>
                  </a:lnTo>
                  <a:lnTo>
                    <a:pt x="1017075" y="315631"/>
                  </a:lnTo>
                  <a:lnTo>
                    <a:pt x="995778" y="364675"/>
                  </a:lnTo>
                  <a:lnTo>
                    <a:pt x="955240" y="335268"/>
                  </a:lnTo>
                  <a:lnTo>
                    <a:pt x="913106" y="311481"/>
                  </a:lnTo>
                  <a:lnTo>
                    <a:pt x="869677" y="293397"/>
                  </a:lnTo>
                  <a:lnTo>
                    <a:pt x="825256" y="281097"/>
                  </a:lnTo>
                  <a:lnTo>
                    <a:pt x="780143" y="274663"/>
                  </a:lnTo>
                  <a:lnTo>
                    <a:pt x="734641" y="274178"/>
                  </a:lnTo>
                  <a:lnTo>
                    <a:pt x="689051" y="279722"/>
                  </a:lnTo>
                  <a:lnTo>
                    <a:pt x="650340" y="289230"/>
                  </a:lnTo>
                  <a:lnTo>
                    <a:pt x="612911" y="302822"/>
                  </a:lnTo>
                  <a:lnTo>
                    <a:pt x="576872" y="320304"/>
                  </a:lnTo>
                  <a:lnTo>
                    <a:pt x="542328" y="341485"/>
                  </a:lnTo>
                  <a:lnTo>
                    <a:pt x="509384" y="366173"/>
                  </a:lnTo>
                  <a:lnTo>
                    <a:pt x="478145" y="394175"/>
                  </a:lnTo>
                  <a:lnTo>
                    <a:pt x="448718" y="425299"/>
                  </a:lnTo>
                  <a:lnTo>
                    <a:pt x="421208" y="459353"/>
                  </a:lnTo>
                  <a:lnTo>
                    <a:pt x="395719" y="496144"/>
                  </a:lnTo>
                  <a:lnTo>
                    <a:pt x="372359" y="535482"/>
                  </a:lnTo>
                  <a:lnTo>
                    <a:pt x="351232" y="577172"/>
                  </a:lnTo>
                  <a:lnTo>
                    <a:pt x="332445" y="621024"/>
                  </a:lnTo>
                  <a:lnTo>
                    <a:pt x="316101" y="666844"/>
                  </a:lnTo>
                  <a:lnTo>
                    <a:pt x="302308" y="714442"/>
                  </a:lnTo>
                  <a:lnTo>
                    <a:pt x="291171" y="763624"/>
                  </a:lnTo>
                  <a:lnTo>
                    <a:pt x="282794" y="814198"/>
                  </a:lnTo>
                  <a:lnTo>
                    <a:pt x="277285" y="865972"/>
                  </a:lnTo>
                  <a:lnTo>
                    <a:pt x="274747" y="918755"/>
                  </a:lnTo>
                  <a:lnTo>
                    <a:pt x="275288" y="972353"/>
                  </a:lnTo>
                  <a:lnTo>
                    <a:pt x="279011" y="1026575"/>
                  </a:lnTo>
                  <a:lnTo>
                    <a:pt x="276428" y="1036278"/>
                  </a:lnTo>
                  <a:lnTo>
                    <a:pt x="235277" y="1046140"/>
                  </a:lnTo>
                  <a:lnTo>
                    <a:pt x="195902" y="1063419"/>
                  </a:lnTo>
                  <a:lnTo>
                    <a:pt x="158773" y="1087694"/>
                  </a:lnTo>
                  <a:lnTo>
                    <a:pt x="124358" y="1118543"/>
                  </a:lnTo>
                  <a:lnTo>
                    <a:pt x="93127" y="1155545"/>
                  </a:lnTo>
                  <a:lnTo>
                    <a:pt x="65548" y="1198279"/>
                  </a:lnTo>
                  <a:lnTo>
                    <a:pt x="42090" y="1246324"/>
                  </a:lnTo>
                  <a:lnTo>
                    <a:pt x="24614" y="1294484"/>
                  </a:lnTo>
                  <a:lnTo>
                    <a:pt x="11843" y="1344165"/>
                  </a:lnTo>
                  <a:lnTo>
                    <a:pt x="3673" y="1394817"/>
                  </a:lnTo>
                  <a:lnTo>
                    <a:pt x="0" y="1445891"/>
                  </a:lnTo>
                  <a:lnTo>
                    <a:pt x="720" y="1496834"/>
                  </a:lnTo>
                  <a:lnTo>
                    <a:pt x="5731" y="1547098"/>
                  </a:lnTo>
                  <a:lnTo>
                    <a:pt x="14929" y="1596131"/>
                  </a:lnTo>
                  <a:lnTo>
                    <a:pt x="28211" y="1643383"/>
                  </a:lnTo>
                  <a:lnTo>
                    <a:pt x="45472" y="1688305"/>
                  </a:lnTo>
                  <a:lnTo>
                    <a:pt x="66609" y="1730344"/>
                  </a:lnTo>
                  <a:lnTo>
                    <a:pt x="91519" y="1768952"/>
                  </a:lnTo>
                  <a:lnTo>
                    <a:pt x="120099" y="1803578"/>
                  </a:lnTo>
                  <a:lnTo>
                    <a:pt x="152244" y="1833671"/>
                  </a:lnTo>
                  <a:lnTo>
                    <a:pt x="127598" y="1874949"/>
                  </a:lnTo>
                  <a:lnTo>
                    <a:pt x="107065" y="1919713"/>
                  </a:lnTo>
                  <a:lnTo>
                    <a:pt x="90783" y="1967381"/>
                  </a:lnTo>
                  <a:lnTo>
                    <a:pt x="78889" y="2017370"/>
                  </a:lnTo>
                  <a:lnTo>
                    <a:pt x="71522" y="2069098"/>
                  </a:lnTo>
                  <a:lnTo>
                    <a:pt x="68820" y="2121982"/>
                  </a:lnTo>
                  <a:lnTo>
                    <a:pt x="70920" y="2175440"/>
                  </a:lnTo>
                  <a:lnTo>
                    <a:pt x="78612" y="2232563"/>
                  </a:lnTo>
                  <a:lnTo>
                    <a:pt x="91468" y="2286464"/>
                  </a:lnTo>
                  <a:lnTo>
                    <a:pt x="109079" y="2336697"/>
                  </a:lnTo>
                  <a:lnTo>
                    <a:pt x="131036" y="2382816"/>
                  </a:lnTo>
                  <a:lnTo>
                    <a:pt x="156930" y="2424372"/>
                  </a:lnTo>
                  <a:lnTo>
                    <a:pt x="186353" y="2460920"/>
                  </a:lnTo>
                  <a:lnTo>
                    <a:pt x="218895" y="2492013"/>
                  </a:lnTo>
                  <a:lnTo>
                    <a:pt x="254147" y="2517205"/>
                  </a:lnTo>
                  <a:lnTo>
                    <a:pt x="291702" y="2536048"/>
                  </a:lnTo>
                  <a:lnTo>
                    <a:pt x="331149" y="2548096"/>
                  </a:lnTo>
                  <a:lnTo>
                    <a:pt x="372080" y="2552902"/>
                  </a:lnTo>
                  <a:lnTo>
                    <a:pt x="414086" y="2550019"/>
                  </a:lnTo>
                  <a:lnTo>
                    <a:pt x="419880" y="2563701"/>
                  </a:lnTo>
                  <a:lnTo>
                    <a:pt x="443348" y="2613509"/>
                  </a:lnTo>
                  <a:lnTo>
                    <a:pt x="469105" y="2659943"/>
                  </a:lnTo>
                  <a:lnTo>
                    <a:pt x="496985" y="2702943"/>
                  </a:lnTo>
                  <a:lnTo>
                    <a:pt x="526820" y="2742452"/>
                  </a:lnTo>
                  <a:lnTo>
                    <a:pt x="558443" y="2778412"/>
                  </a:lnTo>
                  <a:lnTo>
                    <a:pt x="591687" y="2810766"/>
                  </a:lnTo>
                  <a:lnTo>
                    <a:pt x="626386" y="2839455"/>
                  </a:lnTo>
                  <a:lnTo>
                    <a:pt x="662373" y="2864422"/>
                  </a:lnTo>
                  <a:lnTo>
                    <a:pt x="699480" y="2885608"/>
                  </a:lnTo>
                  <a:lnTo>
                    <a:pt x="737540" y="2902957"/>
                  </a:lnTo>
                  <a:lnTo>
                    <a:pt x="776388" y="2916409"/>
                  </a:lnTo>
                  <a:lnTo>
                    <a:pt x="815855" y="2925908"/>
                  </a:lnTo>
                  <a:lnTo>
                    <a:pt x="855776" y="2931396"/>
                  </a:lnTo>
                  <a:lnTo>
                    <a:pt x="895982" y="2932814"/>
                  </a:lnTo>
                  <a:lnTo>
                    <a:pt x="936307" y="2930104"/>
                  </a:lnTo>
                  <a:lnTo>
                    <a:pt x="976584" y="2923210"/>
                  </a:lnTo>
                  <a:lnTo>
                    <a:pt x="1016647" y="2912073"/>
                  </a:lnTo>
                  <a:lnTo>
                    <a:pt x="1056327" y="2896635"/>
                  </a:lnTo>
                  <a:lnTo>
                    <a:pt x="1095460" y="2876838"/>
                  </a:lnTo>
                  <a:lnTo>
                    <a:pt x="1133876" y="2852625"/>
                  </a:lnTo>
                  <a:lnTo>
                    <a:pt x="1171410" y="2823937"/>
                  </a:lnTo>
                  <a:lnTo>
                    <a:pt x="1195881" y="2870338"/>
                  </a:lnTo>
                  <a:lnTo>
                    <a:pt x="1222993" y="2913395"/>
                  </a:lnTo>
                  <a:lnTo>
                    <a:pt x="1252561" y="2952919"/>
                  </a:lnTo>
                  <a:lnTo>
                    <a:pt x="1284399" y="2988723"/>
                  </a:lnTo>
                  <a:lnTo>
                    <a:pt x="1318322" y="3020616"/>
                  </a:lnTo>
                  <a:lnTo>
                    <a:pt x="1354143" y="3048410"/>
                  </a:lnTo>
                  <a:lnTo>
                    <a:pt x="1391677" y="3071916"/>
                  </a:lnTo>
                  <a:lnTo>
                    <a:pt x="1430739" y="3090945"/>
                  </a:lnTo>
                  <a:lnTo>
                    <a:pt x="1470803" y="3105239"/>
                  </a:lnTo>
                  <a:lnTo>
                    <a:pt x="1510924" y="3114595"/>
                  </a:lnTo>
                  <a:lnTo>
                    <a:pt x="1550923" y="3119144"/>
                  </a:lnTo>
                  <a:lnTo>
                    <a:pt x="1590619" y="3119020"/>
                  </a:lnTo>
                  <a:lnTo>
                    <a:pt x="1629834" y="3114357"/>
                  </a:lnTo>
                  <a:lnTo>
                    <a:pt x="1668389" y="3105287"/>
                  </a:lnTo>
                  <a:lnTo>
                    <a:pt x="1706104" y="3091943"/>
                  </a:lnTo>
                  <a:lnTo>
                    <a:pt x="1742801" y="3074460"/>
                  </a:lnTo>
                  <a:lnTo>
                    <a:pt x="1778300" y="3052969"/>
                  </a:lnTo>
                  <a:lnTo>
                    <a:pt x="1812422" y="3027605"/>
                  </a:lnTo>
                  <a:lnTo>
                    <a:pt x="1844988" y="2998500"/>
                  </a:lnTo>
                  <a:lnTo>
                    <a:pt x="1875819" y="2965788"/>
                  </a:lnTo>
                  <a:lnTo>
                    <a:pt x="1904735" y="2929601"/>
                  </a:lnTo>
                  <a:lnTo>
                    <a:pt x="1931558" y="2890073"/>
                  </a:lnTo>
                  <a:lnTo>
                    <a:pt x="1956108" y="2847338"/>
                  </a:lnTo>
                  <a:lnTo>
                    <a:pt x="1978206" y="2801527"/>
                  </a:lnTo>
                  <a:lnTo>
                    <a:pt x="1997674" y="2752775"/>
                  </a:lnTo>
                  <a:lnTo>
                    <a:pt x="2014331" y="2701215"/>
                  </a:lnTo>
                  <a:lnTo>
                    <a:pt x="2027998" y="2646979"/>
                  </a:lnTo>
                  <a:lnTo>
                    <a:pt x="2067646" y="2677168"/>
                  </a:lnTo>
                  <a:lnTo>
                    <a:pt x="2109261" y="2701034"/>
                  </a:lnTo>
                  <a:lnTo>
                    <a:pt x="2152448" y="2718419"/>
                  </a:lnTo>
                  <a:lnTo>
                    <a:pt x="2196810" y="2729167"/>
                  </a:lnTo>
                  <a:lnTo>
                    <a:pt x="2241953" y="2733120"/>
                  </a:lnTo>
                  <a:lnTo>
                    <a:pt x="2281493" y="2730958"/>
                  </a:lnTo>
                  <a:lnTo>
                    <a:pt x="2319998" y="2723745"/>
                  </a:lnTo>
                  <a:lnTo>
                    <a:pt x="2357296" y="2711714"/>
                  </a:lnTo>
                  <a:lnTo>
                    <a:pt x="2393213" y="2695104"/>
                  </a:lnTo>
                  <a:lnTo>
                    <a:pt x="2427576" y="2674149"/>
                  </a:lnTo>
                  <a:lnTo>
                    <a:pt x="2460211" y="2649085"/>
                  </a:lnTo>
                  <a:lnTo>
                    <a:pt x="2490946" y="2620149"/>
                  </a:lnTo>
                  <a:lnTo>
                    <a:pt x="2519606" y="2587577"/>
                  </a:lnTo>
                  <a:lnTo>
                    <a:pt x="2546020" y="2551604"/>
                  </a:lnTo>
                  <a:lnTo>
                    <a:pt x="2570012" y="2512466"/>
                  </a:lnTo>
                  <a:lnTo>
                    <a:pt x="2591411" y="2470400"/>
                  </a:lnTo>
                  <a:lnTo>
                    <a:pt x="2610042" y="2425641"/>
                  </a:lnTo>
                  <a:lnTo>
                    <a:pt x="2625733" y="2378426"/>
                  </a:lnTo>
                  <a:lnTo>
                    <a:pt x="2638310" y="2328989"/>
                  </a:lnTo>
                  <a:lnTo>
                    <a:pt x="2647599" y="2277568"/>
                  </a:lnTo>
                  <a:lnTo>
                    <a:pt x="2653428" y="2224399"/>
                  </a:lnTo>
                  <a:lnTo>
                    <a:pt x="2655623" y="2169716"/>
                  </a:lnTo>
                  <a:lnTo>
                    <a:pt x="2704116" y="2156559"/>
                  </a:lnTo>
                  <a:lnTo>
                    <a:pt x="2751184" y="2136663"/>
                  </a:lnTo>
                  <a:lnTo>
                    <a:pt x="2796477" y="2110243"/>
                  </a:lnTo>
                  <a:lnTo>
                    <a:pt x="2839642" y="2077514"/>
                  </a:lnTo>
                  <a:lnTo>
                    <a:pt x="2880328" y="2038691"/>
                  </a:lnTo>
                  <a:lnTo>
                    <a:pt x="2909238" y="2005415"/>
                  </a:lnTo>
                  <a:lnTo>
                    <a:pt x="2935801" y="1969707"/>
                  </a:lnTo>
                  <a:lnTo>
                    <a:pt x="2959998" y="1931774"/>
                  </a:lnTo>
                  <a:lnTo>
                    <a:pt x="2981810" y="1891826"/>
                  </a:lnTo>
                  <a:lnTo>
                    <a:pt x="3001217" y="1850068"/>
                  </a:lnTo>
                  <a:lnTo>
                    <a:pt x="3018199" y="1806708"/>
                  </a:lnTo>
                  <a:lnTo>
                    <a:pt x="3032738" y="1761954"/>
                  </a:lnTo>
                  <a:lnTo>
                    <a:pt x="3044812" y="1716014"/>
                  </a:lnTo>
                  <a:lnTo>
                    <a:pt x="3054404" y="1669095"/>
                  </a:lnTo>
                  <a:lnTo>
                    <a:pt x="3061492" y="1621404"/>
                  </a:lnTo>
                  <a:lnTo>
                    <a:pt x="3066059" y="1573149"/>
                  </a:lnTo>
                  <a:lnTo>
                    <a:pt x="3068084" y="1524538"/>
                  </a:lnTo>
                  <a:lnTo>
                    <a:pt x="3067547" y="1475778"/>
                  </a:lnTo>
                  <a:lnTo>
                    <a:pt x="3064430" y="1427077"/>
                  </a:lnTo>
                  <a:lnTo>
                    <a:pt x="3058712" y="1378642"/>
                  </a:lnTo>
                  <a:lnTo>
                    <a:pt x="3050374" y="1330681"/>
                  </a:lnTo>
                  <a:lnTo>
                    <a:pt x="3039397" y="1283401"/>
                  </a:lnTo>
                  <a:lnTo>
                    <a:pt x="3025761" y="1237010"/>
                  </a:lnTo>
                  <a:lnTo>
                    <a:pt x="3009446" y="1191716"/>
                  </a:lnTo>
                  <a:lnTo>
                    <a:pt x="2990433" y="1147725"/>
                  </a:lnTo>
                  <a:lnTo>
                    <a:pt x="2968702" y="1105246"/>
                  </a:lnTo>
                  <a:lnTo>
                    <a:pt x="2973715" y="1088325"/>
                  </a:lnTo>
                  <a:lnTo>
                    <a:pt x="2986084" y="1036278"/>
                  </a:lnTo>
                  <a:lnTo>
                    <a:pt x="2994357" y="983757"/>
                  </a:lnTo>
                  <a:lnTo>
                    <a:pt x="2998690" y="931356"/>
                  </a:lnTo>
                  <a:lnTo>
                    <a:pt x="2999216" y="879399"/>
                  </a:lnTo>
                  <a:lnTo>
                    <a:pt x="2996069" y="828208"/>
                  </a:lnTo>
                  <a:lnTo>
                    <a:pt x="2989382" y="778109"/>
                  </a:lnTo>
                  <a:lnTo>
                    <a:pt x="2979289" y="729425"/>
                  </a:lnTo>
                  <a:lnTo>
                    <a:pt x="2965923" y="682481"/>
                  </a:lnTo>
                  <a:lnTo>
                    <a:pt x="2949419" y="637599"/>
                  </a:lnTo>
                  <a:lnTo>
                    <a:pt x="2929909" y="595104"/>
                  </a:lnTo>
                  <a:lnTo>
                    <a:pt x="2907527" y="555321"/>
                  </a:lnTo>
                  <a:lnTo>
                    <a:pt x="2882406" y="518572"/>
                  </a:lnTo>
                  <a:lnTo>
                    <a:pt x="2854681" y="485182"/>
                  </a:lnTo>
                  <a:lnTo>
                    <a:pt x="2824485" y="455475"/>
                  </a:lnTo>
                  <a:lnTo>
                    <a:pt x="2791950" y="429775"/>
                  </a:lnTo>
                  <a:lnTo>
                    <a:pt x="2757212" y="408405"/>
                  </a:lnTo>
                  <a:lnTo>
                    <a:pt x="2720403" y="391690"/>
                  </a:lnTo>
                  <a:lnTo>
                    <a:pt x="2711105" y="338210"/>
                  </a:lnTo>
                  <a:lnTo>
                    <a:pt x="2697512" y="286906"/>
                  </a:lnTo>
                  <a:lnTo>
                    <a:pt x="2679819" y="238248"/>
                  </a:lnTo>
                  <a:lnTo>
                    <a:pt x="2658224" y="192702"/>
                  </a:lnTo>
                  <a:lnTo>
                    <a:pt x="2632921" y="150735"/>
                  </a:lnTo>
                  <a:lnTo>
                    <a:pt x="2604106" y="112816"/>
                  </a:lnTo>
                  <a:lnTo>
                    <a:pt x="2569409" y="77039"/>
                  </a:lnTo>
                  <a:lnTo>
                    <a:pt x="2532601" y="48124"/>
                  </a:lnTo>
                  <a:lnTo>
                    <a:pt x="2494138" y="26021"/>
                  </a:lnTo>
                  <a:lnTo>
                    <a:pt x="2454475" y="10676"/>
                  </a:lnTo>
                  <a:lnTo>
                    <a:pt x="2414066" y="2039"/>
                  </a:lnTo>
                  <a:lnTo>
                    <a:pt x="2373366" y="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31650" y="7210600"/>
              <a:ext cx="170256" cy="17025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752570" y="5999829"/>
              <a:ext cx="717550" cy="1022985"/>
            </a:xfrm>
            <a:custGeom>
              <a:avLst/>
              <a:gdLst/>
              <a:ahLst/>
              <a:cxnLst/>
              <a:rect l="l" t="t" r="r" b="b"/>
              <a:pathLst>
                <a:path w="717550" h="1022984">
                  <a:moveTo>
                    <a:pt x="510705" y="255409"/>
                  </a:moveTo>
                  <a:lnTo>
                    <a:pt x="506590" y="209499"/>
                  </a:lnTo>
                  <a:lnTo>
                    <a:pt x="494728" y="166281"/>
                  </a:lnTo>
                  <a:lnTo>
                    <a:pt x="475830" y="126492"/>
                  </a:lnTo>
                  <a:lnTo>
                    <a:pt x="450646" y="90843"/>
                  </a:lnTo>
                  <a:lnTo>
                    <a:pt x="419862" y="60058"/>
                  </a:lnTo>
                  <a:lnTo>
                    <a:pt x="384225" y="34861"/>
                  </a:lnTo>
                  <a:lnTo>
                    <a:pt x="344449" y="15976"/>
                  </a:lnTo>
                  <a:lnTo>
                    <a:pt x="301244" y="4114"/>
                  </a:lnTo>
                  <a:lnTo>
                    <a:pt x="255346" y="0"/>
                  </a:lnTo>
                  <a:lnTo>
                    <a:pt x="209435" y="4114"/>
                  </a:lnTo>
                  <a:lnTo>
                    <a:pt x="166230" y="15976"/>
                  </a:lnTo>
                  <a:lnTo>
                    <a:pt x="126453" y="34861"/>
                  </a:lnTo>
                  <a:lnTo>
                    <a:pt x="90817" y="60058"/>
                  </a:lnTo>
                  <a:lnTo>
                    <a:pt x="60045" y="90843"/>
                  </a:lnTo>
                  <a:lnTo>
                    <a:pt x="34848" y="126492"/>
                  </a:lnTo>
                  <a:lnTo>
                    <a:pt x="15976" y="166281"/>
                  </a:lnTo>
                  <a:lnTo>
                    <a:pt x="4114" y="209499"/>
                  </a:lnTo>
                  <a:lnTo>
                    <a:pt x="0" y="255409"/>
                  </a:lnTo>
                  <a:lnTo>
                    <a:pt x="4114" y="301307"/>
                  </a:lnTo>
                  <a:lnTo>
                    <a:pt x="15976" y="344512"/>
                  </a:lnTo>
                  <a:lnTo>
                    <a:pt x="34848" y="384289"/>
                  </a:lnTo>
                  <a:lnTo>
                    <a:pt x="60045" y="419925"/>
                  </a:lnTo>
                  <a:lnTo>
                    <a:pt x="90817" y="450697"/>
                  </a:lnTo>
                  <a:lnTo>
                    <a:pt x="126453" y="475894"/>
                  </a:lnTo>
                  <a:lnTo>
                    <a:pt x="166230" y="494792"/>
                  </a:lnTo>
                  <a:lnTo>
                    <a:pt x="209435" y="506653"/>
                  </a:lnTo>
                  <a:lnTo>
                    <a:pt x="255346" y="510768"/>
                  </a:lnTo>
                  <a:lnTo>
                    <a:pt x="301244" y="506653"/>
                  </a:lnTo>
                  <a:lnTo>
                    <a:pt x="344449" y="494792"/>
                  </a:lnTo>
                  <a:lnTo>
                    <a:pt x="384225" y="475894"/>
                  </a:lnTo>
                  <a:lnTo>
                    <a:pt x="419862" y="450697"/>
                  </a:lnTo>
                  <a:lnTo>
                    <a:pt x="450646" y="419925"/>
                  </a:lnTo>
                  <a:lnTo>
                    <a:pt x="475830" y="384289"/>
                  </a:lnTo>
                  <a:lnTo>
                    <a:pt x="494728" y="344512"/>
                  </a:lnTo>
                  <a:lnTo>
                    <a:pt x="506590" y="301307"/>
                  </a:lnTo>
                  <a:lnTo>
                    <a:pt x="510705" y="255409"/>
                  </a:lnTo>
                  <a:close/>
                </a:path>
                <a:path w="717550" h="1022984">
                  <a:moveTo>
                    <a:pt x="717397" y="852119"/>
                  </a:moveTo>
                  <a:lnTo>
                    <a:pt x="711314" y="806856"/>
                  </a:lnTo>
                  <a:lnTo>
                    <a:pt x="694156" y="766178"/>
                  </a:lnTo>
                  <a:lnTo>
                    <a:pt x="667524" y="731723"/>
                  </a:lnTo>
                  <a:lnTo>
                    <a:pt x="633069" y="705104"/>
                  </a:lnTo>
                  <a:lnTo>
                    <a:pt x="592404" y="687946"/>
                  </a:lnTo>
                  <a:lnTo>
                    <a:pt x="547141" y="681863"/>
                  </a:lnTo>
                  <a:lnTo>
                    <a:pt x="501878" y="687946"/>
                  </a:lnTo>
                  <a:lnTo>
                    <a:pt x="461213" y="705104"/>
                  </a:lnTo>
                  <a:lnTo>
                    <a:pt x="426758" y="731723"/>
                  </a:lnTo>
                  <a:lnTo>
                    <a:pt x="400126" y="766178"/>
                  </a:lnTo>
                  <a:lnTo>
                    <a:pt x="382968" y="806856"/>
                  </a:lnTo>
                  <a:lnTo>
                    <a:pt x="376885" y="852119"/>
                  </a:lnTo>
                  <a:lnTo>
                    <a:pt x="382968" y="897369"/>
                  </a:lnTo>
                  <a:lnTo>
                    <a:pt x="400126" y="938047"/>
                  </a:lnTo>
                  <a:lnTo>
                    <a:pt x="426758" y="972502"/>
                  </a:lnTo>
                  <a:lnTo>
                    <a:pt x="461213" y="999121"/>
                  </a:lnTo>
                  <a:lnTo>
                    <a:pt x="501878" y="1016292"/>
                  </a:lnTo>
                  <a:lnTo>
                    <a:pt x="547141" y="1022375"/>
                  </a:lnTo>
                  <a:lnTo>
                    <a:pt x="592404" y="1016292"/>
                  </a:lnTo>
                  <a:lnTo>
                    <a:pt x="633069" y="999121"/>
                  </a:lnTo>
                  <a:lnTo>
                    <a:pt x="667524" y="972502"/>
                  </a:lnTo>
                  <a:lnTo>
                    <a:pt x="694156" y="938047"/>
                  </a:lnTo>
                  <a:lnTo>
                    <a:pt x="711314" y="897369"/>
                  </a:lnTo>
                  <a:lnTo>
                    <a:pt x="717397" y="852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573588" y="2866709"/>
              <a:ext cx="3068320" cy="3119755"/>
            </a:xfrm>
            <a:custGeom>
              <a:avLst/>
              <a:gdLst/>
              <a:ahLst/>
              <a:cxnLst/>
              <a:rect l="l" t="t" r="r" b="b"/>
              <a:pathLst>
                <a:path w="3068319" h="3119754">
                  <a:moveTo>
                    <a:pt x="279011" y="1026575"/>
                  </a:moveTo>
                  <a:lnTo>
                    <a:pt x="275288" y="972353"/>
                  </a:lnTo>
                  <a:lnTo>
                    <a:pt x="274747" y="918755"/>
                  </a:lnTo>
                  <a:lnTo>
                    <a:pt x="277285" y="865972"/>
                  </a:lnTo>
                  <a:lnTo>
                    <a:pt x="282794" y="814198"/>
                  </a:lnTo>
                  <a:lnTo>
                    <a:pt x="291171" y="763624"/>
                  </a:lnTo>
                  <a:lnTo>
                    <a:pt x="302308" y="714442"/>
                  </a:lnTo>
                  <a:lnTo>
                    <a:pt x="316101" y="666844"/>
                  </a:lnTo>
                  <a:lnTo>
                    <a:pt x="332445" y="621024"/>
                  </a:lnTo>
                  <a:lnTo>
                    <a:pt x="351232" y="577172"/>
                  </a:lnTo>
                  <a:lnTo>
                    <a:pt x="372359" y="535482"/>
                  </a:lnTo>
                  <a:lnTo>
                    <a:pt x="395719" y="496144"/>
                  </a:lnTo>
                  <a:lnTo>
                    <a:pt x="421208" y="459353"/>
                  </a:lnTo>
                  <a:lnTo>
                    <a:pt x="448718" y="425299"/>
                  </a:lnTo>
                  <a:lnTo>
                    <a:pt x="478145" y="394175"/>
                  </a:lnTo>
                  <a:lnTo>
                    <a:pt x="509384" y="366173"/>
                  </a:lnTo>
                  <a:lnTo>
                    <a:pt x="542328" y="341485"/>
                  </a:lnTo>
                  <a:lnTo>
                    <a:pt x="576872" y="320304"/>
                  </a:lnTo>
                  <a:lnTo>
                    <a:pt x="612911" y="302822"/>
                  </a:lnTo>
                  <a:lnTo>
                    <a:pt x="650340" y="289230"/>
                  </a:lnTo>
                  <a:lnTo>
                    <a:pt x="689051" y="279722"/>
                  </a:lnTo>
                  <a:lnTo>
                    <a:pt x="734641" y="274178"/>
                  </a:lnTo>
                  <a:lnTo>
                    <a:pt x="780143" y="274663"/>
                  </a:lnTo>
                  <a:lnTo>
                    <a:pt x="825256" y="281097"/>
                  </a:lnTo>
                  <a:lnTo>
                    <a:pt x="869677" y="293397"/>
                  </a:lnTo>
                  <a:lnTo>
                    <a:pt x="913106" y="311481"/>
                  </a:lnTo>
                  <a:lnTo>
                    <a:pt x="955240" y="335268"/>
                  </a:lnTo>
                  <a:lnTo>
                    <a:pt x="995778" y="364675"/>
                  </a:lnTo>
                  <a:lnTo>
                    <a:pt x="1017075" y="315631"/>
                  </a:lnTo>
                  <a:lnTo>
                    <a:pt x="1041553" y="270951"/>
                  </a:lnTo>
                  <a:lnTo>
                    <a:pt x="1068901" y="230766"/>
                  </a:lnTo>
                  <a:lnTo>
                    <a:pt x="1098807" y="195210"/>
                  </a:lnTo>
                  <a:lnTo>
                    <a:pt x="1130959" y="164415"/>
                  </a:lnTo>
                  <a:lnTo>
                    <a:pt x="1165044" y="138513"/>
                  </a:lnTo>
                  <a:lnTo>
                    <a:pt x="1200750" y="117637"/>
                  </a:lnTo>
                  <a:lnTo>
                    <a:pt x="1237765" y="101919"/>
                  </a:lnTo>
                  <a:lnTo>
                    <a:pt x="1275778" y="91491"/>
                  </a:lnTo>
                  <a:lnTo>
                    <a:pt x="1314476" y="86486"/>
                  </a:lnTo>
                  <a:lnTo>
                    <a:pt x="1353546" y="87036"/>
                  </a:lnTo>
                  <a:lnTo>
                    <a:pt x="1392678" y="93274"/>
                  </a:lnTo>
                  <a:lnTo>
                    <a:pt x="1431558" y="105333"/>
                  </a:lnTo>
                  <a:lnTo>
                    <a:pt x="1469875" y="123344"/>
                  </a:lnTo>
                  <a:lnTo>
                    <a:pt x="1507316" y="147439"/>
                  </a:lnTo>
                  <a:lnTo>
                    <a:pt x="1553650" y="187726"/>
                  </a:lnTo>
                  <a:lnTo>
                    <a:pt x="1595271" y="236861"/>
                  </a:lnTo>
                  <a:lnTo>
                    <a:pt x="1616548" y="186489"/>
                  </a:lnTo>
                  <a:lnTo>
                    <a:pt x="1641899" y="141596"/>
                  </a:lnTo>
                  <a:lnTo>
                    <a:pt x="1670829" y="102411"/>
                  </a:lnTo>
                  <a:lnTo>
                    <a:pt x="1702842" y="69164"/>
                  </a:lnTo>
                  <a:lnTo>
                    <a:pt x="1737445" y="42082"/>
                  </a:lnTo>
                  <a:lnTo>
                    <a:pt x="1774140" y="21396"/>
                  </a:lnTo>
                  <a:lnTo>
                    <a:pt x="1812434" y="7334"/>
                  </a:lnTo>
                  <a:lnTo>
                    <a:pt x="1851831" y="126"/>
                  </a:lnTo>
                  <a:lnTo>
                    <a:pt x="1891836" y="0"/>
                  </a:lnTo>
                  <a:lnTo>
                    <a:pt x="1931954" y="7185"/>
                  </a:lnTo>
                  <a:lnTo>
                    <a:pt x="1971689" y="21911"/>
                  </a:lnTo>
                  <a:lnTo>
                    <a:pt x="2010547" y="44406"/>
                  </a:lnTo>
                  <a:lnTo>
                    <a:pt x="2041261" y="68751"/>
                  </a:lnTo>
                  <a:lnTo>
                    <a:pt x="2069672" y="97703"/>
                  </a:lnTo>
                  <a:lnTo>
                    <a:pt x="2095518" y="130948"/>
                  </a:lnTo>
                  <a:lnTo>
                    <a:pt x="2118536" y="168172"/>
                  </a:lnTo>
                  <a:lnTo>
                    <a:pt x="2148535" y="125019"/>
                  </a:lnTo>
                  <a:lnTo>
                    <a:pt x="2181427" y="88159"/>
                  </a:lnTo>
                  <a:lnTo>
                    <a:pt x="2216757" y="57643"/>
                  </a:lnTo>
                  <a:lnTo>
                    <a:pt x="2254071" y="33523"/>
                  </a:lnTo>
                  <a:lnTo>
                    <a:pt x="2292914" y="15850"/>
                  </a:lnTo>
                  <a:lnTo>
                    <a:pt x="2332830" y="4678"/>
                  </a:lnTo>
                  <a:lnTo>
                    <a:pt x="2373366" y="57"/>
                  </a:lnTo>
                  <a:lnTo>
                    <a:pt x="2414066" y="2039"/>
                  </a:lnTo>
                  <a:lnTo>
                    <a:pt x="2454475" y="10676"/>
                  </a:lnTo>
                  <a:lnTo>
                    <a:pt x="2494138" y="26021"/>
                  </a:lnTo>
                  <a:lnTo>
                    <a:pt x="2532601" y="48124"/>
                  </a:lnTo>
                  <a:lnTo>
                    <a:pt x="2569409" y="77039"/>
                  </a:lnTo>
                  <a:lnTo>
                    <a:pt x="2604106" y="112816"/>
                  </a:lnTo>
                  <a:lnTo>
                    <a:pt x="2632921" y="150735"/>
                  </a:lnTo>
                  <a:lnTo>
                    <a:pt x="2658224" y="192702"/>
                  </a:lnTo>
                  <a:lnTo>
                    <a:pt x="2679819" y="238248"/>
                  </a:lnTo>
                  <a:lnTo>
                    <a:pt x="2697512" y="286906"/>
                  </a:lnTo>
                  <a:lnTo>
                    <a:pt x="2711105" y="338210"/>
                  </a:lnTo>
                  <a:lnTo>
                    <a:pt x="2720403" y="391690"/>
                  </a:lnTo>
                  <a:lnTo>
                    <a:pt x="2757212" y="408405"/>
                  </a:lnTo>
                  <a:lnTo>
                    <a:pt x="2791950" y="429775"/>
                  </a:lnTo>
                  <a:lnTo>
                    <a:pt x="2824485" y="455475"/>
                  </a:lnTo>
                  <a:lnTo>
                    <a:pt x="2854681" y="485182"/>
                  </a:lnTo>
                  <a:lnTo>
                    <a:pt x="2882406" y="518572"/>
                  </a:lnTo>
                  <a:lnTo>
                    <a:pt x="2907527" y="555321"/>
                  </a:lnTo>
                  <a:lnTo>
                    <a:pt x="2929909" y="595104"/>
                  </a:lnTo>
                  <a:lnTo>
                    <a:pt x="2949419" y="637599"/>
                  </a:lnTo>
                  <a:lnTo>
                    <a:pt x="2965923" y="682481"/>
                  </a:lnTo>
                  <a:lnTo>
                    <a:pt x="2979289" y="729425"/>
                  </a:lnTo>
                  <a:lnTo>
                    <a:pt x="2989382" y="778109"/>
                  </a:lnTo>
                  <a:lnTo>
                    <a:pt x="2996069" y="828208"/>
                  </a:lnTo>
                  <a:lnTo>
                    <a:pt x="2999216" y="879399"/>
                  </a:lnTo>
                  <a:lnTo>
                    <a:pt x="2998690" y="931356"/>
                  </a:lnTo>
                  <a:lnTo>
                    <a:pt x="2994357" y="983757"/>
                  </a:lnTo>
                  <a:lnTo>
                    <a:pt x="2986084" y="1036278"/>
                  </a:lnTo>
                  <a:lnTo>
                    <a:pt x="2973715" y="1088325"/>
                  </a:lnTo>
                  <a:lnTo>
                    <a:pt x="2968702" y="1105246"/>
                  </a:lnTo>
                  <a:lnTo>
                    <a:pt x="2990433" y="1147725"/>
                  </a:lnTo>
                  <a:lnTo>
                    <a:pt x="3009446" y="1191716"/>
                  </a:lnTo>
                  <a:lnTo>
                    <a:pt x="3025761" y="1237010"/>
                  </a:lnTo>
                  <a:lnTo>
                    <a:pt x="3039397" y="1283401"/>
                  </a:lnTo>
                  <a:lnTo>
                    <a:pt x="3050374" y="1330681"/>
                  </a:lnTo>
                  <a:lnTo>
                    <a:pt x="3058712" y="1378642"/>
                  </a:lnTo>
                  <a:lnTo>
                    <a:pt x="3064430" y="1427077"/>
                  </a:lnTo>
                  <a:lnTo>
                    <a:pt x="3067547" y="1475778"/>
                  </a:lnTo>
                  <a:lnTo>
                    <a:pt x="3068084" y="1524538"/>
                  </a:lnTo>
                  <a:lnTo>
                    <a:pt x="3066059" y="1573149"/>
                  </a:lnTo>
                  <a:lnTo>
                    <a:pt x="3061492" y="1621404"/>
                  </a:lnTo>
                  <a:lnTo>
                    <a:pt x="3054404" y="1669095"/>
                  </a:lnTo>
                  <a:lnTo>
                    <a:pt x="3044812" y="1716014"/>
                  </a:lnTo>
                  <a:lnTo>
                    <a:pt x="3032738" y="1761954"/>
                  </a:lnTo>
                  <a:lnTo>
                    <a:pt x="3018199" y="1806708"/>
                  </a:lnTo>
                  <a:lnTo>
                    <a:pt x="3001217" y="1850068"/>
                  </a:lnTo>
                  <a:lnTo>
                    <a:pt x="2981810" y="1891826"/>
                  </a:lnTo>
                  <a:lnTo>
                    <a:pt x="2959998" y="1931774"/>
                  </a:lnTo>
                  <a:lnTo>
                    <a:pt x="2935801" y="1969707"/>
                  </a:lnTo>
                  <a:lnTo>
                    <a:pt x="2909238" y="2005415"/>
                  </a:lnTo>
                  <a:lnTo>
                    <a:pt x="2880328" y="2038691"/>
                  </a:lnTo>
                  <a:lnTo>
                    <a:pt x="2839642" y="2077514"/>
                  </a:lnTo>
                  <a:lnTo>
                    <a:pt x="2796477" y="2110243"/>
                  </a:lnTo>
                  <a:lnTo>
                    <a:pt x="2751184" y="2136663"/>
                  </a:lnTo>
                  <a:lnTo>
                    <a:pt x="2704116" y="2156559"/>
                  </a:lnTo>
                  <a:lnTo>
                    <a:pt x="2655623" y="2169716"/>
                  </a:lnTo>
                  <a:lnTo>
                    <a:pt x="2653428" y="2224399"/>
                  </a:lnTo>
                  <a:lnTo>
                    <a:pt x="2647599" y="2277568"/>
                  </a:lnTo>
                  <a:lnTo>
                    <a:pt x="2638310" y="2328989"/>
                  </a:lnTo>
                  <a:lnTo>
                    <a:pt x="2625733" y="2378426"/>
                  </a:lnTo>
                  <a:lnTo>
                    <a:pt x="2610042" y="2425641"/>
                  </a:lnTo>
                  <a:lnTo>
                    <a:pt x="2591411" y="2470400"/>
                  </a:lnTo>
                  <a:lnTo>
                    <a:pt x="2570012" y="2512466"/>
                  </a:lnTo>
                  <a:lnTo>
                    <a:pt x="2546020" y="2551604"/>
                  </a:lnTo>
                  <a:lnTo>
                    <a:pt x="2519606" y="2587577"/>
                  </a:lnTo>
                  <a:lnTo>
                    <a:pt x="2490946" y="2620149"/>
                  </a:lnTo>
                  <a:lnTo>
                    <a:pt x="2460211" y="2649085"/>
                  </a:lnTo>
                  <a:lnTo>
                    <a:pt x="2427576" y="2674149"/>
                  </a:lnTo>
                  <a:lnTo>
                    <a:pt x="2393213" y="2695104"/>
                  </a:lnTo>
                  <a:lnTo>
                    <a:pt x="2357296" y="2711714"/>
                  </a:lnTo>
                  <a:lnTo>
                    <a:pt x="2319998" y="2723745"/>
                  </a:lnTo>
                  <a:lnTo>
                    <a:pt x="2281493" y="2730958"/>
                  </a:lnTo>
                  <a:lnTo>
                    <a:pt x="2241953" y="2733120"/>
                  </a:lnTo>
                  <a:lnTo>
                    <a:pt x="2196810" y="2729167"/>
                  </a:lnTo>
                  <a:lnTo>
                    <a:pt x="2152448" y="2718419"/>
                  </a:lnTo>
                  <a:lnTo>
                    <a:pt x="2109261" y="2701034"/>
                  </a:lnTo>
                  <a:lnTo>
                    <a:pt x="2067646" y="2677168"/>
                  </a:lnTo>
                  <a:lnTo>
                    <a:pt x="2027998" y="2646979"/>
                  </a:lnTo>
                  <a:lnTo>
                    <a:pt x="2014331" y="2701215"/>
                  </a:lnTo>
                  <a:lnTo>
                    <a:pt x="1997674" y="2752775"/>
                  </a:lnTo>
                  <a:lnTo>
                    <a:pt x="1978206" y="2801527"/>
                  </a:lnTo>
                  <a:lnTo>
                    <a:pt x="1956108" y="2847338"/>
                  </a:lnTo>
                  <a:lnTo>
                    <a:pt x="1931558" y="2890073"/>
                  </a:lnTo>
                  <a:lnTo>
                    <a:pt x="1904735" y="2929601"/>
                  </a:lnTo>
                  <a:lnTo>
                    <a:pt x="1875819" y="2965788"/>
                  </a:lnTo>
                  <a:lnTo>
                    <a:pt x="1844988" y="2998500"/>
                  </a:lnTo>
                  <a:lnTo>
                    <a:pt x="1812422" y="3027605"/>
                  </a:lnTo>
                  <a:lnTo>
                    <a:pt x="1778300" y="3052969"/>
                  </a:lnTo>
                  <a:lnTo>
                    <a:pt x="1742801" y="3074460"/>
                  </a:lnTo>
                  <a:lnTo>
                    <a:pt x="1706104" y="3091943"/>
                  </a:lnTo>
                  <a:lnTo>
                    <a:pt x="1668389" y="3105287"/>
                  </a:lnTo>
                  <a:lnTo>
                    <a:pt x="1629834" y="3114357"/>
                  </a:lnTo>
                  <a:lnTo>
                    <a:pt x="1590619" y="3119020"/>
                  </a:lnTo>
                  <a:lnTo>
                    <a:pt x="1550923" y="3119144"/>
                  </a:lnTo>
                  <a:lnTo>
                    <a:pt x="1510924" y="3114595"/>
                  </a:lnTo>
                  <a:lnTo>
                    <a:pt x="1470803" y="3105239"/>
                  </a:lnTo>
                  <a:lnTo>
                    <a:pt x="1430739" y="3090945"/>
                  </a:lnTo>
                  <a:lnTo>
                    <a:pt x="1391677" y="3071916"/>
                  </a:lnTo>
                  <a:lnTo>
                    <a:pt x="1354143" y="3048410"/>
                  </a:lnTo>
                  <a:lnTo>
                    <a:pt x="1318322" y="3020616"/>
                  </a:lnTo>
                  <a:lnTo>
                    <a:pt x="1284399" y="2988723"/>
                  </a:lnTo>
                  <a:lnTo>
                    <a:pt x="1252561" y="2952919"/>
                  </a:lnTo>
                  <a:lnTo>
                    <a:pt x="1222993" y="2913395"/>
                  </a:lnTo>
                  <a:lnTo>
                    <a:pt x="1195881" y="2870338"/>
                  </a:lnTo>
                  <a:lnTo>
                    <a:pt x="1171410" y="2823937"/>
                  </a:lnTo>
                  <a:lnTo>
                    <a:pt x="1133876" y="2852625"/>
                  </a:lnTo>
                  <a:lnTo>
                    <a:pt x="1095460" y="2876838"/>
                  </a:lnTo>
                  <a:lnTo>
                    <a:pt x="1056327" y="2896635"/>
                  </a:lnTo>
                  <a:lnTo>
                    <a:pt x="1016647" y="2912073"/>
                  </a:lnTo>
                  <a:lnTo>
                    <a:pt x="976584" y="2923210"/>
                  </a:lnTo>
                  <a:lnTo>
                    <a:pt x="936307" y="2930104"/>
                  </a:lnTo>
                  <a:lnTo>
                    <a:pt x="895982" y="2932814"/>
                  </a:lnTo>
                  <a:lnTo>
                    <a:pt x="855776" y="2931396"/>
                  </a:lnTo>
                  <a:lnTo>
                    <a:pt x="815855" y="2925908"/>
                  </a:lnTo>
                  <a:lnTo>
                    <a:pt x="776388" y="2916409"/>
                  </a:lnTo>
                  <a:lnTo>
                    <a:pt x="737540" y="2902957"/>
                  </a:lnTo>
                  <a:lnTo>
                    <a:pt x="699480" y="2885608"/>
                  </a:lnTo>
                  <a:lnTo>
                    <a:pt x="662373" y="2864422"/>
                  </a:lnTo>
                  <a:lnTo>
                    <a:pt x="626386" y="2839455"/>
                  </a:lnTo>
                  <a:lnTo>
                    <a:pt x="591687" y="2810766"/>
                  </a:lnTo>
                  <a:lnTo>
                    <a:pt x="558443" y="2778412"/>
                  </a:lnTo>
                  <a:lnTo>
                    <a:pt x="526820" y="2742452"/>
                  </a:lnTo>
                  <a:lnTo>
                    <a:pt x="496985" y="2702943"/>
                  </a:lnTo>
                  <a:lnTo>
                    <a:pt x="469105" y="2659943"/>
                  </a:lnTo>
                  <a:lnTo>
                    <a:pt x="443348" y="2613509"/>
                  </a:lnTo>
                  <a:lnTo>
                    <a:pt x="419880" y="2563701"/>
                  </a:lnTo>
                  <a:lnTo>
                    <a:pt x="416040" y="2554626"/>
                  </a:lnTo>
                  <a:lnTo>
                    <a:pt x="414086" y="2550019"/>
                  </a:lnTo>
                  <a:lnTo>
                    <a:pt x="372080" y="2552902"/>
                  </a:lnTo>
                  <a:lnTo>
                    <a:pt x="331149" y="2548096"/>
                  </a:lnTo>
                  <a:lnTo>
                    <a:pt x="291702" y="2536048"/>
                  </a:lnTo>
                  <a:lnTo>
                    <a:pt x="254147" y="2517205"/>
                  </a:lnTo>
                  <a:lnTo>
                    <a:pt x="218895" y="2492013"/>
                  </a:lnTo>
                  <a:lnTo>
                    <a:pt x="186353" y="2460920"/>
                  </a:lnTo>
                  <a:lnTo>
                    <a:pt x="156930" y="2424372"/>
                  </a:lnTo>
                  <a:lnTo>
                    <a:pt x="131036" y="2382816"/>
                  </a:lnTo>
                  <a:lnTo>
                    <a:pt x="109079" y="2336697"/>
                  </a:lnTo>
                  <a:lnTo>
                    <a:pt x="91468" y="2286464"/>
                  </a:lnTo>
                  <a:lnTo>
                    <a:pt x="78612" y="2232563"/>
                  </a:lnTo>
                  <a:lnTo>
                    <a:pt x="70920" y="2175440"/>
                  </a:lnTo>
                  <a:lnTo>
                    <a:pt x="68820" y="2121982"/>
                  </a:lnTo>
                  <a:lnTo>
                    <a:pt x="71522" y="2069098"/>
                  </a:lnTo>
                  <a:lnTo>
                    <a:pt x="78889" y="2017370"/>
                  </a:lnTo>
                  <a:lnTo>
                    <a:pt x="90783" y="1967381"/>
                  </a:lnTo>
                  <a:lnTo>
                    <a:pt x="107065" y="1919713"/>
                  </a:lnTo>
                  <a:lnTo>
                    <a:pt x="127598" y="1874949"/>
                  </a:lnTo>
                  <a:lnTo>
                    <a:pt x="152244" y="1833671"/>
                  </a:lnTo>
                  <a:lnTo>
                    <a:pt x="120099" y="1803578"/>
                  </a:lnTo>
                  <a:lnTo>
                    <a:pt x="91519" y="1768952"/>
                  </a:lnTo>
                  <a:lnTo>
                    <a:pt x="66609" y="1730344"/>
                  </a:lnTo>
                  <a:lnTo>
                    <a:pt x="45472" y="1688305"/>
                  </a:lnTo>
                  <a:lnTo>
                    <a:pt x="28211" y="1643383"/>
                  </a:lnTo>
                  <a:lnTo>
                    <a:pt x="14929" y="1596131"/>
                  </a:lnTo>
                  <a:lnTo>
                    <a:pt x="5731" y="1547098"/>
                  </a:lnTo>
                  <a:lnTo>
                    <a:pt x="720" y="1496834"/>
                  </a:lnTo>
                  <a:lnTo>
                    <a:pt x="0" y="1445891"/>
                  </a:lnTo>
                  <a:lnTo>
                    <a:pt x="3673" y="1394817"/>
                  </a:lnTo>
                  <a:lnTo>
                    <a:pt x="11843" y="1344165"/>
                  </a:lnTo>
                  <a:lnTo>
                    <a:pt x="24614" y="1294484"/>
                  </a:lnTo>
                  <a:lnTo>
                    <a:pt x="42090" y="1246324"/>
                  </a:lnTo>
                  <a:lnTo>
                    <a:pt x="65548" y="1198279"/>
                  </a:lnTo>
                  <a:lnTo>
                    <a:pt x="93127" y="1155545"/>
                  </a:lnTo>
                  <a:lnTo>
                    <a:pt x="124358" y="1118543"/>
                  </a:lnTo>
                  <a:lnTo>
                    <a:pt x="158773" y="1087694"/>
                  </a:lnTo>
                  <a:lnTo>
                    <a:pt x="195902" y="1063419"/>
                  </a:lnTo>
                  <a:lnTo>
                    <a:pt x="235277" y="1046140"/>
                  </a:lnTo>
                  <a:lnTo>
                    <a:pt x="276428" y="1036278"/>
                  </a:lnTo>
                  <a:lnTo>
                    <a:pt x="279011" y="1026575"/>
                  </a:lnTo>
                  <a:close/>
                </a:path>
              </a:pathLst>
            </a:custGeom>
            <a:ln w="698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28160" y="7207110"/>
              <a:ext cx="177237" cy="17723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729114" y="3024759"/>
              <a:ext cx="2811780" cy="3997960"/>
            </a:xfrm>
            <a:custGeom>
              <a:avLst/>
              <a:gdLst/>
              <a:ahLst/>
              <a:cxnLst/>
              <a:rect l="l" t="t" r="r" b="b"/>
              <a:pathLst>
                <a:path w="2811780" h="3997959">
                  <a:moveTo>
                    <a:pt x="2740858" y="3827178"/>
                  </a:moveTo>
                  <a:lnTo>
                    <a:pt x="2734777" y="3872438"/>
                  </a:lnTo>
                  <a:lnTo>
                    <a:pt x="2717613" y="3913109"/>
                  </a:lnTo>
                  <a:lnTo>
                    <a:pt x="2690991" y="3947567"/>
                  </a:lnTo>
                  <a:lnTo>
                    <a:pt x="2656533" y="3974189"/>
                  </a:lnTo>
                  <a:lnTo>
                    <a:pt x="2615862" y="3991353"/>
                  </a:lnTo>
                  <a:lnTo>
                    <a:pt x="2570602" y="3997434"/>
                  </a:lnTo>
                  <a:lnTo>
                    <a:pt x="2525341" y="3991353"/>
                  </a:lnTo>
                  <a:lnTo>
                    <a:pt x="2484671" y="3974189"/>
                  </a:lnTo>
                  <a:lnTo>
                    <a:pt x="2450213" y="3947567"/>
                  </a:lnTo>
                  <a:lnTo>
                    <a:pt x="2423591" y="3913109"/>
                  </a:lnTo>
                  <a:lnTo>
                    <a:pt x="2406427" y="3872438"/>
                  </a:lnTo>
                  <a:lnTo>
                    <a:pt x="2400345" y="3827178"/>
                  </a:lnTo>
                  <a:lnTo>
                    <a:pt x="2406427" y="3781917"/>
                  </a:lnTo>
                  <a:lnTo>
                    <a:pt x="2423591" y="3741247"/>
                  </a:lnTo>
                  <a:lnTo>
                    <a:pt x="2450213" y="3706789"/>
                  </a:lnTo>
                  <a:lnTo>
                    <a:pt x="2484671" y="3680167"/>
                  </a:lnTo>
                  <a:lnTo>
                    <a:pt x="2525341" y="3663003"/>
                  </a:lnTo>
                  <a:lnTo>
                    <a:pt x="2570602" y="3656921"/>
                  </a:lnTo>
                  <a:lnTo>
                    <a:pt x="2615862" y="3663003"/>
                  </a:lnTo>
                  <a:lnTo>
                    <a:pt x="2656533" y="3680167"/>
                  </a:lnTo>
                  <a:lnTo>
                    <a:pt x="2690991" y="3706789"/>
                  </a:lnTo>
                  <a:lnTo>
                    <a:pt x="2717613" y="3741247"/>
                  </a:lnTo>
                  <a:lnTo>
                    <a:pt x="2734777" y="3781917"/>
                  </a:lnTo>
                  <a:lnTo>
                    <a:pt x="2740858" y="3827178"/>
                  </a:lnTo>
                  <a:close/>
                </a:path>
                <a:path w="2811780" h="3997959">
                  <a:moveTo>
                    <a:pt x="2534163" y="3230477"/>
                  </a:moveTo>
                  <a:lnTo>
                    <a:pt x="2530048" y="3276372"/>
                  </a:lnTo>
                  <a:lnTo>
                    <a:pt x="2518186" y="3319570"/>
                  </a:lnTo>
                  <a:lnTo>
                    <a:pt x="2499296" y="3359349"/>
                  </a:lnTo>
                  <a:lnTo>
                    <a:pt x="2474102" y="3394988"/>
                  </a:lnTo>
                  <a:lnTo>
                    <a:pt x="2443324" y="3425766"/>
                  </a:lnTo>
                  <a:lnTo>
                    <a:pt x="2407685" y="3450960"/>
                  </a:lnTo>
                  <a:lnTo>
                    <a:pt x="2367906" y="3469850"/>
                  </a:lnTo>
                  <a:lnTo>
                    <a:pt x="2324708" y="3481712"/>
                  </a:lnTo>
                  <a:lnTo>
                    <a:pt x="2278813" y="3485827"/>
                  </a:lnTo>
                  <a:lnTo>
                    <a:pt x="2232900" y="3481712"/>
                  </a:lnTo>
                  <a:lnTo>
                    <a:pt x="2189692" y="3469850"/>
                  </a:lnTo>
                  <a:lnTo>
                    <a:pt x="2149910" y="3450960"/>
                  </a:lnTo>
                  <a:lnTo>
                    <a:pt x="2114273" y="3425766"/>
                  </a:lnTo>
                  <a:lnTo>
                    <a:pt x="2083501" y="3394988"/>
                  </a:lnTo>
                  <a:lnTo>
                    <a:pt x="2058314" y="3359349"/>
                  </a:lnTo>
                  <a:lnTo>
                    <a:pt x="2039432" y="3319570"/>
                  </a:lnTo>
                  <a:lnTo>
                    <a:pt x="2027575" y="3276372"/>
                  </a:lnTo>
                  <a:lnTo>
                    <a:pt x="2023463" y="3230477"/>
                  </a:lnTo>
                  <a:lnTo>
                    <a:pt x="2027575" y="3184561"/>
                  </a:lnTo>
                  <a:lnTo>
                    <a:pt x="2039432" y="3141347"/>
                  </a:lnTo>
                  <a:lnTo>
                    <a:pt x="2058314" y="3101556"/>
                  </a:lnTo>
                  <a:lnTo>
                    <a:pt x="2083501" y="3065908"/>
                  </a:lnTo>
                  <a:lnTo>
                    <a:pt x="2114273" y="3035124"/>
                  </a:lnTo>
                  <a:lnTo>
                    <a:pt x="2149910" y="3009926"/>
                  </a:lnTo>
                  <a:lnTo>
                    <a:pt x="2189692" y="2991035"/>
                  </a:lnTo>
                  <a:lnTo>
                    <a:pt x="2232900" y="2979172"/>
                  </a:lnTo>
                  <a:lnTo>
                    <a:pt x="2278813" y="2975057"/>
                  </a:lnTo>
                  <a:lnTo>
                    <a:pt x="2324708" y="2979172"/>
                  </a:lnTo>
                  <a:lnTo>
                    <a:pt x="2367906" y="2991035"/>
                  </a:lnTo>
                  <a:lnTo>
                    <a:pt x="2407685" y="3009926"/>
                  </a:lnTo>
                  <a:lnTo>
                    <a:pt x="2443324" y="3035124"/>
                  </a:lnTo>
                  <a:lnTo>
                    <a:pt x="2474102" y="3065908"/>
                  </a:lnTo>
                  <a:lnTo>
                    <a:pt x="2499296" y="3101556"/>
                  </a:lnTo>
                  <a:lnTo>
                    <a:pt x="2518186" y="3141347"/>
                  </a:lnTo>
                  <a:lnTo>
                    <a:pt x="2530048" y="3184561"/>
                  </a:lnTo>
                  <a:lnTo>
                    <a:pt x="2534163" y="3230477"/>
                  </a:lnTo>
                  <a:close/>
                </a:path>
                <a:path w="2811780" h="3997959">
                  <a:moveTo>
                    <a:pt x="179750" y="1720994"/>
                  </a:moveTo>
                  <a:lnTo>
                    <a:pt x="132826" y="1721087"/>
                  </a:lnTo>
                  <a:lnTo>
                    <a:pt x="86707" y="1711370"/>
                  </a:lnTo>
                  <a:lnTo>
                    <a:pt x="42172" y="1692085"/>
                  </a:lnTo>
                  <a:lnTo>
                    <a:pt x="0" y="1663474"/>
                  </a:lnTo>
                </a:path>
                <a:path w="2811780" h="3997959">
                  <a:moveTo>
                    <a:pt x="338279" y="2350713"/>
                  </a:moveTo>
                  <a:lnTo>
                    <a:pt x="319125" y="2360263"/>
                  </a:lnTo>
                  <a:lnTo>
                    <a:pt x="299598" y="2368060"/>
                  </a:lnTo>
                  <a:lnTo>
                    <a:pt x="279743" y="2374076"/>
                  </a:lnTo>
                  <a:lnTo>
                    <a:pt x="259608" y="2378287"/>
                  </a:lnTo>
                </a:path>
                <a:path w="2811780" h="3997959">
                  <a:moveTo>
                    <a:pt x="1015675" y="2653322"/>
                  </a:moveTo>
                  <a:lnTo>
                    <a:pt x="1002027" y="2623254"/>
                  </a:lnTo>
                  <a:lnTo>
                    <a:pt x="989577" y="2592250"/>
                  </a:lnTo>
                  <a:lnTo>
                    <a:pt x="978343" y="2560370"/>
                  </a:lnTo>
                  <a:lnTo>
                    <a:pt x="968347" y="2527671"/>
                  </a:lnTo>
                </a:path>
                <a:path w="2811780" h="3997959">
                  <a:moveTo>
                    <a:pt x="1891670" y="2340033"/>
                  </a:moveTo>
                  <a:lnTo>
                    <a:pt x="1888910" y="2374994"/>
                  </a:lnTo>
                  <a:lnTo>
                    <a:pt x="1884829" y="2409673"/>
                  </a:lnTo>
                  <a:lnTo>
                    <a:pt x="1879438" y="2443999"/>
                  </a:lnTo>
                  <a:lnTo>
                    <a:pt x="1872752" y="2477900"/>
                  </a:lnTo>
                </a:path>
                <a:path w="2811780" h="3997959">
                  <a:moveTo>
                    <a:pt x="2267784" y="1488261"/>
                  </a:moveTo>
                  <a:lnTo>
                    <a:pt x="2302202" y="1514367"/>
                  </a:lnTo>
                  <a:lnTo>
                    <a:pt x="2334304" y="1544528"/>
                  </a:lnTo>
                  <a:lnTo>
                    <a:pt x="2363957" y="1578446"/>
                  </a:lnTo>
                  <a:lnTo>
                    <a:pt x="2391025" y="1615823"/>
                  </a:lnTo>
                  <a:lnTo>
                    <a:pt x="2415374" y="1656359"/>
                  </a:lnTo>
                  <a:lnTo>
                    <a:pt x="2436871" y="1699756"/>
                  </a:lnTo>
                  <a:lnTo>
                    <a:pt x="2455381" y="1745715"/>
                  </a:lnTo>
                  <a:lnTo>
                    <a:pt x="2470769" y="1793939"/>
                  </a:lnTo>
                  <a:lnTo>
                    <a:pt x="2482902" y="1844127"/>
                  </a:lnTo>
                  <a:lnTo>
                    <a:pt x="2491644" y="1895983"/>
                  </a:lnTo>
                  <a:lnTo>
                    <a:pt x="2496863" y="1949206"/>
                  </a:lnTo>
                  <a:lnTo>
                    <a:pt x="2498422" y="2003499"/>
                  </a:lnTo>
                </a:path>
                <a:path w="2811780" h="3997959">
                  <a:moveTo>
                    <a:pt x="2811781" y="939587"/>
                  </a:moveTo>
                  <a:lnTo>
                    <a:pt x="2792271" y="993837"/>
                  </a:lnTo>
                  <a:lnTo>
                    <a:pt x="2768475" y="1044435"/>
                  </a:lnTo>
                  <a:lnTo>
                    <a:pt x="2740661" y="1090898"/>
                  </a:lnTo>
                  <a:lnTo>
                    <a:pt x="2709097" y="1132740"/>
                  </a:lnTo>
                </a:path>
                <a:path w="2811780" h="3997959">
                  <a:moveTo>
                    <a:pt x="2565366" y="222750"/>
                  </a:moveTo>
                  <a:lnTo>
                    <a:pt x="2567904" y="245428"/>
                  </a:lnTo>
                  <a:lnTo>
                    <a:pt x="2569651" y="268211"/>
                  </a:lnTo>
                  <a:lnTo>
                    <a:pt x="2570598" y="291073"/>
                  </a:lnTo>
                  <a:lnTo>
                    <a:pt x="2570741" y="313986"/>
                  </a:lnTo>
                </a:path>
                <a:path w="2811780" h="3997959">
                  <a:moveTo>
                    <a:pt x="1909470" y="116366"/>
                  </a:moveTo>
                  <a:lnTo>
                    <a:pt x="1920325" y="85354"/>
                  </a:lnTo>
                  <a:lnTo>
                    <a:pt x="1932750" y="55539"/>
                  </a:lnTo>
                  <a:lnTo>
                    <a:pt x="1946694" y="27046"/>
                  </a:lnTo>
                  <a:lnTo>
                    <a:pt x="1962104" y="0"/>
                  </a:lnTo>
                </a:path>
                <a:path w="2811780" h="3997959">
                  <a:moveTo>
                    <a:pt x="1417408" y="171792"/>
                  </a:moveTo>
                  <a:lnTo>
                    <a:pt x="1422077" y="145929"/>
                  </a:lnTo>
                  <a:lnTo>
                    <a:pt x="1427897" y="120537"/>
                  </a:lnTo>
                  <a:lnTo>
                    <a:pt x="1434842" y="95695"/>
                  </a:lnTo>
                  <a:lnTo>
                    <a:pt x="1442887" y="71481"/>
                  </a:lnTo>
                </a:path>
                <a:path w="2811780" h="3997959">
                  <a:moveTo>
                    <a:pt x="839904" y="205857"/>
                  </a:moveTo>
                  <a:lnTo>
                    <a:pt x="864541" y="227257"/>
                  </a:lnTo>
                  <a:lnTo>
                    <a:pt x="888157" y="250672"/>
                  </a:lnTo>
                  <a:lnTo>
                    <a:pt x="910700" y="276025"/>
                  </a:lnTo>
                  <a:lnTo>
                    <a:pt x="932118" y="303236"/>
                  </a:lnTo>
                </a:path>
                <a:path w="2811780" h="3997959">
                  <a:moveTo>
                    <a:pt x="139541" y="971000"/>
                  </a:moveTo>
                  <a:lnTo>
                    <a:pt x="134451" y="945731"/>
                  </a:lnTo>
                  <a:lnTo>
                    <a:pt x="130074" y="920207"/>
                  </a:lnTo>
                  <a:lnTo>
                    <a:pt x="126417" y="894461"/>
                  </a:lnTo>
                  <a:lnTo>
                    <a:pt x="123486" y="868525"/>
                  </a:lnTo>
                </a:path>
              </a:pathLst>
            </a:custGeom>
            <a:ln w="698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140765" y="3552426"/>
            <a:ext cx="1718310" cy="15335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960"/>
              </a:lnSpc>
              <a:spcBef>
                <a:spcPts val="95"/>
              </a:spcBef>
            </a:pPr>
            <a:r>
              <a:rPr dirty="0" sz="3300" spc="-20" b="1">
                <a:solidFill>
                  <a:srgbClr val="006FC0"/>
                </a:solidFill>
                <a:latin typeface="Arial"/>
                <a:cs typeface="Arial"/>
              </a:rPr>
              <a:t>HEY!</a:t>
            </a:r>
            <a:endParaRPr sz="3300">
              <a:latin typeface="Arial"/>
              <a:cs typeface="Arial"/>
            </a:endParaRPr>
          </a:p>
          <a:p>
            <a:pPr algn="ctr" marL="12065" marR="5080">
              <a:lnSpc>
                <a:spcPts val="3960"/>
              </a:lnSpc>
              <a:spcBef>
                <a:spcPts val="100"/>
              </a:spcBef>
            </a:pPr>
            <a:r>
              <a:rPr dirty="0" sz="3300" spc="-10" b="1">
                <a:solidFill>
                  <a:srgbClr val="006FC0"/>
                </a:solidFill>
                <a:latin typeface="Arial"/>
                <a:cs typeface="Arial"/>
              </a:rPr>
              <a:t>CODING </a:t>
            </a:r>
            <a:r>
              <a:rPr dirty="0" sz="3300" spc="-50" b="1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dirty="0" sz="3300" spc="-18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3300" spc="-114" b="1">
                <a:solidFill>
                  <a:srgbClr val="006FC0"/>
                </a:solidFill>
                <a:latin typeface="Arial"/>
                <a:cs typeface="Arial"/>
              </a:rPr>
              <a:t>EASY!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7139" y="1417269"/>
            <a:ext cx="6429821" cy="64298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Gigabyte</dc:creator>
  <dc:title>PowerPoint Presentation</dc:title>
  <dcterms:created xsi:type="dcterms:W3CDTF">2025-09-23T03:27:50Z</dcterms:created>
  <dcterms:modified xsi:type="dcterms:W3CDTF">2025-09-23T03:27:50Z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2025-09-23T00:00:00Z</vt:filetime>
  </property>
  <property fmtid="{D5CDD505-2E9C-101B-9397-08002B2CF9AE}" pid="5" name="Producer">
    <vt:lpwstr>Microsoft® PowerPoint® 2019</vt:lpwstr>
  </property>
</Properties>
</file>