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0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6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9" Type="http://schemas.openxmlformats.org/officeDocument/2006/relationships/tableStyles" Target="tableStyles.xml"/><Relationship Id="rId58" Type="http://schemas.openxmlformats.org/officeDocument/2006/relationships/viewProps" Target="viewProps.xml"/><Relationship Id="rId57" Type="http://schemas.openxmlformats.org/officeDocument/2006/relationships/presProps" Target="presProps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1788" y="301003"/>
            <a:ext cx="1694119" cy="138271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0452847"/>
            <a:ext cx="20104099" cy="85570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1009" y="3008215"/>
            <a:ext cx="10426480" cy="2907555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007483" y="3481718"/>
            <a:ext cx="8762873" cy="670380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1926" y="2201978"/>
            <a:ext cx="9552239" cy="2845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589245" y="398457"/>
            <a:ext cx="7566025" cy="829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50" b="1" i="0">
                <a:solidFill>
                  <a:srgbClr val="FF6600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3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223520">
              <a:lnSpc>
                <a:spcPts val="2620"/>
              </a:lnSpc>
            </a:pPr>
            <a:r>
              <a:rPr dirty="0"/>
              <a:t>Slide:</a:t>
            </a:r>
            <a:r>
              <a:rPr spc="5" dirty="0"/>
              <a:t> </a:t>
            </a:r>
            <a:r>
              <a:rPr spc="114" dirty="0">
                <a:latin typeface="Tahoma"/>
                <a:cs typeface="Tahoma"/>
              </a:rPr>
              <a:t>số….</a:t>
            </a:r>
            <a:endParaRPr spc="114" dirty="0">
              <a:latin typeface="Tahoma"/>
              <a:cs typeface="Tahoma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1980"/>
              </a:lnSpc>
            </a:pPr>
            <a:r>
              <a:rPr spc="-185" dirty="0"/>
              <a:t>THIẾT </a:t>
            </a:r>
            <a:r>
              <a:rPr spc="-110" dirty="0"/>
              <a:t>KẾ</a:t>
            </a:r>
            <a:r>
              <a:rPr spc="-190" dirty="0"/>
              <a:t> </a:t>
            </a:r>
            <a:r>
              <a:rPr spc="-110" dirty="0"/>
              <a:t>WEB</a:t>
            </a:r>
            <a:r>
              <a:rPr spc="-185" dirty="0"/>
              <a:t> </a:t>
            </a:r>
            <a:r>
              <a:rPr spc="-130" dirty="0"/>
              <a:t>VÀ</a:t>
            </a:r>
            <a:r>
              <a:rPr spc="-185" dirty="0"/>
              <a:t> </a:t>
            </a:r>
            <a:r>
              <a:rPr spc="-145" dirty="0"/>
              <a:t>TRIỂN</a:t>
            </a:r>
            <a:r>
              <a:rPr spc="-180" dirty="0"/>
              <a:t> </a:t>
            </a:r>
            <a:r>
              <a:rPr spc="-130" dirty="0"/>
              <a:t>KHAI</a:t>
            </a:r>
            <a:r>
              <a:rPr spc="-200" dirty="0"/>
              <a:t> </a:t>
            </a:r>
            <a:r>
              <a:rPr spc="-80" dirty="0"/>
              <a:t>HỆ</a:t>
            </a:r>
            <a:r>
              <a:rPr spc="-180" dirty="0"/>
              <a:t> </a:t>
            </a:r>
            <a:r>
              <a:rPr spc="-95" dirty="0"/>
              <a:t>THỐNG</a:t>
            </a:r>
            <a:r>
              <a:rPr spc="-180" dirty="0"/>
              <a:t> </a:t>
            </a:r>
            <a:r>
              <a:rPr spc="-75" dirty="0"/>
              <a:t>PHẦN</a:t>
            </a:r>
            <a:r>
              <a:rPr spc="-185" dirty="0"/>
              <a:t> </a:t>
            </a:r>
            <a:r>
              <a:rPr spc="-25" dirty="0"/>
              <a:t>MỀM</a:t>
            </a:r>
            <a:endParaRPr spc="-25" dirty="0"/>
          </a:p>
          <a:p>
            <a:pPr marL="12700">
              <a:lnSpc>
                <a:spcPct val="100000"/>
              </a:lnSpc>
            </a:pPr>
            <a:r>
              <a:rPr spc="-165" dirty="0"/>
              <a:t>Tạ</a:t>
            </a:r>
            <a:r>
              <a:rPr spc="-190" dirty="0"/>
              <a:t> </a:t>
            </a:r>
            <a:r>
              <a:rPr spc="-25" dirty="0"/>
              <a:t>Chí</a:t>
            </a:r>
            <a:r>
              <a:rPr spc="-190" dirty="0"/>
              <a:t> </a:t>
            </a:r>
            <a:r>
              <a:rPr spc="-20" dirty="0"/>
              <a:t>Hiếu</a:t>
            </a:r>
            <a:endParaRPr spc="-2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80340">
              <a:lnSpc>
                <a:spcPts val="2195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50" b="1" i="0">
                <a:solidFill>
                  <a:srgbClr val="FF6600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3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223520">
              <a:lnSpc>
                <a:spcPts val="2620"/>
              </a:lnSpc>
            </a:pPr>
            <a:r>
              <a:rPr dirty="0"/>
              <a:t>Slide:</a:t>
            </a:r>
            <a:r>
              <a:rPr spc="5" dirty="0"/>
              <a:t> </a:t>
            </a:r>
            <a:r>
              <a:rPr spc="114" dirty="0">
                <a:latin typeface="Tahoma"/>
                <a:cs typeface="Tahoma"/>
              </a:rPr>
              <a:t>số….</a:t>
            </a:r>
            <a:endParaRPr spc="114" dirty="0">
              <a:latin typeface="Tahoma"/>
              <a:cs typeface="Tahoma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1980"/>
              </a:lnSpc>
            </a:pPr>
            <a:r>
              <a:rPr spc="-185" dirty="0"/>
              <a:t>THIẾT </a:t>
            </a:r>
            <a:r>
              <a:rPr spc="-110" dirty="0"/>
              <a:t>KẾ</a:t>
            </a:r>
            <a:r>
              <a:rPr spc="-190" dirty="0"/>
              <a:t> </a:t>
            </a:r>
            <a:r>
              <a:rPr spc="-110" dirty="0"/>
              <a:t>WEB</a:t>
            </a:r>
            <a:r>
              <a:rPr spc="-185" dirty="0"/>
              <a:t> </a:t>
            </a:r>
            <a:r>
              <a:rPr spc="-130" dirty="0"/>
              <a:t>VÀ</a:t>
            </a:r>
            <a:r>
              <a:rPr spc="-185" dirty="0"/>
              <a:t> </a:t>
            </a:r>
            <a:r>
              <a:rPr spc="-145" dirty="0"/>
              <a:t>TRIỂN</a:t>
            </a:r>
            <a:r>
              <a:rPr spc="-180" dirty="0"/>
              <a:t> </a:t>
            </a:r>
            <a:r>
              <a:rPr spc="-130" dirty="0"/>
              <a:t>KHAI</a:t>
            </a:r>
            <a:r>
              <a:rPr spc="-200" dirty="0"/>
              <a:t> </a:t>
            </a:r>
            <a:r>
              <a:rPr spc="-80" dirty="0"/>
              <a:t>HỆ</a:t>
            </a:r>
            <a:r>
              <a:rPr spc="-180" dirty="0"/>
              <a:t> </a:t>
            </a:r>
            <a:r>
              <a:rPr spc="-95" dirty="0"/>
              <a:t>THỐNG</a:t>
            </a:r>
            <a:r>
              <a:rPr spc="-180" dirty="0"/>
              <a:t> </a:t>
            </a:r>
            <a:r>
              <a:rPr spc="-75" dirty="0"/>
              <a:t>PHẦN</a:t>
            </a:r>
            <a:r>
              <a:rPr spc="-185" dirty="0"/>
              <a:t> </a:t>
            </a:r>
            <a:r>
              <a:rPr spc="-25" dirty="0"/>
              <a:t>MỀM</a:t>
            </a:r>
            <a:endParaRPr spc="-25" dirty="0"/>
          </a:p>
          <a:p>
            <a:pPr marL="12700">
              <a:lnSpc>
                <a:spcPct val="100000"/>
              </a:lnSpc>
            </a:pPr>
            <a:r>
              <a:rPr spc="-165" dirty="0"/>
              <a:t>Tạ</a:t>
            </a:r>
            <a:r>
              <a:rPr spc="-190" dirty="0"/>
              <a:t> </a:t>
            </a:r>
            <a:r>
              <a:rPr spc="-25" dirty="0"/>
              <a:t>Chí</a:t>
            </a:r>
            <a:r>
              <a:rPr spc="-190" dirty="0"/>
              <a:t> </a:t>
            </a:r>
            <a:r>
              <a:rPr spc="-20" dirty="0"/>
              <a:t>Hiếu</a:t>
            </a:r>
            <a:endParaRPr spc="-2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80340">
              <a:lnSpc>
                <a:spcPts val="2195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50" b="1" i="0">
                <a:solidFill>
                  <a:srgbClr val="FF6600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3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223520">
              <a:lnSpc>
                <a:spcPts val="2620"/>
              </a:lnSpc>
            </a:pPr>
            <a:r>
              <a:rPr dirty="0"/>
              <a:t>Slide:</a:t>
            </a:r>
            <a:r>
              <a:rPr spc="5" dirty="0"/>
              <a:t> </a:t>
            </a:r>
            <a:r>
              <a:rPr spc="114" dirty="0">
                <a:latin typeface="Tahoma"/>
                <a:cs typeface="Tahoma"/>
              </a:rPr>
              <a:t>số….</a:t>
            </a:r>
            <a:endParaRPr spc="114" dirty="0">
              <a:latin typeface="Tahoma"/>
              <a:cs typeface="Tahoma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1980"/>
              </a:lnSpc>
            </a:pPr>
            <a:r>
              <a:rPr spc="-185" dirty="0"/>
              <a:t>THIẾT </a:t>
            </a:r>
            <a:r>
              <a:rPr spc="-110" dirty="0"/>
              <a:t>KẾ</a:t>
            </a:r>
            <a:r>
              <a:rPr spc="-190" dirty="0"/>
              <a:t> </a:t>
            </a:r>
            <a:r>
              <a:rPr spc="-110" dirty="0"/>
              <a:t>WEB</a:t>
            </a:r>
            <a:r>
              <a:rPr spc="-185" dirty="0"/>
              <a:t> </a:t>
            </a:r>
            <a:r>
              <a:rPr spc="-130" dirty="0"/>
              <a:t>VÀ</a:t>
            </a:r>
            <a:r>
              <a:rPr spc="-185" dirty="0"/>
              <a:t> </a:t>
            </a:r>
            <a:r>
              <a:rPr spc="-145" dirty="0"/>
              <a:t>TRIỂN</a:t>
            </a:r>
            <a:r>
              <a:rPr spc="-180" dirty="0"/>
              <a:t> </a:t>
            </a:r>
            <a:r>
              <a:rPr spc="-130" dirty="0"/>
              <a:t>KHAI</a:t>
            </a:r>
            <a:r>
              <a:rPr spc="-200" dirty="0"/>
              <a:t> </a:t>
            </a:r>
            <a:r>
              <a:rPr spc="-80" dirty="0"/>
              <a:t>HỆ</a:t>
            </a:r>
            <a:r>
              <a:rPr spc="-180" dirty="0"/>
              <a:t> </a:t>
            </a:r>
            <a:r>
              <a:rPr spc="-95" dirty="0"/>
              <a:t>THỐNG</a:t>
            </a:r>
            <a:r>
              <a:rPr spc="-180" dirty="0"/>
              <a:t> </a:t>
            </a:r>
            <a:r>
              <a:rPr spc="-75" dirty="0"/>
              <a:t>PHẦN</a:t>
            </a:r>
            <a:r>
              <a:rPr spc="-185" dirty="0"/>
              <a:t> </a:t>
            </a:r>
            <a:r>
              <a:rPr spc="-25" dirty="0"/>
              <a:t>MỀM</a:t>
            </a:r>
            <a:endParaRPr spc="-25" dirty="0"/>
          </a:p>
          <a:p>
            <a:pPr marL="12700">
              <a:lnSpc>
                <a:spcPct val="100000"/>
              </a:lnSpc>
            </a:pPr>
            <a:r>
              <a:rPr spc="-165" dirty="0"/>
              <a:t>Tạ</a:t>
            </a:r>
            <a:r>
              <a:rPr spc="-190" dirty="0"/>
              <a:t> </a:t>
            </a:r>
            <a:r>
              <a:rPr spc="-25" dirty="0"/>
              <a:t>Chí</a:t>
            </a:r>
            <a:r>
              <a:rPr spc="-190" dirty="0"/>
              <a:t> </a:t>
            </a:r>
            <a:r>
              <a:rPr spc="-20" dirty="0"/>
              <a:t>Hiếu</a:t>
            </a:r>
            <a:endParaRPr spc="-20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80340">
              <a:lnSpc>
                <a:spcPts val="2195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1788" y="301003"/>
            <a:ext cx="1694119" cy="138271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10452847"/>
            <a:ext cx="20104099" cy="85570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50" b="1" i="0">
                <a:solidFill>
                  <a:srgbClr val="FF6600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3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223520">
              <a:lnSpc>
                <a:spcPts val="2620"/>
              </a:lnSpc>
            </a:pPr>
            <a:r>
              <a:rPr dirty="0"/>
              <a:t>Slide:</a:t>
            </a:r>
            <a:r>
              <a:rPr spc="5" dirty="0"/>
              <a:t> </a:t>
            </a:r>
            <a:r>
              <a:rPr spc="114" dirty="0">
                <a:latin typeface="Tahoma"/>
                <a:cs typeface="Tahoma"/>
              </a:rPr>
              <a:t>số….</a:t>
            </a:r>
            <a:endParaRPr spc="114" dirty="0">
              <a:latin typeface="Tahoma"/>
              <a:cs typeface="Tahoma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1980"/>
              </a:lnSpc>
            </a:pPr>
            <a:r>
              <a:rPr spc="-185" dirty="0"/>
              <a:t>THIẾT </a:t>
            </a:r>
            <a:r>
              <a:rPr spc="-110" dirty="0"/>
              <a:t>KẾ</a:t>
            </a:r>
            <a:r>
              <a:rPr spc="-190" dirty="0"/>
              <a:t> </a:t>
            </a:r>
            <a:r>
              <a:rPr spc="-110" dirty="0"/>
              <a:t>WEB</a:t>
            </a:r>
            <a:r>
              <a:rPr spc="-185" dirty="0"/>
              <a:t> </a:t>
            </a:r>
            <a:r>
              <a:rPr spc="-130" dirty="0"/>
              <a:t>VÀ</a:t>
            </a:r>
            <a:r>
              <a:rPr spc="-185" dirty="0"/>
              <a:t> </a:t>
            </a:r>
            <a:r>
              <a:rPr spc="-145" dirty="0"/>
              <a:t>TRIỂN</a:t>
            </a:r>
            <a:r>
              <a:rPr spc="-180" dirty="0"/>
              <a:t> </a:t>
            </a:r>
            <a:r>
              <a:rPr spc="-130" dirty="0"/>
              <a:t>KHAI</a:t>
            </a:r>
            <a:r>
              <a:rPr spc="-200" dirty="0"/>
              <a:t> </a:t>
            </a:r>
            <a:r>
              <a:rPr spc="-80" dirty="0"/>
              <a:t>HỆ</a:t>
            </a:r>
            <a:r>
              <a:rPr spc="-180" dirty="0"/>
              <a:t> </a:t>
            </a:r>
            <a:r>
              <a:rPr spc="-95" dirty="0"/>
              <a:t>THỐNG</a:t>
            </a:r>
            <a:r>
              <a:rPr spc="-180" dirty="0"/>
              <a:t> </a:t>
            </a:r>
            <a:r>
              <a:rPr spc="-75" dirty="0"/>
              <a:t>PHẦN</a:t>
            </a:r>
            <a:r>
              <a:rPr spc="-185" dirty="0"/>
              <a:t> </a:t>
            </a:r>
            <a:r>
              <a:rPr spc="-25" dirty="0"/>
              <a:t>MỀM</a:t>
            </a:r>
            <a:endParaRPr spc="-25" dirty="0"/>
          </a:p>
          <a:p>
            <a:pPr marL="12700">
              <a:lnSpc>
                <a:spcPct val="100000"/>
              </a:lnSpc>
            </a:pPr>
            <a:r>
              <a:rPr spc="-165" dirty="0"/>
              <a:t>Tạ</a:t>
            </a:r>
            <a:r>
              <a:rPr spc="-190" dirty="0"/>
              <a:t> </a:t>
            </a:r>
            <a:r>
              <a:rPr spc="-25" dirty="0"/>
              <a:t>Chí</a:t>
            </a:r>
            <a:r>
              <a:rPr spc="-190" dirty="0"/>
              <a:t> </a:t>
            </a:r>
            <a:r>
              <a:rPr spc="-20" dirty="0"/>
              <a:t>Hiếu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80340">
              <a:lnSpc>
                <a:spcPts val="2195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3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223520">
              <a:lnSpc>
                <a:spcPts val="2620"/>
              </a:lnSpc>
            </a:pPr>
            <a:r>
              <a:rPr dirty="0"/>
              <a:t>Slide:</a:t>
            </a:r>
            <a:r>
              <a:rPr spc="5" dirty="0"/>
              <a:t> </a:t>
            </a:r>
            <a:r>
              <a:rPr spc="114" dirty="0">
                <a:latin typeface="Tahoma"/>
                <a:cs typeface="Tahoma"/>
              </a:rPr>
              <a:t>số….</a:t>
            </a:r>
            <a:endParaRPr spc="114" dirty="0">
              <a:latin typeface="Tahoma"/>
              <a:cs typeface="Tahoma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1980"/>
              </a:lnSpc>
            </a:pPr>
            <a:r>
              <a:rPr spc="-185" dirty="0"/>
              <a:t>THIẾT </a:t>
            </a:r>
            <a:r>
              <a:rPr spc="-110" dirty="0"/>
              <a:t>KẾ</a:t>
            </a:r>
            <a:r>
              <a:rPr spc="-190" dirty="0"/>
              <a:t> </a:t>
            </a:r>
            <a:r>
              <a:rPr spc="-110" dirty="0"/>
              <a:t>WEB</a:t>
            </a:r>
            <a:r>
              <a:rPr spc="-185" dirty="0"/>
              <a:t> </a:t>
            </a:r>
            <a:r>
              <a:rPr spc="-130" dirty="0"/>
              <a:t>VÀ</a:t>
            </a:r>
            <a:r>
              <a:rPr spc="-185" dirty="0"/>
              <a:t> </a:t>
            </a:r>
            <a:r>
              <a:rPr spc="-145" dirty="0"/>
              <a:t>TRIỂN</a:t>
            </a:r>
            <a:r>
              <a:rPr spc="-180" dirty="0"/>
              <a:t> </a:t>
            </a:r>
            <a:r>
              <a:rPr spc="-130" dirty="0"/>
              <a:t>KHAI</a:t>
            </a:r>
            <a:r>
              <a:rPr spc="-200" dirty="0"/>
              <a:t> </a:t>
            </a:r>
            <a:r>
              <a:rPr spc="-80" dirty="0"/>
              <a:t>HỆ</a:t>
            </a:r>
            <a:r>
              <a:rPr spc="-180" dirty="0"/>
              <a:t> </a:t>
            </a:r>
            <a:r>
              <a:rPr spc="-95" dirty="0"/>
              <a:t>THỐNG</a:t>
            </a:r>
            <a:r>
              <a:rPr spc="-180" dirty="0"/>
              <a:t> </a:t>
            </a:r>
            <a:r>
              <a:rPr spc="-75" dirty="0"/>
              <a:t>PHẦN</a:t>
            </a:r>
            <a:r>
              <a:rPr spc="-185" dirty="0"/>
              <a:t> </a:t>
            </a:r>
            <a:r>
              <a:rPr spc="-25" dirty="0"/>
              <a:t>MỀM</a:t>
            </a:r>
            <a:endParaRPr spc="-25" dirty="0"/>
          </a:p>
          <a:p>
            <a:pPr marL="12700">
              <a:lnSpc>
                <a:spcPct val="100000"/>
              </a:lnSpc>
            </a:pPr>
            <a:r>
              <a:rPr spc="-165" dirty="0"/>
              <a:t>Tạ</a:t>
            </a:r>
            <a:r>
              <a:rPr spc="-190" dirty="0"/>
              <a:t> </a:t>
            </a:r>
            <a:r>
              <a:rPr spc="-25" dirty="0"/>
              <a:t>Chí</a:t>
            </a:r>
            <a:r>
              <a:rPr spc="-190" dirty="0"/>
              <a:t> </a:t>
            </a:r>
            <a:r>
              <a:rPr spc="-20" dirty="0"/>
              <a:t>Hiếu</a:t>
            </a:r>
            <a:endParaRPr spc="-20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80340">
              <a:lnSpc>
                <a:spcPts val="2195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1788" y="301003"/>
            <a:ext cx="1694119" cy="138271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0452847"/>
            <a:ext cx="20104099" cy="85570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89245" y="398457"/>
            <a:ext cx="7566025" cy="829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50" b="1" i="0">
                <a:solidFill>
                  <a:srgbClr val="FF6600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9741" y="2018861"/>
            <a:ext cx="18832489" cy="81329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6798515" y="10680394"/>
            <a:ext cx="1779048" cy="3755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223520">
              <a:lnSpc>
                <a:spcPts val="2620"/>
              </a:lnSpc>
            </a:pPr>
            <a:r>
              <a:rPr dirty="0"/>
              <a:t>Slide:</a:t>
            </a:r>
            <a:r>
              <a:rPr spc="5" dirty="0"/>
              <a:t> </a:t>
            </a:r>
            <a:r>
              <a:rPr spc="114" dirty="0">
                <a:latin typeface="Tahoma"/>
                <a:cs typeface="Tahoma"/>
              </a:rPr>
              <a:t>số….</a:t>
            </a:r>
            <a:endParaRPr spc="114" dirty="0">
              <a:latin typeface="Tahoma"/>
              <a:cs typeface="Tahoma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1145" y="10674521"/>
            <a:ext cx="4371975" cy="5327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1980"/>
              </a:lnSpc>
            </a:pPr>
            <a:r>
              <a:rPr spc="-185" dirty="0"/>
              <a:t>THIẾT </a:t>
            </a:r>
            <a:r>
              <a:rPr spc="-110" dirty="0"/>
              <a:t>KẾ</a:t>
            </a:r>
            <a:r>
              <a:rPr spc="-190" dirty="0"/>
              <a:t> </a:t>
            </a:r>
            <a:r>
              <a:rPr spc="-110" dirty="0"/>
              <a:t>WEB</a:t>
            </a:r>
            <a:r>
              <a:rPr spc="-185" dirty="0"/>
              <a:t> </a:t>
            </a:r>
            <a:r>
              <a:rPr spc="-130" dirty="0"/>
              <a:t>VÀ</a:t>
            </a:r>
            <a:r>
              <a:rPr spc="-185" dirty="0"/>
              <a:t> </a:t>
            </a:r>
            <a:r>
              <a:rPr spc="-145" dirty="0"/>
              <a:t>TRIỂN</a:t>
            </a:r>
            <a:r>
              <a:rPr spc="-180" dirty="0"/>
              <a:t> </a:t>
            </a:r>
            <a:r>
              <a:rPr spc="-130" dirty="0"/>
              <a:t>KHAI</a:t>
            </a:r>
            <a:r>
              <a:rPr spc="-200" dirty="0"/>
              <a:t> </a:t>
            </a:r>
            <a:r>
              <a:rPr spc="-80" dirty="0"/>
              <a:t>HỆ</a:t>
            </a:r>
            <a:r>
              <a:rPr spc="-180" dirty="0"/>
              <a:t> </a:t>
            </a:r>
            <a:r>
              <a:rPr spc="-95" dirty="0"/>
              <a:t>THỐNG</a:t>
            </a:r>
            <a:r>
              <a:rPr spc="-180" dirty="0"/>
              <a:t> </a:t>
            </a:r>
            <a:r>
              <a:rPr spc="-75" dirty="0"/>
              <a:t>PHẦN</a:t>
            </a:r>
            <a:r>
              <a:rPr spc="-185" dirty="0"/>
              <a:t> </a:t>
            </a:r>
            <a:r>
              <a:rPr spc="-25" dirty="0"/>
              <a:t>MỀM</a:t>
            </a:r>
            <a:endParaRPr spc="-25" dirty="0"/>
          </a:p>
          <a:p>
            <a:pPr marL="12700">
              <a:lnSpc>
                <a:spcPct val="100000"/>
              </a:lnSpc>
            </a:pPr>
            <a:r>
              <a:rPr spc="-165" dirty="0"/>
              <a:t>Tạ</a:t>
            </a:r>
            <a:r>
              <a:rPr spc="-190" dirty="0"/>
              <a:t> </a:t>
            </a:r>
            <a:r>
              <a:rPr spc="-25" dirty="0"/>
              <a:t>Chí</a:t>
            </a:r>
            <a:r>
              <a:rPr spc="-190" dirty="0"/>
              <a:t> </a:t>
            </a:r>
            <a:r>
              <a:rPr spc="-20" dirty="0"/>
              <a:t>Hiếu</a:t>
            </a:r>
            <a:endParaRPr spc="-2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8667787" y="10653990"/>
            <a:ext cx="374015" cy="306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80340">
              <a:lnSpc>
                <a:spcPts val="2195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22.jpe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image" Target="../media/image23.jpeg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image" Target="../media/image24.jpeg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8.png"/><Relationship Id="rId2" Type="http://schemas.openxmlformats.org/officeDocument/2006/relationships/image" Target="../media/image26.png"/><Relationship Id="rId1" Type="http://schemas.openxmlformats.org/officeDocument/2006/relationships/image" Target="../media/image1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5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image" Target="../media/image27.png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image" Target="../media/image2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5.pn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hyperlink" Target="http://www.bing.com/" TargetMode="External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image" Target="../media/image2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5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5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5.png"/></Relationships>
</file>

<file path=ppt/slides/_rels/slide5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image" Target="../media/image30.jpe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5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5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.xml"/><Relationship Id="rId7" Type="http://schemas.openxmlformats.org/officeDocument/2006/relationships/image" Target="../media/image18.png"/><Relationship Id="rId6" Type="http://schemas.openxmlformats.org/officeDocument/2006/relationships/image" Target="../media/image15.png"/><Relationship Id="rId5" Type="http://schemas.openxmlformats.org/officeDocument/2006/relationships/image" Target="../media/image35.jpeg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04050" y="4359275"/>
            <a:ext cx="13004165" cy="4305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715" indent="5876925">
              <a:lnSpc>
                <a:spcPct val="100000"/>
              </a:lnSpc>
              <a:spcBef>
                <a:spcPts val="95"/>
              </a:spcBef>
            </a:pPr>
            <a:r>
              <a:rPr sz="7200" b="1" spc="-1025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/>
                <a:cs typeface="Tahoma"/>
              </a:rPr>
              <a:t>THIẾT</a:t>
            </a:r>
            <a:r>
              <a:rPr sz="7200" b="1" spc="-735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/>
                <a:cs typeface="Tahoma"/>
              </a:rPr>
              <a:t> </a:t>
            </a:r>
            <a:r>
              <a:rPr sz="7200" b="1" spc="-825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/>
                <a:cs typeface="Tahoma"/>
              </a:rPr>
              <a:t>KẾ</a:t>
            </a:r>
            <a:r>
              <a:rPr sz="7200" b="1" spc="-73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/>
                <a:cs typeface="Tahoma"/>
              </a:rPr>
              <a:t> </a:t>
            </a:r>
            <a:r>
              <a:rPr sz="7200" b="1" spc="-93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/>
                <a:cs typeface="Tahoma"/>
              </a:rPr>
              <a:t>WEB</a:t>
            </a:r>
            <a:r>
              <a:rPr sz="7200" b="1" spc="-755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/>
                <a:cs typeface="Tahoma"/>
              </a:rPr>
              <a:t> </a:t>
            </a:r>
            <a:br>
              <a:rPr sz="7200" b="1" spc="-755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/>
                <a:cs typeface="Tahoma"/>
              </a:rPr>
            </a:br>
            <a:r>
              <a:rPr sz="7200" b="1" spc="-88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/>
                <a:cs typeface="Tahoma"/>
              </a:rPr>
              <a:t>VÀ </a:t>
            </a:r>
            <a:r>
              <a:rPr sz="7200" b="1" spc="-1019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/>
                <a:cs typeface="Tahoma"/>
              </a:rPr>
              <a:t>TRIỂN</a:t>
            </a:r>
            <a:r>
              <a:rPr sz="7200" b="1" spc="-73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/>
                <a:cs typeface="Tahoma"/>
              </a:rPr>
              <a:t> </a:t>
            </a:r>
            <a:r>
              <a:rPr sz="7200" b="1" spc="-10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/>
                <a:cs typeface="Tahoma"/>
              </a:rPr>
              <a:t>KHAI</a:t>
            </a:r>
            <a:r>
              <a:rPr sz="7200" b="1" spc="-725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/>
                <a:cs typeface="Tahoma"/>
              </a:rPr>
              <a:t> </a:t>
            </a:r>
            <a:r>
              <a:rPr sz="7200" b="1" spc="-73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/>
                <a:cs typeface="Tahoma"/>
              </a:rPr>
              <a:t>HỆ</a:t>
            </a:r>
            <a:r>
              <a:rPr sz="7200" b="1" spc="-725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/>
                <a:cs typeface="Tahoma"/>
              </a:rPr>
              <a:t> </a:t>
            </a:r>
            <a:r>
              <a:rPr sz="7200" b="1" spc="-83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/>
                <a:cs typeface="Tahoma"/>
              </a:rPr>
              <a:t>THỐNG</a:t>
            </a:r>
            <a:r>
              <a:rPr sz="7200" b="1" spc="-755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/>
                <a:cs typeface="Tahoma"/>
              </a:rPr>
              <a:t> </a:t>
            </a:r>
            <a:br>
              <a:rPr sz="7200" b="1" spc="-755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/>
                <a:cs typeface="Tahoma"/>
              </a:rPr>
            </a:br>
            <a:r>
              <a:rPr sz="8000" b="1" spc="-81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/>
                <a:cs typeface="Tahoma"/>
              </a:rPr>
              <a:t>PHẦN</a:t>
            </a:r>
            <a:r>
              <a:rPr sz="8000" b="1" spc="-725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/>
                <a:cs typeface="Tahoma"/>
              </a:rPr>
              <a:t> </a:t>
            </a:r>
            <a:r>
              <a:rPr sz="7200" b="1" spc="-985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/>
                <a:cs typeface="Tahoma"/>
              </a:rPr>
              <a:t>MỀM</a:t>
            </a:r>
            <a:endParaRPr sz="72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/>
              <a:cs typeface="Tahoma"/>
            </a:endParaRPr>
          </a:p>
          <a:p>
            <a:pPr marL="7425055">
              <a:lnSpc>
                <a:spcPct val="100000"/>
              </a:lnSpc>
              <a:spcBef>
                <a:spcPts val="120"/>
              </a:spcBef>
            </a:pPr>
            <a:r>
              <a:rPr lang="vi-VN" sz="5400" b="1" spc="-745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/>
                <a:cs typeface="Tahoma"/>
              </a:rPr>
              <a:t>IT-W1</a:t>
            </a:r>
            <a:endParaRPr lang="vi-VN" sz="5400" b="1" spc="-745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ahoma"/>
              <a:cs typeface="Tahoma"/>
            </a:endParaRPr>
          </a:p>
        </p:txBody>
      </p:sp>
      <p:grpSp>
        <p:nvGrpSpPr>
          <p:cNvPr id="3" name="object 3"/>
          <p:cNvGrpSpPr>
            <a:grpSpLocks noChangeAspect="1"/>
          </p:cNvGrpSpPr>
          <p:nvPr/>
        </p:nvGrpSpPr>
        <p:grpSpPr>
          <a:xfrm rot="0">
            <a:off x="-10160" y="-29210"/>
            <a:ext cx="5892036" cy="10865081"/>
            <a:chOff x="0" y="0"/>
            <a:chExt cx="5892036" cy="11308554"/>
          </a:xfrm>
          <a:noFill/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5892036" cy="11308554"/>
            </a:xfrm>
            <a:prstGeom prst="rect">
              <a:avLst/>
            </a:prstGeom>
            <a:grpFill/>
            <a:ln>
              <a:noFill/>
            </a:ln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5645830" cy="11308553"/>
            </a:xfrm>
            <a:prstGeom prst="rect">
              <a:avLst/>
            </a:prstGeom>
            <a:grpFill/>
            <a:ln>
              <a:noFill/>
            </a:ln>
          </p:spPr>
        </p:pic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1050" y="-2803525"/>
            <a:ext cx="10289540" cy="10289540"/>
          </a:xfrm>
          <a:prstGeom prst="rect">
            <a:avLst/>
          </a:prstGeom>
          <a:effectLst>
            <a:outerShdw blurRad="50800" dist="50800" dir="5400000" algn="ctr" rotWithShape="0">
              <a:srgbClr val="002060">
                <a:alpha val="10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009749" y="10664755"/>
            <a:ext cx="1567815" cy="3873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50" dirty="0">
                <a:solidFill>
                  <a:srgbClr val="FFFFFF"/>
                </a:solidFill>
                <a:latin typeface="Arial MT"/>
                <a:cs typeface="Arial MT"/>
              </a:rPr>
              <a:t>Slide:</a:t>
            </a:r>
            <a:r>
              <a:rPr sz="235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50" spc="114" dirty="0">
                <a:solidFill>
                  <a:srgbClr val="FFFFFF"/>
                </a:solidFill>
                <a:latin typeface="Tahoma"/>
                <a:cs typeface="Tahoma"/>
              </a:rPr>
              <a:t>số….</a:t>
            </a:r>
            <a:endParaRPr sz="235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8373472" y="0"/>
            <a:ext cx="1268512" cy="115033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016854" y="346311"/>
            <a:ext cx="8018145" cy="7626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800" b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QUY</a:t>
            </a:r>
            <a:r>
              <a:rPr sz="4800" b="0" spc="-19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800" b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ĐỊNH</a:t>
            </a:r>
            <a:r>
              <a:rPr sz="4800" b="0" spc="-9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800" b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TRONG</a:t>
            </a:r>
            <a:r>
              <a:rPr sz="4800" b="0" spc="-1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800" b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LỚP</a:t>
            </a:r>
            <a:r>
              <a:rPr sz="4800" b="0" spc="-18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4800" b="0" spc="-2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HỌC</a:t>
            </a:r>
            <a:endParaRPr sz="4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9760" y="2128520"/>
            <a:ext cx="15354935" cy="27165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41985" indent="-629285">
              <a:lnSpc>
                <a:spcPct val="100000"/>
              </a:lnSpc>
              <a:spcBef>
                <a:spcPts val="95"/>
              </a:spcBef>
              <a:buSzPct val="88000"/>
              <a:buChar char="•"/>
              <a:tabLst>
                <a:tab pos="641985" algn="l"/>
              </a:tabLst>
            </a:pPr>
            <a:r>
              <a:rPr sz="3200" spc="-275" dirty="0">
                <a:latin typeface="Tahoma"/>
                <a:cs typeface="Tahoma"/>
              </a:rPr>
              <a:t>Tuân</a:t>
            </a:r>
            <a:r>
              <a:rPr sz="3200" spc="-395" dirty="0">
                <a:latin typeface="Tahoma"/>
                <a:cs typeface="Tahoma"/>
              </a:rPr>
              <a:t> </a:t>
            </a:r>
            <a:r>
              <a:rPr sz="3200" spc="-170" dirty="0">
                <a:latin typeface="Tahoma"/>
                <a:cs typeface="Tahoma"/>
              </a:rPr>
              <a:t>thủ</a:t>
            </a:r>
            <a:r>
              <a:rPr sz="3200" spc="-405" dirty="0">
                <a:latin typeface="Tahoma"/>
                <a:cs typeface="Tahoma"/>
              </a:rPr>
              <a:t> </a:t>
            </a:r>
            <a:r>
              <a:rPr sz="3200" spc="-265" dirty="0">
                <a:latin typeface="Tahoma"/>
                <a:cs typeface="Tahoma"/>
              </a:rPr>
              <a:t>Tuyệt</a:t>
            </a:r>
            <a:r>
              <a:rPr sz="3200" spc="-400" dirty="0">
                <a:latin typeface="Tahoma"/>
                <a:cs typeface="Tahoma"/>
              </a:rPr>
              <a:t> </a:t>
            </a:r>
            <a:r>
              <a:rPr sz="3200" spc="-130" dirty="0">
                <a:latin typeface="Tahoma"/>
                <a:cs typeface="Tahoma"/>
              </a:rPr>
              <a:t>đối</a:t>
            </a:r>
            <a:r>
              <a:rPr sz="3200" spc="-395" dirty="0">
                <a:latin typeface="Tahoma"/>
                <a:cs typeface="Tahoma"/>
              </a:rPr>
              <a:t> </a:t>
            </a:r>
            <a:r>
              <a:rPr sz="3200" spc="-30" dirty="0">
                <a:latin typeface="Tahoma"/>
                <a:cs typeface="Tahoma"/>
              </a:rPr>
              <a:t>các</a:t>
            </a:r>
            <a:r>
              <a:rPr sz="3200" spc="-395" dirty="0">
                <a:latin typeface="Tahoma"/>
                <a:cs typeface="Tahoma"/>
              </a:rPr>
              <a:t> </a:t>
            </a:r>
            <a:r>
              <a:rPr sz="3200" spc="-204" dirty="0">
                <a:latin typeface="Tahoma"/>
                <a:cs typeface="Tahoma"/>
              </a:rPr>
              <a:t>quy</a:t>
            </a:r>
            <a:r>
              <a:rPr sz="3200" spc="-390" dirty="0">
                <a:latin typeface="Tahoma"/>
                <a:cs typeface="Tahoma"/>
              </a:rPr>
              <a:t> </a:t>
            </a:r>
            <a:r>
              <a:rPr sz="3200" spc="-150" dirty="0">
                <a:latin typeface="Tahoma"/>
                <a:cs typeface="Tahoma"/>
              </a:rPr>
              <a:t>định</a:t>
            </a:r>
            <a:r>
              <a:rPr sz="3200" spc="-395" dirty="0">
                <a:latin typeface="Tahoma"/>
                <a:cs typeface="Tahoma"/>
              </a:rPr>
              <a:t> </a:t>
            </a:r>
            <a:r>
              <a:rPr sz="3200" spc="-20" dirty="0">
                <a:latin typeface="Tahoma"/>
                <a:cs typeface="Tahoma"/>
              </a:rPr>
              <a:t>sau:</a:t>
            </a:r>
            <a:endParaRPr sz="3200">
              <a:latin typeface="Tahoma"/>
              <a:cs typeface="Tahoma"/>
            </a:endParaRPr>
          </a:p>
          <a:p>
            <a:pPr marL="1377950" lvl="1" indent="-525145">
              <a:lnSpc>
                <a:spcPct val="100000"/>
              </a:lnSpc>
              <a:spcBef>
                <a:spcPts val="2400"/>
              </a:spcBef>
              <a:buSzPct val="88000"/>
              <a:buChar char="–"/>
              <a:tabLst>
                <a:tab pos="1377950" algn="l"/>
              </a:tabLst>
            </a:pPr>
            <a:r>
              <a:rPr sz="2800" spc="-235" dirty="0">
                <a:latin typeface="Tahoma"/>
                <a:cs typeface="Tahoma"/>
              </a:rPr>
              <a:t>Tham</a:t>
            </a:r>
            <a:r>
              <a:rPr sz="2800" spc="-340" dirty="0">
                <a:latin typeface="Tahoma"/>
                <a:cs typeface="Tahoma"/>
              </a:rPr>
              <a:t> </a:t>
            </a:r>
            <a:r>
              <a:rPr sz="2800" spc="-145" dirty="0">
                <a:latin typeface="Tahoma"/>
                <a:cs typeface="Tahoma"/>
              </a:rPr>
              <a:t>dự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-185" dirty="0">
                <a:latin typeface="Tahoma"/>
                <a:cs typeface="Tahoma"/>
              </a:rPr>
              <a:t>đầy</a:t>
            </a:r>
            <a:r>
              <a:rPr sz="2800" spc="-340" dirty="0">
                <a:latin typeface="Tahoma"/>
                <a:cs typeface="Tahoma"/>
              </a:rPr>
              <a:t> </a:t>
            </a:r>
            <a:r>
              <a:rPr sz="2800" spc="-160" dirty="0">
                <a:latin typeface="Tahoma"/>
                <a:cs typeface="Tahoma"/>
              </a:rPr>
              <a:t>đủ</a:t>
            </a:r>
            <a:r>
              <a:rPr sz="2800" spc="-350" dirty="0">
                <a:latin typeface="Tahoma"/>
                <a:cs typeface="Tahoma"/>
              </a:rPr>
              <a:t> </a:t>
            </a:r>
            <a:r>
              <a:rPr sz="2800" spc="-110" dirty="0">
                <a:latin typeface="Tahoma"/>
                <a:cs typeface="Tahoma"/>
              </a:rPr>
              <a:t>buổi</a:t>
            </a:r>
            <a:r>
              <a:rPr sz="2800" spc="-345" dirty="0">
                <a:latin typeface="Tahoma"/>
                <a:cs typeface="Tahoma"/>
              </a:rPr>
              <a:t> </a:t>
            </a:r>
            <a:r>
              <a:rPr sz="2800" spc="-114" dirty="0">
                <a:latin typeface="Tahoma"/>
                <a:cs typeface="Tahoma"/>
              </a:rPr>
              <a:t>học,</a:t>
            </a:r>
            <a:r>
              <a:rPr sz="2800" spc="-345" dirty="0">
                <a:latin typeface="Tahoma"/>
                <a:cs typeface="Tahoma"/>
              </a:rPr>
              <a:t> </a:t>
            </a:r>
            <a:r>
              <a:rPr sz="2800" spc="-150" dirty="0">
                <a:latin typeface="Tahoma"/>
                <a:cs typeface="Tahoma"/>
              </a:rPr>
              <a:t>tự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-114" dirty="0">
                <a:latin typeface="Tahoma"/>
                <a:cs typeface="Tahoma"/>
              </a:rPr>
              <a:t>học,</a:t>
            </a:r>
            <a:r>
              <a:rPr sz="2800" spc="-355" dirty="0">
                <a:latin typeface="Tahoma"/>
                <a:cs typeface="Tahoma"/>
              </a:rPr>
              <a:t> </a:t>
            </a:r>
            <a:r>
              <a:rPr sz="2800" spc="-100" dirty="0">
                <a:latin typeface="Tahoma"/>
                <a:cs typeface="Tahoma"/>
              </a:rPr>
              <a:t>chuẩn</a:t>
            </a:r>
            <a:r>
              <a:rPr sz="2800" spc="-345" dirty="0">
                <a:latin typeface="Tahoma"/>
                <a:cs typeface="Tahoma"/>
              </a:rPr>
              <a:t> </a:t>
            </a:r>
            <a:r>
              <a:rPr sz="2800" spc="-60" dirty="0">
                <a:latin typeface="Tahoma"/>
                <a:cs typeface="Tahoma"/>
              </a:rPr>
              <a:t>bị</a:t>
            </a:r>
            <a:r>
              <a:rPr sz="2800" spc="-340" dirty="0">
                <a:latin typeface="Tahoma"/>
                <a:cs typeface="Tahoma"/>
              </a:rPr>
              <a:t> </a:t>
            </a:r>
            <a:r>
              <a:rPr sz="2800" spc="-60" dirty="0">
                <a:latin typeface="Tahoma"/>
                <a:cs typeface="Tahoma"/>
              </a:rPr>
              <a:t>slides,</a:t>
            </a:r>
            <a:r>
              <a:rPr sz="2800" spc="-34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demo.</a:t>
            </a:r>
            <a:endParaRPr sz="2800">
              <a:latin typeface="Tahoma"/>
              <a:cs typeface="Tahoma"/>
            </a:endParaRPr>
          </a:p>
          <a:p>
            <a:pPr marL="1377950" lvl="1" indent="-525145">
              <a:lnSpc>
                <a:spcPct val="100000"/>
              </a:lnSpc>
              <a:spcBef>
                <a:spcPts val="2385"/>
              </a:spcBef>
              <a:buSzPct val="88000"/>
              <a:buChar char="–"/>
              <a:tabLst>
                <a:tab pos="1377950" algn="l"/>
              </a:tabLst>
            </a:pPr>
            <a:r>
              <a:rPr sz="2800" spc="-305" dirty="0">
                <a:latin typeface="Tahoma"/>
                <a:cs typeface="Tahoma"/>
              </a:rPr>
              <a:t>Tôn</a:t>
            </a:r>
            <a:r>
              <a:rPr sz="2800" spc="-345" dirty="0">
                <a:latin typeface="Tahoma"/>
                <a:cs typeface="Tahoma"/>
              </a:rPr>
              <a:t> </a:t>
            </a:r>
            <a:r>
              <a:rPr sz="2800" spc="-175" dirty="0">
                <a:latin typeface="Tahoma"/>
                <a:cs typeface="Tahoma"/>
              </a:rPr>
              <a:t>trọng</a:t>
            </a:r>
            <a:r>
              <a:rPr sz="2800" spc="-340" dirty="0">
                <a:latin typeface="Tahoma"/>
                <a:cs typeface="Tahoma"/>
              </a:rPr>
              <a:t> </a:t>
            </a:r>
            <a:r>
              <a:rPr sz="2800" spc="-75" dirty="0">
                <a:latin typeface="Tahoma"/>
                <a:cs typeface="Tahoma"/>
              </a:rPr>
              <a:t>lớp</a:t>
            </a:r>
            <a:r>
              <a:rPr sz="2800" spc="-345" dirty="0">
                <a:latin typeface="Tahoma"/>
                <a:cs typeface="Tahoma"/>
              </a:rPr>
              <a:t> </a:t>
            </a:r>
            <a:r>
              <a:rPr sz="2800" spc="-114" dirty="0">
                <a:latin typeface="Tahoma"/>
                <a:cs typeface="Tahoma"/>
              </a:rPr>
              <a:t>học,</a:t>
            </a:r>
            <a:r>
              <a:rPr sz="2800" spc="-340" dirty="0">
                <a:latin typeface="Tahoma"/>
                <a:cs typeface="Tahoma"/>
              </a:rPr>
              <a:t> </a:t>
            </a:r>
            <a:r>
              <a:rPr sz="2800" spc="-204" dirty="0">
                <a:latin typeface="Tahoma"/>
                <a:cs typeface="Tahoma"/>
              </a:rPr>
              <a:t>đúng</a:t>
            </a:r>
            <a:r>
              <a:rPr sz="2800" spc="-345" dirty="0">
                <a:latin typeface="Tahoma"/>
                <a:cs typeface="Tahoma"/>
              </a:rPr>
              <a:t> </a:t>
            </a:r>
            <a:r>
              <a:rPr sz="2800" spc="-190" dirty="0">
                <a:latin typeface="Tahoma"/>
                <a:cs typeface="Tahoma"/>
              </a:rPr>
              <a:t>giờ,</a:t>
            </a:r>
            <a:r>
              <a:rPr sz="2800" spc="-340" dirty="0">
                <a:latin typeface="Tahoma"/>
                <a:cs typeface="Tahoma"/>
              </a:rPr>
              <a:t> </a:t>
            </a:r>
            <a:r>
              <a:rPr sz="2800" spc="-185" dirty="0">
                <a:latin typeface="Tahoma"/>
                <a:cs typeface="Tahoma"/>
              </a:rPr>
              <a:t>không</a:t>
            </a:r>
            <a:r>
              <a:rPr sz="2800" spc="-345" dirty="0">
                <a:latin typeface="Tahoma"/>
                <a:cs typeface="Tahoma"/>
              </a:rPr>
              <a:t> </a:t>
            </a:r>
            <a:r>
              <a:rPr sz="2800" spc="-229" dirty="0">
                <a:latin typeface="Tahoma"/>
                <a:cs typeface="Tahoma"/>
              </a:rPr>
              <a:t>gây</a:t>
            </a:r>
            <a:r>
              <a:rPr sz="2800" spc="-340" dirty="0">
                <a:latin typeface="Tahoma"/>
                <a:cs typeface="Tahoma"/>
              </a:rPr>
              <a:t> </a:t>
            </a:r>
            <a:r>
              <a:rPr sz="2800" spc="-155" dirty="0">
                <a:latin typeface="Tahoma"/>
                <a:cs typeface="Tahoma"/>
              </a:rPr>
              <a:t>ảnh</a:t>
            </a:r>
            <a:r>
              <a:rPr sz="2800" spc="-345" dirty="0">
                <a:latin typeface="Tahoma"/>
                <a:cs typeface="Tahoma"/>
              </a:rPr>
              <a:t> </a:t>
            </a:r>
            <a:r>
              <a:rPr sz="2800" spc="-180" dirty="0">
                <a:latin typeface="Tahoma"/>
                <a:cs typeface="Tahoma"/>
              </a:rPr>
              <a:t>hưởng,</a:t>
            </a:r>
            <a:r>
              <a:rPr sz="2800" spc="-340" dirty="0">
                <a:latin typeface="Tahoma"/>
                <a:cs typeface="Tahoma"/>
              </a:rPr>
              <a:t> </a:t>
            </a:r>
            <a:r>
              <a:rPr sz="2800" spc="-135" dirty="0">
                <a:latin typeface="Tahoma"/>
                <a:cs typeface="Tahoma"/>
              </a:rPr>
              <a:t>tuân</a:t>
            </a:r>
            <a:r>
              <a:rPr sz="2800" spc="-345" dirty="0">
                <a:latin typeface="Tahoma"/>
                <a:cs typeface="Tahoma"/>
              </a:rPr>
              <a:t> </a:t>
            </a:r>
            <a:r>
              <a:rPr sz="2800" spc="-155" dirty="0">
                <a:latin typeface="Tahoma"/>
                <a:cs typeface="Tahoma"/>
              </a:rPr>
              <a:t>thủ</a:t>
            </a:r>
            <a:r>
              <a:rPr sz="2800" spc="-340" dirty="0">
                <a:latin typeface="Tahoma"/>
                <a:cs typeface="Tahoma"/>
              </a:rPr>
              <a:t> </a:t>
            </a:r>
            <a:r>
              <a:rPr sz="2800" spc="-180" dirty="0">
                <a:latin typeface="Tahoma"/>
                <a:cs typeface="Tahoma"/>
              </a:rPr>
              <a:t>văn</a:t>
            </a:r>
            <a:r>
              <a:rPr sz="2800" spc="-345" dirty="0">
                <a:latin typeface="Tahoma"/>
                <a:cs typeface="Tahoma"/>
              </a:rPr>
              <a:t> </a:t>
            </a:r>
            <a:r>
              <a:rPr sz="2800" spc="-140" dirty="0">
                <a:latin typeface="Tahoma"/>
                <a:cs typeface="Tahoma"/>
              </a:rPr>
              <a:t>hóa</a:t>
            </a:r>
            <a:r>
              <a:rPr sz="2800" spc="-340" dirty="0">
                <a:latin typeface="Tahoma"/>
                <a:cs typeface="Tahoma"/>
              </a:rPr>
              <a:t> </a:t>
            </a:r>
            <a:r>
              <a:rPr sz="2800" spc="-85" dirty="0">
                <a:latin typeface="Tahoma"/>
                <a:cs typeface="Tahoma"/>
              </a:rPr>
              <a:t>học</a:t>
            </a:r>
            <a:r>
              <a:rPr sz="2800" spc="-345" dirty="0">
                <a:latin typeface="Tahoma"/>
                <a:cs typeface="Tahoma"/>
              </a:rPr>
              <a:t> </a:t>
            </a:r>
            <a:r>
              <a:rPr sz="2800" spc="-65" dirty="0">
                <a:latin typeface="Tahoma"/>
                <a:cs typeface="Tahoma"/>
              </a:rPr>
              <a:t>đường.</a:t>
            </a:r>
            <a:endParaRPr sz="2800">
              <a:latin typeface="Tahoma"/>
              <a:cs typeface="Tahoma"/>
            </a:endParaRPr>
          </a:p>
          <a:p>
            <a:pPr marL="1377950" lvl="1" indent="-525145">
              <a:lnSpc>
                <a:spcPct val="100000"/>
              </a:lnSpc>
              <a:spcBef>
                <a:spcPts val="2385"/>
              </a:spcBef>
              <a:buSzPct val="88000"/>
              <a:buChar char="–"/>
              <a:tabLst>
                <a:tab pos="1377950" algn="l"/>
              </a:tabLst>
            </a:pPr>
            <a:r>
              <a:rPr sz="2800" spc="-180" dirty="0">
                <a:latin typeface="Tahoma"/>
                <a:cs typeface="Tahoma"/>
              </a:rPr>
              <a:t>Máy</a:t>
            </a:r>
            <a:r>
              <a:rPr sz="2800" spc="-345" dirty="0">
                <a:latin typeface="Tahoma"/>
                <a:cs typeface="Tahoma"/>
              </a:rPr>
              <a:t> </a:t>
            </a:r>
            <a:r>
              <a:rPr sz="2800" spc="-120" dirty="0">
                <a:latin typeface="Tahoma"/>
                <a:cs typeface="Tahoma"/>
              </a:rPr>
              <a:t>tính</a:t>
            </a:r>
            <a:r>
              <a:rPr sz="2800" spc="-345" dirty="0">
                <a:latin typeface="Tahoma"/>
                <a:cs typeface="Tahoma"/>
              </a:rPr>
              <a:t> </a:t>
            </a:r>
            <a:r>
              <a:rPr sz="2800" spc="-50" dirty="0">
                <a:latin typeface="Tahoma"/>
                <a:cs typeface="Tahoma"/>
              </a:rPr>
              <a:t>chỉ</a:t>
            </a:r>
            <a:r>
              <a:rPr sz="2800" spc="-350" dirty="0">
                <a:latin typeface="Tahoma"/>
                <a:cs typeface="Tahoma"/>
              </a:rPr>
              <a:t> </a:t>
            </a:r>
            <a:r>
              <a:rPr sz="2800" spc="-80" dirty="0">
                <a:latin typeface="Tahoma"/>
                <a:cs typeface="Tahoma"/>
              </a:rPr>
              <a:t>sử</a:t>
            </a:r>
            <a:r>
              <a:rPr sz="2800" spc="-345" dirty="0">
                <a:latin typeface="Tahoma"/>
                <a:cs typeface="Tahoma"/>
              </a:rPr>
              <a:t> </a:t>
            </a:r>
            <a:r>
              <a:rPr sz="2800" spc="-190" dirty="0">
                <a:latin typeface="Tahoma"/>
                <a:cs typeface="Tahoma"/>
              </a:rPr>
              <a:t>dụng</a:t>
            </a:r>
            <a:r>
              <a:rPr sz="2800" spc="-350" dirty="0">
                <a:latin typeface="Tahoma"/>
                <a:cs typeface="Tahoma"/>
              </a:rPr>
              <a:t> </a:t>
            </a:r>
            <a:r>
              <a:rPr sz="2800" spc="-85" dirty="0">
                <a:latin typeface="Tahoma"/>
                <a:cs typeface="Tahoma"/>
              </a:rPr>
              <a:t>cho</a:t>
            </a:r>
            <a:r>
              <a:rPr sz="2800" spc="-345" dirty="0">
                <a:latin typeface="Tahoma"/>
                <a:cs typeface="Tahoma"/>
              </a:rPr>
              <a:t> </a:t>
            </a:r>
            <a:r>
              <a:rPr sz="2800" spc="-100" dirty="0">
                <a:latin typeface="Tahoma"/>
                <a:cs typeface="Tahoma"/>
              </a:rPr>
              <a:t>mục</a:t>
            </a:r>
            <a:r>
              <a:rPr sz="2800" spc="-345" dirty="0">
                <a:latin typeface="Tahoma"/>
                <a:cs typeface="Tahoma"/>
              </a:rPr>
              <a:t> </a:t>
            </a:r>
            <a:r>
              <a:rPr sz="2800" spc="-75" dirty="0">
                <a:latin typeface="Tahoma"/>
                <a:cs typeface="Tahoma"/>
              </a:rPr>
              <a:t>đích</a:t>
            </a:r>
            <a:r>
              <a:rPr sz="2800" spc="-350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học</a:t>
            </a:r>
            <a:endParaRPr sz="2800" spc="-25" dirty="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23544" y="10447221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8063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23544" y="1282753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8063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951777" y="5197961"/>
            <a:ext cx="2645410" cy="863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ts val="3300"/>
              </a:lnSpc>
              <a:spcBef>
                <a:spcPts val="100"/>
              </a:spcBef>
            </a:pPr>
            <a:r>
              <a:rPr sz="2750" b="1" dirty="0">
                <a:solidFill>
                  <a:srgbClr val="E36C09"/>
                </a:solidFill>
                <a:latin typeface="Arial" panose="020B0604020202020204"/>
                <a:cs typeface="Arial" panose="020B0604020202020204"/>
              </a:rPr>
              <a:t>KHÔNG</a:t>
            </a:r>
            <a:r>
              <a:rPr sz="2750" b="1" spc="30" dirty="0">
                <a:solidFill>
                  <a:srgbClr val="E36C0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50" b="1" spc="114" dirty="0">
                <a:solidFill>
                  <a:srgbClr val="E36C09"/>
                </a:solidFill>
                <a:latin typeface="Arial" panose="020B0604020202020204"/>
                <a:cs typeface="Arial" panose="020B0604020202020204"/>
              </a:rPr>
              <a:t>NÓI</a:t>
            </a:r>
            <a:endParaRPr sz="2750">
              <a:latin typeface="Arial" panose="020B0604020202020204"/>
              <a:cs typeface="Arial" panose="020B0604020202020204"/>
            </a:endParaRPr>
          </a:p>
          <a:p>
            <a:pPr algn="ctr">
              <a:lnSpc>
                <a:spcPts val="3300"/>
              </a:lnSpc>
            </a:pPr>
            <a:r>
              <a:rPr sz="2750" b="1" spc="-25" dirty="0">
                <a:solidFill>
                  <a:srgbClr val="E36C09"/>
                </a:solidFill>
                <a:latin typeface="Arial" panose="020B0604020202020204"/>
                <a:cs typeface="Arial" panose="020B0604020202020204"/>
              </a:rPr>
              <a:t>CHUYỆN</a:t>
            </a:r>
            <a:r>
              <a:rPr sz="2750" b="1" spc="-135" dirty="0">
                <a:solidFill>
                  <a:srgbClr val="E36C0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50" b="1" spc="-10" dirty="0">
                <a:solidFill>
                  <a:srgbClr val="E36C09"/>
                </a:solidFill>
                <a:latin typeface="Arial" panose="020B0604020202020204"/>
                <a:cs typeface="Arial" panose="020B0604020202020204"/>
              </a:rPr>
              <a:t>RIÊNG</a:t>
            </a:r>
            <a:endParaRPr sz="2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00653" y="5197961"/>
            <a:ext cx="7105650" cy="863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9430" marR="5080" indent="-507365">
              <a:lnSpc>
                <a:spcPct val="100000"/>
              </a:lnSpc>
              <a:spcBef>
                <a:spcPts val="100"/>
              </a:spcBef>
              <a:tabLst>
                <a:tab pos="4886325" algn="l"/>
              </a:tabLst>
            </a:pPr>
            <a:r>
              <a:rPr sz="2750" b="1" dirty="0">
                <a:solidFill>
                  <a:srgbClr val="E36C09"/>
                </a:solidFill>
                <a:latin typeface="Arial" panose="020B0604020202020204"/>
                <a:cs typeface="Arial" panose="020B0604020202020204"/>
              </a:rPr>
              <a:t>KHÔNG</a:t>
            </a:r>
            <a:r>
              <a:rPr sz="2750" b="1" spc="-25" dirty="0">
                <a:solidFill>
                  <a:srgbClr val="E36C0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50" b="1" spc="-90" dirty="0">
                <a:solidFill>
                  <a:srgbClr val="E36C09"/>
                </a:solidFill>
                <a:latin typeface="Arial" panose="020B0604020202020204"/>
                <a:cs typeface="Arial" panose="020B0604020202020204"/>
              </a:rPr>
              <a:t>SỬ</a:t>
            </a:r>
            <a:r>
              <a:rPr sz="2750" b="1" spc="-35" dirty="0">
                <a:solidFill>
                  <a:srgbClr val="E36C0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50" b="1" spc="-20" dirty="0">
                <a:solidFill>
                  <a:srgbClr val="E36C09"/>
                </a:solidFill>
                <a:latin typeface="Arial" panose="020B0604020202020204"/>
                <a:cs typeface="Arial" panose="020B0604020202020204"/>
              </a:rPr>
              <a:t>DỤNG</a:t>
            </a:r>
            <a:r>
              <a:rPr sz="2750" b="1" dirty="0">
                <a:solidFill>
                  <a:srgbClr val="E36C09"/>
                </a:solidFill>
                <a:latin typeface="Arial" panose="020B0604020202020204"/>
                <a:cs typeface="Arial" panose="020B0604020202020204"/>
              </a:rPr>
              <a:t>	KHÔNG</a:t>
            </a:r>
            <a:r>
              <a:rPr sz="2750" b="1" spc="30" dirty="0">
                <a:solidFill>
                  <a:srgbClr val="E36C0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50" b="1" spc="35" dirty="0">
                <a:solidFill>
                  <a:srgbClr val="E36C09"/>
                </a:solidFill>
                <a:latin typeface="Arial" panose="020B0604020202020204"/>
                <a:cs typeface="Arial" panose="020B0604020202020204"/>
              </a:rPr>
              <a:t>NGỦ </a:t>
            </a:r>
            <a:r>
              <a:rPr sz="2750" b="1" dirty="0">
                <a:solidFill>
                  <a:srgbClr val="E36C09"/>
                </a:solidFill>
                <a:latin typeface="Arial" panose="020B0604020202020204"/>
                <a:cs typeface="Arial" panose="020B0604020202020204"/>
              </a:rPr>
              <a:t>ĐIỆN</a:t>
            </a:r>
            <a:r>
              <a:rPr sz="2750" b="1" spc="70" dirty="0">
                <a:solidFill>
                  <a:srgbClr val="E36C0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50" b="1" spc="-10" dirty="0">
                <a:solidFill>
                  <a:srgbClr val="E36C09"/>
                </a:solidFill>
                <a:latin typeface="Arial" panose="020B0604020202020204"/>
                <a:cs typeface="Arial" panose="020B0604020202020204"/>
              </a:rPr>
              <a:t>THOẠI</a:t>
            </a:r>
            <a:endParaRPr sz="27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440302" y="5197961"/>
            <a:ext cx="2366010" cy="4451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50" b="1" spc="-145" dirty="0">
                <a:solidFill>
                  <a:srgbClr val="E36C09"/>
                </a:solidFill>
                <a:latin typeface="Arial" panose="020B0604020202020204"/>
                <a:cs typeface="Arial" panose="020B0604020202020204"/>
              </a:rPr>
              <a:t>CODE</a:t>
            </a:r>
            <a:r>
              <a:rPr sz="2750" b="1" spc="-35" dirty="0">
                <a:solidFill>
                  <a:srgbClr val="E36C0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50" b="1" spc="-140" dirty="0">
                <a:solidFill>
                  <a:srgbClr val="E36C09"/>
                </a:solidFill>
                <a:latin typeface="Arial" panose="020B0604020202020204"/>
                <a:cs typeface="Arial" panose="020B0604020202020204"/>
              </a:rPr>
              <a:t>ĐẦY</a:t>
            </a:r>
            <a:r>
              <a:rPr sz="2750" b="1" spc="-40" dirty="0">
                <a:solidFill>
                  <a:srgbClr val="E36C0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50" b="1" spc="30" dirty="0">
                <a:solidFill>
                  <a:srgbClr val="E36C09"/>
                </a:solidFill>
                <a:latin typeface="Arial" panose="020B0604020202020204"/>
                <a:cs typeface="Arial" panose="020B0604020202020204"/>
              </a:rPr>
              <a:t>ĐỦ</a:t>
            </a:r>
            <a:endParaRPr sz="275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038908" y="6424586"/>
            <a:ext cx="3403600" cy="2929890"/>
            <a:chOff x="6038908" y="6424586"/>
            <a:chExt cx="3403600" cy="2929890"/>
          </a:xfrm>
        </p:grpSpPr>
        <p:sp>
          <p:nvSpPr>
            <p:cNvPr id="12" name="object 12"/>
            <p:cNvSpPr/>
            <p:nvPr/>
          </p:nvSpPr>
          <p:spPr>
            <a:xfrm>
              <a:off x="6038908" y="6424586"/>
              <a:ext cx="3403600" cy="2929890"/>
            </a:xfrm>
            <a:custGeom>
              <a:avLst/>
              <a:gdLst/>
              <a:ahLst/>
              <a:cxnLst/>
              <a:rect l="l" t="t" r="r" b="b"/>
              <a:pathLst>
                <a:path w="3403600" h="2929890">
                  <a:moveTo>
                    <a:pt x="3403247" y="0"/>
                  </a:moveTo>
                  <a:lnTo>
                    <a:pt x="0" y="0"/>
                  </a:lnTo>
                  <a:lnTo>
                    <a:pt x="0" y="2929334"/>
                  </a:lnTo>
                  <a:lnTo>
                    <a:pt x="3403247" y="2929334"/>
                  </a:lnTo>
                  <a:lnTo>
                    <a:pt x="3403247" y="0"/>
                  </a:lnTo>
                  <a:close/>
                </a:path>
              </a:pathLst>
            </a:custGeom>
            <a:solidFill>
              <a:srgbClr val="F473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401321" y="6547351"/>
              <a:ext cx="2705100" cy="2705100"/>
            </a:xfrm>
            <a:custGeom>
              <a:avLst/>
              <a:gdLst/>
              <a:ahLst/>
              <a:cxnLst/>
              <a:rect l="l" t="t" r="r" b="b"/>
              <a:pathLst>
                <a:path w="2705100" h="2705100">
                  <a:moveTo>
                    <a:pt x="2704706" y="1358900"/>
                  </a:moveTo>
                  <a:lnTo>
                    <a:pt x="2703309" y="1295400"/>
                  </a:lnTo>
                  <a:lnTo>
                    <a:pt x="2699347" y="1244600"/>
                  </a:lnTo>
                  <a:lnTo>
                    <a:pt x="2693225" y="1193800"/>
                  </a:lnTo>
                  <a:lnTo>
                    <a:pt x="2685338" y="1130300"/>
                  </a:lnTo>
                  <a:lnTo>
                    <a:pt x="2676055" y="1079500"/>
                  </a:lnTo>
                  <a:lnTo>
                    <a:pt x="2664828" y="1028700"/>
                  </a:lnTo>
                  <a:lnTo>
                    <a:pt x="2651048" y="977900"/>
                  </a:lnTo>
                  <a:lnTo>
                    <a:pt x="2635110" y="927100"/>
                  </a:lnTo>
                  <a:lnTo>
                    <a:pt x="2617406" y="876300"/>
                  </a:lnTo>
                  <a:lnTo>
                    <a:pt x="2598331" y="825500"/>
                  </a:lnTo>
                  <a:lnTo>
                    <a:pt x="2577274" y="774700"/>
                  </a:lnTo>
                  <a:lnTo>
                    <a:pt x="2553665" y="736600"/>
                  </a:lnTo>
                  <a:lnTo>
                    <a:pt x="2527909" y="685800"/>
                  </a:lnTo>
                  <a:lnTo>
                    <a:pt x="2500376" y="635000"/>
                  </a:lnTo>
                  <a:lnTo>
                    <a:pt x="2471458" y="596900"/>
                  </a:lnTo>
                  <a:lnTo>
                    <a:pt x="2441486" y="558800"/>
                  </a:lnTo>
                  <a:lnTo>
                    <a:pt x="2410333" y="508000"/>
                  </a:lnTo>
                  <a:lnTo>
                    <a:pt x="2389644" y="483781"/>
                  </a:lnTo>
                  <a:lnTo>
                    <a:pt x="2389644" y="1358900"/>
                  </a:lnTo>
                  <a:lnTo>
                    <a:pt x="2388438" y="1409700"/>
                  </a:lnTo>
                  <a:lnTo>
                    <a:pt x="2384882" y="1460500"/>
                  </a:lnTo>
                  <a:lnTo>
                    <a:pt x="2379027" y="1498600"/>
                  </a:lnTo>
                  <a:lnTo>
                    <a:pt x="2370950" y="1549400"/>
                  </a:lnTo>
                  <a:lnTo>
                    <a:pt x="2360726" y="1600200"/>
                  </a:lnTo>
                  <a:lnTo>
                    <a:pt x="2348407" y="1651000"/>
                  </a:lnTo>
                  <a:lnTo>
                    <a:pt x="2334082" y="1689100"/>
                  </a:lnTo>
                  <a:lnTo>
                    <a:pt x="2317788" y="1739900"/>
                  </a:lnTo>
                  <a:lnTo>
                    <a:pt x="2299614" y="1778000"/>
                  </a:lnTo>
                  <a:lnTo>
                    <a:pt x="2111387" y="1653616"/>
                  </a:lnTo>
                  <a:lnTo>
                    <a:pt x="2111387" y="2070100"/>
                  </a:lnTo>
                  <a:lnTo>
                    <a:pt x="2076653" y="2095500"/>
                  </a:lnTo>
                  <a:lnTo>
                    <a:pt x="2040356" y="2133600"/>
                  </a:lnTo>
                  <a:lnTo>
                    <a:pt x="2002586" y="2159000"/>
                  </a:lnTo>
                  <a:lnTo>
                    <a:pt x="1963369" y="2197100"/>
                  </a:lnTo>
                  <a:lnTo>
                    <a:pt x="1922780" y="2222500"/>
                  </a:lnTo>
                  <a:lnTo>
                    <a:pt x="1880870" y="2247900"/>
                  </a:lnTo>
                  <a:lnTo>
                    <a:pt x="1837715" y="2273300"/>
                  </a:lnTo>
                  <a:lnTo>
                    <a:pt x="1793354" y="2298700"/>
                  </a:lnTo>
                  <a:lnTo>
                    <a:pt x="1747862" y="2311400"/>
                  </a:lnTo>
                  <a:lnTo>
                    <a:pt x="1701304" y="2336800"/>
                  </a:lnTo>
                  <a:lnTo>
                    <a:pt x="1505508" y="2387600"/>
                  </a:lnTo>
                  <a:lnTo>
                    <a:pt x="1454467" y="2387600"/>
                  </a:lnTo>
                  <a:lnTo>
                    <a:pt x="1402715" y="2400300"/>
                  </a:lnTo>
                  <a:lnTo>
                    <a:pt x="1302829" y="2400300"/>
                  </a:lnTo>
                  <a:lnTo>
                    <a:pt x="1255877" y="2387600"/>
                  </a:lnTo>
                  <a:lnTo>
                    <a:pt x="1209522" y="2387600"/>
                  </a:lnTo>
                  <a:lnTo>
                    <a:pt x="1163789" y="2374900"/>
                  </a:lnTo>
                  <a:lnTo>
                    <a:pt x="1118743" y="2374900"/>
                  </a:lnTo>
                  <a:lnTo>
                    <a:pt x="988123" y="2336800"/>
                  </a:lnTo>
                  <a:lnTo>
                    <a:pt x="946251" y="2311400"/>
                  </a:lnTo>
                  <a:lnTo>
                    <a:pt x="905281" y="2298700"/>
                  </a:lnTo>
                  <a:lnTo>
                    <a:pt x="865263" y="2273300"/>
                  </a:lnTo>
                  <a:lnTo>
                    <a:pt x="826262" y="2247900"/>
                  </a:lnTo>
                  <a:lnTo>
                    <a:pt x="788301" y="2235200"/>
                  </a:lnTo>
                  <a:lnTo>
                    <a:pt x="751433" y="2209800"/>
                  </a:lnTo>
                  <a:lnTo>
                    <a:pt x="715708" y="2184400"/>
                  </a:lnTo>
                  <a:lnTo>
                    <a:pt x="681164" y="2146300"/>
                  </a:lnTo>
                  <a:lnTo>
                    <a:pt x="647852" y="2120900"/>
                  </a:lnTo>
                  <a:lnTo>
                    <a:pt x="615835" y="2095500"/>
                  </a:lnTo>
                  <a:lnTo>
                    <a:pt x="585127" y="2057400"/>
                  </a:lnTo>
                  <a:lnTo>
                    <a:pt x="555802" y="2019300"/>
                  </a:lnTo>
                  <a:lnTo>
                    <a:pt x="527888" y="1993900"/>
                  </a:lnTo>
                  <a:lnTo>
                    <a:pt x="501446" y="1955800"/>
                  </a:lnTo>
                  <a:lnTo>
                    <a:pt x="476516" y="1917700"/>
                  </a:lnTo>
                  <a:lnTo>
                    <a:pt x="453136" y="1879600"/>
                  </a:lnTo>
                  <a:lnTo>
                    <a:pt x="431368" y="1841500"/>
                  </a:lnTo>
                  <a:lnTo>
                    <a:pt x="411251" y="1803400"/>
                  </a:lnTo>
                  <a:lnTo>
                    <a:pt x="392823" y="1765300"/>
                  </a:lnTo>
                  <a:lnTo>
                    <a:pt x="376135" y="1714500"/>
                  </a:lnTo>
                  <a:lnTo>
                    <a:pt x="361251" y="1676400"/>
                  </a:lnTo>
                  <a:lnTo>
                    <a:pt x="348183" y="1625600"/>
                  </a:lnTo>
                  <a:lnTo>
                    <a:pt x="337007" y="1587500"/>
                  </a:lnTo>
                  <a:lnTo>
                    <a:pt x="327761" y="1536700"/>
                  </a:lnTo>
                  <a:lnTo>
                    <a:pt x="320497" y="1498600"/>
                  </a:lnTo>
                  <a:lnTo>
                    <a:pt x="315239" y="1447800"/>
                  </a:lnTo>
                  <a:lnTo>
                    <a:pt x="312051" y="1397000"/>
                  </a:lnTo>
                  <a:lnTo>
                    <a:pt x="310984" y="1358900"/>
                  </a:lnTo>
                  <a:lnTo>
                    <a:pt x="312178" y="1308100"/>
                  </a:lnTo>
                  <a:lnTo>
                    <a:pt x="315747" y="1257300"/>
                  </a:lnTo>
                  <a:lnTo>
                    <a:pt x="321589" y="1206500"/>
                  </a:lnTo>
                  <a:lnTo>
                    <a:pt x="329666" y="1155700"/>
                  </a:lnTo>
                  <a:lnTo>
                    <a:pt x="339890" y="1104900"/>
                  </a:lnTo>
                  <a:lnTo>
                    <a:pt x="352209" y="1066800"/>
                  </a:lnTo>
                  <a:lnTo>
                    <a:pt x="366534" y="1016000"/>
                  </a:lnTo>
                  <a:lnTo>
                    <a:pt x="382828" y="977900"/>
                  </a:lnTo>
                  <a:lnTo>
                    <a:pt x="400989" y="927100"/>
                  </a:lnTo>
                  <a:lnTo>
                    <a:pt x="908405" y="1266190"/>
                  </a:lnTo>
                  <a:lnTo>
                    <a:pt x="908405" y="2119007"/>
                  </a:lnTo>
                  <a:lnTo>
                    <a:pt x="1796313" y="2119007"/>
                  </a:lnTo>
                  <a:lnTo>
                    <a:pt x="1796313" y="2045220"/>
                  </a:lnTo>
                  <a:lnTo>
                    <a:pt x="1796313" y="1987829"/>
                  </a:lnTo>
                  <a:lnTo>
                    <a:pt x="1796313" y="1918144"/>
                  </a:lnTo>
                  <a:lnTo>
                    <a:pt x="1796313" y="1859546"/>
                  </a:lnTo>
                  <a:lnTo>
                    <a:pt x="2111387" y="2070100"/>
                  </a:lnTo>
                  <a:lnTo>
                    <a:pt x="2111387" y="1653616"/>
                  </a:lnTo>
                  <a:lnTo>
                    <a:pt x="1796313" y="1445399"/>
                  </a:lnTo>
                  <a:lnTo>
                    <a:pt x="1796313" y="729564"/>
                  </a:lnTo>
                  <a:lnTo>
                    <a:pt x="1796313" y="582028"/>
                  </a:lnTo>
                  <a:lnTo>
                    <a:pt x="1743138" y="582028"/>
                  </a:lnTo>
                  <a:lnTo>
                    <a:pt x="1743138" y="729564"/>
                  </a:lnTo>
                  <a:lnTo>
                    <a:pt x="1743138" y="1410258"/>
                  </a:lnTo>
                  <a:lnTo>
                    <a:pt x="1743138" y="1824012"/>
                  </a:lnTo>
                  <a:lnTo>
                    <a:pt x="1743138" y="1918144"/>
                  </a:lnTo>
                  <a:lnTo>
                    <a:pt x="1456690" y="1918144"/>
                  </a:lnTo>
                  <a:lnTo>
                    <a:pt x="1456690" y="2016531"/>
                  </a:lnTo>
                  <a:lnTo>
                    <a:pt x="1448117" y="2027923"/>
                  </a:lnTo>
                  <a:lnTo>
                    <a:pt x="1424990" y="2037016"/>
                  </a:lnTo>
                  <a:lnTo>
                    <a:pt x="1391107" y="2043049"/>
                  </a:lnTo>
                  <a:lnTo>
                    <a:pt x="1350302" y="2045220"/>
                  </a:lnTo>
                  <a:lnTo>
                    <a:pt x="1309522" y="2043049"/>
                  </a:lnTo>
                  <a:lnTo>
                    <a:pt x="1275638" y="2037016"/>
                  </a:lnTo>
                  <a:lnTo>
                    <a:pt x="1252499" y="2027923"/>
                  </a:lnTo>
                  <a:lnTo>
                    <a:pt x="1243926" y="2016531"/>
                  </a:lnTo>
                  <a:lnTo>
                    <a:pt x="1251915" y="2005126"/>
                  </a:lnTo>
                  <a:lnTo>
                    <a:pt x="1307795" y="1990001"/>
                  </a:lnTo>
                  <a:lnTo>
                    <a:pt x="1350302" y="1987829"/>
                  </a:lnTo>
                  <a:lnTo>
                    <a:pt x="1392821" y="1990001"/>
                  </a:lnTo>
                  <a:lnTo>
                    <a:pt x="1448689" y="2005126"/>
                  </a:lnTo>
                  <a:lnTo>
                    <a:pt x="1456690" y="2016531"/>
                  </a:lnTo>
                  <a:lnTo>
                    <a:pt x="1456690" y="1918144"/>
                  </a:lnTo>
                  <a:lnTo>
                    <a:pt x="957503" y="1918144"/>
                  </a:lnTo>
                  <a:lnTo>
                    <a:pt x="957503" y="1299006"/>
                  </a:lnTo>
                  <a:lnTo>
                    <a:pt x="1743138" y="1824012"/>
                  </a:lnTo>
                  <a:lnTo>
                    <a:pt x="1743138" y="1410258"/>
                  </a:lnTo>
                  <a:lnTo>
                    <a:pt x="1012024" y="927100"/>
                  </a:lnTo>
                  <a:lnTo>
                    <a:pt x="957503" y="891082"/>
                  </a:lnTo>
                  <a:lnTo>
                    <a:pt x="957503" y="729564"/>
                  </a:lnTo>
                  <a:lnTo>
                    <a:pt x="1743138" y="729564"/>
                  </a:lnTo>
                  <a:lnTo>
                    <a:pt x="1743138" y="582028"/>
                  </a:lnTo>
                  <a:lnTo>
                    <a:pt x="908405" y="582028"/>
                  </a:lnTo>
                  <a:lnTo>
                    <a:pt x="908405" y="858634"/>
                  </a:lnTo>
                  <a:lnTo>
                    <a:pt x="589229" y="647700"/>
                  </a:lnTo>
                  <a:lnTo>
                    <a:pt x="623963" y="609600"/>
                  </a:lnTo>
                  <a:lnTo>
                    <a:pt x="660247" y="571500"/>
                  </a:lnTo>
                  <a:lnTo>
                    <a:pt x="698030" y="546100"/>
                  </a:lnTo>
                  <a:lnTo>
                    <a:pt x="737247" y="520700"/>
                  </a:lnTo>
                  <a:lnTo>
                    <a:pt x="777836" y="482600"/>
                  </a:lnTo>
                  <a:lnTo>
                    <a:pt x="819746" y="457200"/>
                  </a:lnTo>
                  <a:lnTo>
                    <a:pt x="862901" y="431800"/>
                  </a:lnTo>
                  <a:lnTo>
                    <a:pt x="907262" y="419100"/>
                  </a:lnTo>
                  <a:lnTo>
                    <a:pt x="952754" y="393700"/>
                  </a:lnTo>
                  <a:lnTo>
                    <a:pt x="999312" y="381000"/>
                  </a:lnTo>
                  <a:lnTo>
                    <a:pt x="1046886" y="355600"/>
                  </a:lnTo>
                  <a:lnTo>
                    <a:pt x="1144854" y="330200"/>
                  </a:lnTo>
                  <a:lnTo>
                    <a:pt x="1195108" y="330200"/>
                  </a:lnTo>
                  <a:lnTo>
                    <a:pt x="1246149" y="317500"/>
                  </a:lnTo>
                  <a:lnTo>
                    <a:pt x="1491094" y="317500"/>
                  </a:lnTo>
                  <a:lnTo>
                    <a:pt x="1626209" y="355600"/>
                  </a:lnTo>
                  <a:lnTo>
                    <a:pt x="1754378" y="393700"/>
                  </a:lnTo>
                  <a:lnTo>
                    <a:pt x="1795348" y="419100"/>
                  </a:lnTo>
                  <a:lnTo>
                    <a:pt x="1835365" y="431800"/>
                  </a:lnTo>
                  <a:lnTo>
                    <a:pt x="1874367" y="457200"/>
                  </a:lnTo>
                  <a:lnTo>
                    <a:pt x="1912340" y="482600"/>
                  </a:lnTo>
                  <a:lnTo>
                    <a:pt x="1949208" y="508000"/>
                  </a:lnTo>
                  <a:lnTo>
                    <a:pt x="1984933" y="533400"/>
                  </a:lnTo>
                  <a:lnTo>
                    <a:pt x="2019465" y="558800"/>
                  </a:lnTo>
                  <a:lnTo>
                    <a:pt x="2052777" y="584200"/>
                  </a:lnTo>
                  <a:lnTo>
                    <a:pt x="2084806" y="622300"/>
                  </a:lnTo>
                  <a:lnTo>
                    <a:pt x="2115502" y="647700"/>
                  </a:lnTo>
                  <a:lnTo>
                    <a:pt x="2144826" y="685800"/>
                  </a:lnTo>
                  <a:lnTo>
                    <a:pt x="2172741" y="723900"/>
                  </a:lnTo>
                  <a:lnTo>
                    <a:pt x="2199182" y="749300"/>
                  </a:lnTo>
                  <a:lnTo>
                    <a:pt x="2224113" y="787400"/>
                  </a:lnTo>
                  <a:lnTo>
                    <a:pt x="2247493" y="825500"/>
                  </a:lnTo>
                  <a:lnTo>
                    <a:pt x="2269261" y="863600"/>
                  </a:lnTo>
                  <a:lnTo>
                    <a:pt x="2289378" y="914400"/>
                  </a:lnTo>
                  <a:lnTo>
                    <a:pt x="2307806" y="952500"/>
                  </a:lnTo>
                  <a:lnTo>
                    <a:pt x="2324481" y="990600"/>
                  </a:lnTo>
                  <a:lnTo>
                    <a:pt x="2339378" y="1028700"/>
                  </a:lnTo>
                  <a:lnTo>
                    <a:pt x="2352433" y="1079500"/>
                  </a:lnTo>
                  <a:lnTo>
                    <a:pt x="2363609" y="1117600"/>
                  </a:lnTo>
                  <a:lnTo>
                    <a:pt x="2372855" y="1168400"/>
                  </a:lnTo>
                  <a:lnTo>
                    <a:pt x="2380132" y="1219200"/>
                  </a:lnTo>
                  <a:lnTo>
                    <a:pt x="2385377" y="1257300"/>
                  </a:lnTo>
                  <a:lnTo>
                    <a:pt x="2388565" y="1308100"/>
                  </a:lnTo>
                  <a:lnTo>
                    <a:pt x="2389644" y="1358900"/>
                  </a:lnTo>
                  <a:lnTo>
                    <a:pt x="2389644" y="483781"/>
                  </a:lnTo>
                  <a:lnTo>
                    <a:pt x="2343683" y="431800"/>
                  </a:lnTo>
                  <a:lnTo>
                    <a:pt x="2307818" y="393700"/>
                  </a:lnTo>
                  <a:lnTo>
                    <a:pt x="2270455" y="355600"/>
                  </a:lnTo>
                  <a:lnTo>
                    <a:pt x="2231910" y="330200"/>
                  </a:lnTo>
                  <a:lnTo>
                    <a:pt x="2218613" y="317500"/>
                  </a:lnTo>
                  <a:lnTo>
                    <a:pt x="2150529" y="254000"/>
                  </a:lnTo>
                  <a:lnTo>
                    <a:pt x="2107285" y="228600"/>
                  </a:lnTo>
                  <a:lnTo>
                    <a:pt x="2017217" y="177800"/>
                  </a:lnTo>
                  <a:lnTo>
                    <a:pt x="1924773" y="127000"/>
                  </a:lnTo>
                  <a:lnTo>
                    <a:pt x="1878164" y="114300"/>
                  </a:lnTo>
                  <a:lnTo>
                    <a:pt x="1828596" y="88900"/>
                  </a:lnTo>
                  <a:lnTo>
                    <a:pt x="1778254" y="76200"/>
                  </a:lnTo>
                  <a:lnTo>
                    <a:pt x="1727314" y="50800"/>
                  </a:lnTo>
                  <a:lnTo>
                    <a:pt x="1624469" y="25400"/>
                  </a:lnTo>
                  <a:lnTo>
                    <a:pt x="1570418" y="25400"/>
                  </a:lnTo>
                  <a:lnTo>
                    <a:pt x="1516176" y="12700"/>
                  </a:lnTo>
                  <a:lnTo>
                    <a:pt x="1461541" y="12700"/>
                  </a:lnTo>
                  <a:lnTo>
                    <a:pt x="1406321" y="0"/>
                  </a:lnTo>
                  <a:lnTo>
                    <a:pt x="1294295" y="0"/>
                  </a:lnTo>
                  <a:lnTo>
                    <a:pt x="1239075" y="12700"/>
                  </a:lnTo>
                  <a:lnTo>
                    <a:pt x="1184440" y="12700"/>
                  </a:lnTo>
                  <a:lnTo>
                    <a:pt x="1130198" y="25400"/>
                  </a:lnTo>
                  <a:lnTo>
                    <a:pt x="1076147" y="25400"/>
                  </a:lnTo>
                  <a:lnTo>
                    <a:pt x="973302" y="50800"/>
                  </a:lnTo>
                  <a:lnTo>
                    <a:pt x="922375" y="76200"/>
                  </a:lnTo>
                  <a:lnTo>
                    <a:pt x="872032" y="88900"/>
                  </a:lnTo>
                  <a:lnTo>
                    <a:pt x="822477" y="114300"/>
                  </a:lnTo>
                  <a:lnTo>
                    <a:pt x="774280" y="127000"/>
                  </a:lnTo>
                  <a:lnTo>
                    <a:pt x="727659" y="152400"/>
                  </a:lnTo>
                  <a:lnTo>
                    <a:pt x="682218" y="177800"/>
                  </a:lnTo>
                  <a:lnTo>
                    <a:pt x="593331" y="228600"/>
                  </a:lnTo>
                  <a:lnTo>
                    <a:pt x="550087" y="266700"/>
                  </a:lnTo>
                  <a:lnTo>
                    <a:pt x="508609" y="292100"/>
                  </a:lnTo>
                  <a:lnTo>
                    <a:pt x="468706" y="330200"/>
                  </a:lnTo>
                  <a:lnTo>
                    <a:pt x="430174" y="355600"/>
                  </a:lnTo>
                  <a:lnTo>
                    <a:pt x="392836" y="393700"/>
                  </a:lnTo>
                  <a:lnTo>
                    <a:pt x="356552" y="431800"/>
                  </a:lnTo>
                  <a:lnTo>
                    <a:pt x="321652" y="469900"/>
                  </a:lnTo>
                  <a:lnTo>
                    <a:pt x="288518" y="508000"/>
                  </a:lnTo>
                  <a:lnTo>
                    <a:pt x="257556" y="558800"/>
                  </a:lnTo>
                  <a:lnTo>
                    <a:pt x="200660" y="635000"/>
                  </a:lnTo>
                  <a:lnTo>
                    <a:pt x="174155" y="685800"/>
                  </a:lnTo>
                  <a:lnTo>
                    <a:pt x="149606" y="736600"/>
                  </a:lnTo>
                  <a:lnTo>
                    <a:pt x="127012" y="774700"/>
                  </a:lnTo>
                  <a:lnTo>
                    <a:pt x="106387" y="825500"/>
                  </a:lnTo>
                  <a:lnTo>
                    <a:pt x="87299" y="876300"/>
                  </a:lnTo>
                  <a:lnTo>
                    <a:pt x="69596" y="927100"/>
                  </a:lnTo>
                  <a:lnTo>
                    <a:pt x="53657" y="977900"/>
                  </a:lnTo>
                  <a:lnTo>
                    <a:pt x="39878" y="1028700"/>
                  </a:lnTo>
                  <a:lnTo>
                    <a:pt x="28638" y="1079500"/>
                  </a:lnTo>
                  <a:lnTo>
                    <a:pt x="19380" y="1130300"/>
                  </a:lnTo>
                  <a:lnTo>
                    <a:pt x="11493" y="1193800"/>
                  </a:lnTo>
                  <a:lnTo>
                    <a:pt x="5372" y="1244600"/>
                  </a:lnTo>
                  <a:lnTo>
                    <a:pt x="1409" y="1295400"/>
                  </a:lnTo>
                  <a:lnTo>
                    <a:pt x="0" y="1358900"/>
                  </a:lnTo>
                  <a:lnTo>
                    <a:pt x="1016" y="1409700"/>
                  </a:lnTo>
                  <a:lnTo>
                    <a:pt x="4191" y="1460500"/>
                  </a:lnTo>
                  <a:lnTo>
                    <a:pt x="9728" y="1524000"/>
                  </a:lnTo>
                  <a:lnTo>
                    <a:pt x="17805" y="1574800"/>
                  </a:lnTo>
                  <a:lnTo>
                    <a:pt x="28638" y="1625600"/>
                  </a:lnTo>
                  <a:lnTo>
                    <a:pt x="39878" y="1676400"/>
                  </a:lnTo>
                  <a:lnTo>
                    <a:pt x="53657" y="1727200"/>
                  </a:lnTo>
                  <a:lnTo>
                    <a:pt x="69596" y="1778000"/>
                  </a:lnTo>
                  <a:lnTo>
                    <a:pt x="87299" y="1828800"/>
                  </a:lnTo>
                  <a:lnTo>
                    <a:pt x="106387" y="1879600"/>
                  </a:lnTo>
                  <a:lnTo>
                    <a:pt x="127406" y="1930400"/>
                  </a:lnTo>
                  <a:lnTo>
                    <a:pt x="150774" y="1981200"/>
                  </a:lnTo>
                  <a:lnTo>
                    <a:pt x="175920" y="2019300"/>
                  </a:lnTo>
                  <a:lnTo>
                    <a:pt x="202234" y="2070100"/>
                  </a:lnTo>
                  <a:lnTo>
                    <a:pt x="229146" y="2108200"/>
                  </a:lnTo>
                  <a:lnTo>
                    <a:pt x="259130" y="2159000"/>
                  </a:lnTo>
                  <a:lnTo>
                    <a:pt x="290296" y="2197100"/>
                  </a:lnTo>
                  <a:lnTo>
                    <a:pt x="322834" y="2235200"/>
                  </a:lnTo>
                  <a:lnTo>
                    <a:pt x="356946" y="2273300"/>
                  </a:lnTo>
                  <a:lnTo>
                    <a:pt x="392836" y="2311400"/>
                  </a:lnTo>
                  <a:lnTo>
                    <a:pt x="430174" y="2349500"/>
                  </a:lnTo>
                  <a:lnTo>
                    <a:pt x="468706" y="2387600"/>
                  </a:lnTo>
                  <a:lnTo>
                    <a:pt x="508609" y="2413000"/>
                  </a:lnTo>
                  <a:lnTo>
                    <a:pt x="550087" y="2451100"/>
                  </a:lnTo>
                  <a:lnTo>
                    <a:pt x="593331" y="2476500"/>
                  </a:lnTo>
                  <a:lnTo>
                    <a:pt x="683399" y="2527300"/>
                  </a:lnTo>
                  <a:lnTo>
                    <a:pt x="822477" y="2603500"/>
                  </a:lnTo>
                  <a:lnTo>
                    <a:pt x="872032" y="2628900"/>
                  </a:lnTo>
                  <a:lnTo>
                    <a:pt x="1076147" y="2679700"/>
                  </a:lnTo>
                  <a:lnTo>
                    <a:pt x="1184440" y="2705100"/>
                  </a:lnTo>
                  <a:lnTo>
                    <a:pt x="1516176" y="2705100"/>
                  </a:lnTo>
                  <a:lnTo>
                    <a:pt x="1624469" y="2679700"/>
                  </a:lnTo>
                  <a:lnTo>
                    <a:pt x="1828596" y="2628900"/>
                  </a:lnTo>
                  <a:lnTo>
                    <a:pt x="1878164" y="2603500"/>
                  </a:lnTo>
                  <a:lnTo>
                    <a:pt x="1926348" y="2578100"/>
                  </a:lnTo>
                  <a:lnTo>
                    <a:pt x="1972957" y="2565400"/>
                  </a:lnTo>
                  <a:lnTo>
                    <a:pt x="2018398" y="2540000"/>
                  </a:lnTo>
                  <a:lnTo>
                    <a:pt x="2063038" y="2501900"/>
                  </a:lnTo>
                  <a:lnTo>
                    <a:pt x="2107285" y="2476500"/>
                  </a:lnTo>
                  <a:lnTo>
                    <a:pt x="2150529" y="2451100"/>
                  </a:lnTo>
                  <a:lnTo>
                    <a:pt x="2192007" y="2413000"/>
                  </a:lnTo>
                  <a:lnTo>
                    <a:pt x="2211959" y="2400300"/>
                  </a:lnTo>
                  <a:lnTo>
                    <a:pt x="2270455" y="2349500"/>
                  </a:lnTo>
                  <a:lnTo>
                    <a:pt x="2307818" y="2311400"/>
                  </a:lnTo>
                  <a:lnTo>
                    <a:pt x="2344077" y="2273300"/>
                  </a:lnTo>
                  <a:lnTo>
                    <a:pt x="2378964" y="2235200"/>
                  </a:lnTo>
                  <a:lnTo>
                    <a:pt x="2412085" y="2197100"/>
                  </a:lnTo>
                  <a:lnTo>
                    <a:pt x="2443048" y="2159000"/>
                  </a:lnTo>
                  <a:lnTo>
                    <a:pt x="2471458" y="2108200"/>
                  </a:lnTo>
                  <a:lnTo>
                    <a:pt x="2499982" y="2070100"/>
                  </a:lnTo>
                  <a:lnTo>
                    <a:pt x="2526728" y="2019300"/>
                  </a:lnTo>
                  <a:lnTo>
                    <a:pt x="2551900" y="1981200"/>
                  </a:lnTo>
                  <a:lnTo>
                    <a:pt x="2575699" y="1930400"/>
                  </a:lnTo>
                  <a:lnTo>
                    <a:pt x="2598331" y="1879600"/>
                  </a:lnTo>
                  <a:lnTo>
                    <a:pt x="2617406" y="1828800"/>
                  </a:lnTo>
                  <a:lnTo>
                    <a:pt x="2635110" y="1778000"/>
                  </a:lnTo>
                  <a:lnTo>
                    <a:pt x="2651048" y="1727200"/>
                  </a:lnTo>
                  <a:lnTo>
                    <a:pt x="2664828" y="1676400"/>
                  </a:lnTo>
                  <a:lnTo>
                    <a:pt x="2676055" y="1625600"/>
                  </a:lnTo>
                  <a:lnTo>
                    <a:pt x="2685338" y="1574800"/>
                  </a:lnTo>
                  <a:lnTo>
                    <a:pt x="2693225" y="1524000"/>
                  </a:lnTo>
                  <a:lnTo>
                    <a:pt x="2699347" y="1460500"/>
                  </a:lnTo>
                  <a:lnTo>
                    <a:pt x="2703309" y="1409700"/>
                  </a:lnTo>
                  <a:lnTo>
                    <a:pt x="2704706" y="13589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/>
          <p:cNvGrpSpPr/>
          <p:nvPr/>
        </p:nvGrpSpPr>
        <p:grpSpPr>
          <a:xfrm>
            <a:off x="14970224" y="6424586"/>
            <a:ext cx="3403600" cy="2929890"/>
            <a:chOff x="14970224" y="6424586"/>
            <a:chExt cx="3403600" cy="2929890"/>
          </a:xfrm>
        </p:grpSpPr>
        <p:sp>
          <p:nvSpPr>
            <p:cNvPr id="15" name="object 15"/>
            <p:cNvSpPr/>
            <p:nvPr/>
          </p:nvSpPr>
          <p:spPr>
            <a:xfrm>
              <a:off x="14970224" y="6424586"/>
              <a:ext cx="3403600" cy="2929890"/>
            </a:xfrm>
            <a:custGeom>
              <a:avLst/>
              <a:gdLst/>
              <a:ahLst/>
              <a:cxnLst/>
              <a:rect l="l" t="t" r="r" b="b"/>
              <a:pathLst>
                <a:path w="3403600" h="2929890">
                  <a:moveTo>
                    <a:pt x="3403247" y="0"/>
                  </a:moveTo>
                  <a:lnTo>
                    <a:pt x="0" y="0"/>
                  </a:lnTo>
                  <a:lnTo>
                    <a:pt x="0" y="2929334"/>
                  </a:lnTo>
                  <a:lnTo>
                    <a:pt x="3403247" y="2929334"/>
                  </a:lnTo>
                  <a:lnTo>
                    <a:pt x="3403247" y="0"/>
                  </a:lnTo>
                  <a:close/>
                </a:path>
              </a:pathLst>
            </a:custGeom>
            <a:solidFill>
              <a:srgbClr val="F473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5382596" y="6598621"/>
              <a:ext cx="2618105" cy="2613660"/>
            </a:xfrm>
            <a:custGeom>
              <a:avLst/>
              <a:gdLst/>
              <a:ahLst/>
              <a:cxnLst/>
              <a:rect l="l" t="t" r="r" b="b"/>
              <a:pathLst>
                <a:path w="2618105" h="2613659">
                  <a:moveTo>
                    <a:pt x="981684" y="925436"/>
                  </a:moveTo>
                  <a:lnTo>
                    <a:pt x="977404" y="904252"/>
                  </a:lnTo>
                  <a:lnTo>
                    <a:pt x="965733" y="886955"/>
                  </a:lnTo>
                  <a:lnTo>
                    <a:pt x="948410" y="875309"/>
                  </a:lnTo>
                  <a:lnTo>
                    <a:pt x="927188" y="871042"/>
                  </a:lnTo>
                  <a:lnTo>
                    <a:pt x="381774" y="871042"/>
                  </a:lnTo>
                  <a:lnTo>
                    <a:pt x="360553" y="875309"/>
                  </a:lnTo>
                  <a:lnTo>
                    <a:pt x="343217" y="886955"/>
                  </a:lnTo>
                  <a:lnTo>
                    <a:pt x="331520" y="904252"/>
                  </a:lnTo>
                  <a:lnTo>
                    <a:pt x="327240" y="925436"/>
                  </a:lnTo>
                  <a:lnTo>
                    <a:pt x="331520" y="946632"/>
                  </a:lnTo>
                  <a:lnTo>
                    <a:pt x="343217" y="963955"/>
                  </a:lnTo>
                  <a:lnTo>
                    <a:pt x="360553" y="975626"/>
                  </a:lnTo>
                  <a:lnTo>
                    <a:pt x="381774" y="979919"/>
                  </a:lnTo>
                  <a:lnTo>
                    <a:pt x="927188" y="979919"/>
                  </a:lnTo>
                  <a:lnTo>
                    <a:pt x="948410" y="975626"/>
                  </a:lnTo>
                  <a:lnTo>
                    <a:pt x="965733" y="963955"/>
                  </a:lnTo>
                  <a:lnTo>
                    <a:pt x="977404" y="946632"/>
                  </a:lnTo>
                  <a:lnTo>
                    <a:pt x="981684" y="925436"/>
                  </a:lnTo>
                  <a:close/>
                </a:path>
                <a:path w="2618105" h="2613659">
                  <a:moveTo>
                    <a:pt x="1308912" y="1360957"/>
                  </a:moveTo>
                  <a:lnTo>
                    <a:pt x="1304632" y="1339773"/>
                  </a:lnTo>
                  <a:lnTo>
                    <a:pt x="1292961" y="1322476"/>
                  </a:lnTo>
                  <a:lnTo>
                    <a:pt x="1275638" y="1310830"/>
                  </a:lnTo>
                  <a:lnTo>
                    <a:pt x="1254417" y="1306563"/>
                  </a:lnTo>
                  <a:lnTo>
                    <a:pt x="381774" y="1306563"/>
                  </a:lnTo>
                  <a:lnTo>
                    <a:pt x="360553" y="1310830"/>
                  </a:lnTo>
                  <a:lnTo>
                    <a:pt x="343217" y="1322476"/>
                  </a:lnTo>
                  <a:lnTo>
                    <a:pt x="331520" y="1339773"/>
                  </a:lnTo>
                  <a:lnTo>
                    <a:pt x="327240" y="1360957"/>
                  </a:lnTo>
                  <a:lnTo>
                    <a:pt x="331520" y="1382153"/>
                  </a:lnTo>
                  <a:lnTo>
                    <a:pt x="343217" y="1399476"/>
                  </a:lnTo>
                  <a:lnTo>
                    <a:pt x="360553" y="1411147"/>
                  </a:lnTo>
                  <a:lnTo>
                    <a:pt x="381774" y="1415440"/>
                  </a:lnTo>
                  <a:lnTo>
                    <a:pt x="1254417" y="1415440"/>
                  </a:lnTo>
                  <a:lnTo>
                    <a:pt x="1275638" y="1411147"/>
                  </a:lnTo>
                  <a:lnTo>
                    <a:pt x="1292961" y="1399476"/>
                  </a:lnTo>
                  <a:lnTo>
                    <a:pt x="1304632" y="1382153"/>
                  </a:lnTo>
                  <a:lnTo>
                    <a:pt x="1308912" y="1360957"/>
                  </a:lnTo>
                  <a:close/>
                </a:path>
                <a:path w="2618105" h="2613659">
                  <a:moveTo>
                    <a:pt x="1854301" y="489915"/>
                  </a:moveTo>
                  <a:lnTo>
                    <a:pt x="1849894" y="441032"/>
                  </a:lnTo>
                  <a:lnTo>
                    <a:pt x="1837207" y="395008"/>
                  </a:lnTo>
                  <a:lnTo>
                    <a:pt x="1817014" y="352615"/>
                  </a:lnTo>
                  <a:lnTo>
                    <a:pt x="1790090" y="314629"/>
                  </a:lnTo>
                  <a:lnTo>
                    <a:pt x="1757210" y="281813"/>
                  </a:lnTo>
                  <a:lnTo>
                    <a:pt x="1719148" y="254952"/>
                  </a:lnTo>
                  <a:lnTo>
                    <a:pt x="1676692" y="234797"/>
                  </a:lnTo>
                  <a:lnTo>
                    <a:pt x="1630591" y="222148"/>
                  </a:lnTo>
                  <a:lnTo>
                    <a:pt x="1581645" y="217754"/>
                  </a:lnTo>
                  <a:lnTo>
                    <a:pt x="1527060" y="217754"/>
                  </a:lnTo>
                  <a:lnTo>
                    <a:pt x="1527060" y="54394"/>
                  </a:lnTo>
                  <a:lnTo>
                    <a:pt x="1522793" y="33210"/>
                  </a:lnTo>
                  <a:lnTo>
                    <a:pt x="1511122" y="15913"/>
                  </a:lnTo>
                  <a:lnTo>
                    <a:pt x="1493799" y="4267"/>
                  </a:lnTo>
                  <a:lnTo>
                    <a:pt x="1472577" y="0"/>
                  </a:lnTo>
                  <a:lnTo>
                    <a:pt x="1451343" y="4267"/>
                  </a:lnTo>
                  <a:lnTo>
                    <a:pt x="1433982" y="15913"/>
                  </a:lnTo>
                  <a:lnTo>
                    <a:pt x="1422285" y="33210"/>
                  </a:lnTo>
                  <a:lnTo>
                    <a:pt x="1417993" y="54394"/>
                  </a:lnTo>
                  <a:lnTo>
                    <a:pt x="1417993" y="217754"/>
                  </a:lnTo>
                  <a:lnTo>
                    <a:pt x="981684" y="217754"/>
                  </a:lnTo>
                  <a:lnTo>
                    <a:pt x="981684" y="54394"/>
                  </a:lnTo>
                  <a:lnTo>
                    <a:pt x="977404" y="33210"/>
                  </a:lnTo>
                  <a:lnTo>
                    <a:pt x="965733" y="15913"/>
                  </a:lnTo>
                  <a:lnTo>
                    <a:pt x="948410" y="4267"/>
                  </a:lnTo>
                  <a:lnTo>
                    <a:pt x="927188" y="0"/>
                  </a:lnTo>
                  <a:lnTo>
                    <a:pt x="905954" y="4267"/>
                  </a:lnTo>
                  <a:lnTo>
                    <a:pt x="888606" y="15913"/>
                  </a:lnTo>
                  <a:lnTo>
                    <a:pt x="876896" y="33210"/>
                  </a:lnTo>
                  <a:lnTo>
                    <a:pt x="872604" y="54394"/>
                  </a:lnTo>
                  <a:lnTo>
                    <a:pt x="872604" y="217754"/>
                  </a:lnTo>
                  <a:lnTo>
                    <a:pt x="436308" y="217754"/>
                  </a:lnTo>
                  <a:lnTo>
                    <a:pt x="436308" y="54394"/>
                  </a:lnTo>
                  <a:lnTo>
                    <a:pt x="432028" y="33210"/>
                  </a:lnTo>
                  <a:lnTo>
                    <a:pt x="420331" y="15913"/>
                  </a:lnTo>
                  <a:lnTo>
                    <a:pt x="402996" y="4267"/>
                  </a:lnTo>
                  <a:lnTo>
                    <a:pt x="381774" y="0"/>
                  </a:lnTo>
                  <a:lnTo>
                    <a:pt x="360553" y="4267"/>
                  </a:lnTo>
                  <a:lnTo>
                    <a:pt x="343217" y="15913"/>
                  </a:lnTo>
                  <a:lnTo>
                    <a:pt x="331520" y="33210"/>
                  </a:lnTo>
                  <a:lnTo>
                    <a:pt x="327240" y="54394"/>
                  </a:lnTo>
                  <a:lnTo>
                    <a:pt x="327240" y="217754"/>
                  </a:lnTo>
                  <a:lnTo>
                    <a:pt x="272694" y="217754"/>
                  </a:lnTo>
                  <a:lnTo>
                    <a:pt x="223761" y="222148"/>
                  </a:lnTo>
                  <a:lnTo>
                    <a:pt x="177660" y="234797"/>
                  </a:lnTo>
                  <a:lnTo>
                    <a:pt x="135191" y="254952"/>
                  </a:lnTo>
                  <a:lnTo>
                    <a:pt x="97116" y="281813"/>
                  </a:lnTo>
                  <a:lnTo>
                    <a:pt x="64223" y="314629"/>
                  </a:lnTo>
                  <a:lnTo>
                    <a:pt x="37299" y="352615"/>
                  </a:lnTo>
                  <a:lnTo>
                    <a:pt x="17094" y="395008"/>
                  </a:lnTo>
                  <a:lnTo>
                    <a:pt x="4406" y="441032"/>
                  </a:lnTo>
                  <a:lnTo>
                    <a:pt x="0" y="489915"/>
                  </a:lnTo>
                  <a:lnTo>
                    <a:pt x="0" y="2014270"/>
                  </a:lnTo>
                  <a:lnTo>
                    <a:pt x="4406" y="2063153"/>
                  </a:lnTo>
                  <a:lnTo>
                    <a:pt x="17094" y="2109178"/>
                  </a:lnTo>
                  <a:lnTo>
                    <a:pt x="37299" y="2151570"/>
                  </a:lnTo>
                  <a:lnTo>
                    <a:pt x="64223" y="2189569"/>
                  </a:lnTo>
                  <a:lnTo>
                    <a:pt x="97116" y="2222398"/>
                  </a:lnTo>
                  <a:lnTo>
                    <a:pt x="135191" y="2249271"/>
                  </a:lnTo>
                  <a:lnTo>
                    <a:pt x="177660" y="2269426"/>
                  </a:lnTo>
                  <a:lnTo>
                    <a:pt x="223761" y="2282088"/>
                  </a:lnTo>
                  <a:lnTo>
                    <a:pt x="272694" y="2286482"/>
                  </a:lnTo>
                  <a:lnTo>
                    <a:pt x="1028598" y="2286482"/>
                  </a:lnTo>
                  <a:lnTo>
                    <a:pt x="1049870" y="2282202"/>
                  </a:lnTo>
                  <a:lnTo>
                    <a:pt x="1067219" y="2270531"/>
                  </a:lnTo>
                  <a:lnTo>
                    <a:pt x="1078903" y="2253221"/>
                  </a:lnTo>
                  <a:lnTo>
                    <a:pt x="1083183" y="2232037"/>
                  </a:lnTo>
                  <a:lnTo>
                    <a:pt x="1078890" y="2210854"/>
                  </a:lnTo>
                  <a:lnTo>
                    <a:pt x="1067193" y="2193544"/>
                  </a:lnTo>
                  <a:lnTo>
                    <a:pt x="1049832" y="2181872"/>
                  </a:lnTo>
                  <a:lnTo>
                    <a:pt x="1028598" y="2177592"/>
                  </a:lnTo>
                  <a:lnTo>
                    <a:pt x="272694" y="2177592"/>
                  </a:lnTo>
                  <a:lnTo>
                    <a:pt x="229260" y="2171750"/>
                  </a:lnTo>
                  <a:lnTo>
                    <a:pt x="190182" y="2155266"/>
                  </a:lnTo>
                  <a:lnTo>
                    <a:pt x="157060" y="2129701"/>
                  </a:lnTo>
                  <a:lnTo>
                    <a:pt x="131445" y="2096630"/>
                  </a:lnTo>
                  <a:lnTo>
                    <a:pt x="114935" y="2057641"/>
                  </a:lnTo>
                  <a:lnTo>
                    <a:pt x="109080" y="2014270"/>
                  </a:lnTo>
                  <a:lnTo>
                    <a:pt x="109080" y="489915"/>
                  </a:lnTo>
                  <a:lnTo>
                    <a:pt x="114935" y="446557"/>
                  </a:lnTo>
                  <a:lnTo>
                    <a:pt x="131445" y="407568"/>
                  </a:lnTo>
                  <a:lnTo>
                    <a:pt x="157060" y="374510"/>
                  </a:lnTo>
                  <a:lnTo>
                    <a:pt x="190182" y="348957"/>
                  </a:lnTo>
                  <a:lnTo>
                    <a:pt x="229260" y="332473"/>
                  </a:lnTo>
                  <a:lnTo>
                    <a:pt x="272694" y="326631"/>
                  </a:lnTo>
                  <a:lnTo>
                    <a:pt x="327240" y="326631"/>
                  </a:lnTo>
                  <a:lnTo>
                    <a:pt x="327240" y="489915"/>
                  </a:lnTo>
                  <a:lnTo>
                    <a:pt x="331520" y="511111"/>
                  </a:lnTo>
                  <a:lnTo>
                    <a:pt x="343217" y="528434"/>
                  </a:lnTo>
                  <a:lnTo>
                    <a:pt x="360553" y="540105"/>
                  </a:lnTo>
                  <a:lnTo>
                    <a:pt x="381774" y="544398"/>
                  </a:lnTo>
                  <a:lnTo>
                    <a:pt x="402996" y="540105"/>
                  </a:lnTo>
                  <a:lnTo>
                    <a:pt x="420331" y="528434"/>
                  </a:lnTo>
                  <a:lnTo>
                    <a:pt x="432028" y="511111"/>
                  </a:lnTo>
                  <a:lnTo>
                    <a:pt x="436308" y="489915"/>
                  </a:lnTo>
                  <a:lnTo>
                    <a:pt x="436308" y="326631"/>
                  </a:lnTo>
                  <a:lnTo>
                    <a:pt x="872604" y="326631"/>
                  </a:lnTo>
                  <a:lnTo>
                    <a:pt x="872604" y="489915"/>
                  </a:lnTo>
                  <a:lnTo>
                    <a:pt x="876896" y="511111"/>
                  </a:lnTo>
                  <a:lnTo>
                    <a:pt x="888606" y="528434"/>
                  </a:lnTo>
                  <a:lnTo>
                    <a:pt x="905954" y="540105"/>
                  </a:lnTo>
                  <a:lnTo>
                    <a:pt x="927188" y="544398"/>
                  </a:lnTo>
                  <a:lnTo>
                    <a:pt x="948410" y="540105"/>
                  </a:lnTo>
                  <a:lnTo>
                    <a:pt x="965733" y="528434"/>
                  </a:lnTo>
                  <a:lnTo>
                    <a:pt x="977404" y="511111"/>
                  </a:lnTo>
                  <a:lnTo>
                    <a:pt x="981684" y="489915"/>
                  </a:lnTo>
                  <a:lnTo>
                    <a:pt x="981684" y="326631"/>
                  </a:lnTo>
                  <a:lnTo>
                    <a:pt x="1417993" y="326631"/>
                  </a:lnTo>
                  <a:lnTo>
                    <a:pt x="1417993" y="489915"/>
                  </a:lnTo>
                  <a:lnTo>
                    <a:pt x="1422285" y="511111"/>
                  </a:lnTo>
                  <a:lnTo>
                    <a:pt x="1433982" y="528434"/>
                  </a:lnTo>
                  <a:lnTo>
                    <a:pt x="1451343" y="540105"/>
                  </a:lnTo>
                  <a:lnTo>
                    <a:pt x="1472577" y="544398"/>
                  </a:lnTo>
                  <a:lnTo>
                    <a:pt x="1493799" y="540105"/>
                  </a:lnTo>
                  <a:lnTo>
                    <a:pt x="1511122" y="528434"/>
                  </a:lnTo>
                  <a:lnTo>
                    <a:pt x="1522793" y="511111"/>
                  </a:lnTo>
                  <a:lnTo>
                    <a:pt x="1527060" y="489915"/>
                  </a:lnTo>
                  <a:lnTo>
                    <a:pt x="1527060" y="326631"/>
                  </a:lnTo>
                  <a:lnTo>
                    <a:pt x="1581645" y="326631"/>
                  </a:lnTo>
                  <a:lnTo>
                    <a:pt x="1625079" y="332473"/>
                  </a:lnTo>
                  <a:lnTo>
                    <a:pt x="1664131" y="348957"/>
                  </a:lnTo>
                  <a:lnTo>
                    <a:pt x="1697253" y="374510"/>
                  </a:lnTo>
                  <a:lnTo>
                    <a:pt x="1722856" y="407568"/>
                  </a:lnTo>
                  <a:lnTo>
                    <a:pt x="1739366" y="446557"/>
                  </a:lnTo>
                  <a:lnTo>
                    <a:pt x="1745221" y="489915"/>
                  </a:lnTo>
                  <a:lnTo>
                    <a:pt x="1745221" y="1286967"/>
                  </a:lnTo>
                  <a:lnTo>
                    <a:pt x="1749513" y="1308150"/>
                  </a:lnTo>
                  <a:lnTo>
                    <a:pt x="1761210" y="1325448"/>
                  </a:lnTo>
                  <a:lnTo>
                    <a:pt x="1778571" y="1337094"/>
                  </a:lnTo>
                  <a:lnTo>
                    <a:pt x="1799805" y="1341361"/>
                  </a:lnTo>
                  <a:lnTo>
                    <a:pt x="1821027" y="1337094"/>
                  </a:lnTo>
                  <a:lnTo>
                    <a:pt x="1838350" y="1325448"/>
                  </a:lnTo>
                  <a:lnTo>
                    <a:pt x="1850021" y="1308150"/>
                  </a:lnTo>
                  <a:lnTo>
                    <a:pt x="1854301" y="1286967"/>
                  </a:lnTo>
                  <a:lnTo>
                    <a:pt x="1854301" y="489915"/>
                  </a:lnTo>
                  <a:close/>
                </a:path>
                <a:path w="2618105" h="2613659">
                  <a:moveTo>
                    <a:pt x="2617762" y="1557896"/>
                  </a:moveTo>
                  <a:lnTo>
                    <a:pt x="2612440" y="1516443"/>
                  </a:lnTo>
                  <a:lnTo>
                    <a:pt x="2596489" y="1477213"/>
                  </a:lnTo>
                  <a:lnTo>
                    <a:pt x="2569908" y="1442402"/>
                  </a:lnTo>
                  <a:lnTo>
                    <a:pt x="2508707" y="1381328"/>
                  </a:lnTo>
                  <a:lnTo>
                    <a:pt x="2508707" y="1557896"/>
                  </a:lnTo>
                  <a:lnTo>
                    <a:pt x="2504744" y="1578292"/>
                  </a:lnTo>
                  <a:lnTo>
                    <a:pt x="2492781" y="1596301"/>
                  </a:lnTo>
                  <a:lnTo>
                    <a:pt x="1656041" y="2431504"/>
                  </a:lnTo>
                  <a:lnTo>
                    <a:pt x="1366875" y="2489212"/>
                  </a:lnTo>
                  <a:lnTo>
                    <a:pt x="1424647" y="2200567"/>
                  </a:lnTo>
                  <a:lnTo>
                    <a:pt x="2261387" y="1365326"/>
                  </a:lnTo>
                  <a:lnTo>
                    <a:pt x="2279192" y="1353769"/>
                  </a:lnTo>
                  <a:lnTo>
                    <a:pt x="2299893" y="1349883"/>
                  </a:lnTo>
                  <a:lnTo>
                    <a:pt x="2320899" y="1353769"/>
                  </a:lnTo>
                  <a:lnTo>
                    <a:pt x="2320696" y="1353769"/>
                  </a:lnTo>
                  <a:lnTo>
                    <a:pt x="2338527" y="1365326"/>
                  </a:lnTo>
                  <a:lnTo>
                    <a:pt x="2492781" y="1519313"/>
                  </a:lnTo>
                  <a:lnTo>
                    <a:pt x="2504744" y="1537309"/>
                  </a:lnTo>
                  <a:lnTo>
                    <a:pt x="2508707" y="1557896"/>
                  </a:lnTo>
                  <a:lnTo>
                    <a:pt x="2508707" y="1381328"/>
                  </a:lnTo>
                  <a:lnTo>
                    <a:pt x="2477211" y="1349883"/>
                  </a:lnTo>
                  <a:lnTo>
                    <a:pt x="2415654" y="1288427"/>
                  </a:lnTo>
                  <a:lnTo>
                    <a:pt x="2381364" y="1262761"/>
                  </a:lnTo>
                  <a:lnTo>
                    <a:pt x="2341930" y="1247368"/>
                  </a:lnTo>
                  <a:lnTo>
                    <a:pt x="2299919" y="1242237"/>
                  </a:lnTo>
                  <a:lnTo>
                    <a:pt x="2257920" y="1247368"/>
                  </a:lnTo>
                  <a:lnTo>
                    <a:pt x="2218512" y="1262761"/>
                  </a:lnTo>
                  <a:lnTo>
                    <a:pt x="2184260" y="1288427"/>
                  </a:lnTo>
                  <a:lnTo>
                    <a:pt x="1335836" y="2135352"/>
                  </a:lnTo>
                  <a:lnTo>
                    <a:pt x="1243838" y="2548128"/>
                  </a:lnTo>
                  <a:lnTo>
                    <a:pt x="1242898" y="2561475"/>
                  </a:lnTo>
                  <a:lnTo>
                    <a:pt x="1245196" y="2574518"/>
                  </a:lnTo>
                  <a:lnTo>
                    <a:pt x="1276604" y="2609011"/>
                  </a:lnTo>
                  <a:lnTo>
                    <a:pt x="1286992" y="2612148"/>
                  </a:lnTo>
                  <a:lnTo>
                    <a:pt x="1287437" y="2612148"/>
                  </a:lnTo>
                  <a:lnTo>
                    <a:pt x="1297419" y="2613126"/>
                  </a:lnTo>
                  <a:lnTo>
                    <a:pt x="1300886" y="2613126"/>
                  </a:lnTo>
                  <a:lnTo>
                    <a:pt x="1304442" y="2612796"/>
                  </a:lnTo>
                  <a:lnTo>
                    <a:pt x="1693646" y="2535161"/>
                  </a:lnTo>
                  <a:lnTo>
                    <a:pt x="1752574" y="2489212"/>
                  </a:lnTo>
                  <a:lnTo>
                    <a:pt x="2569908" y="1673377"/>
                  </a:lnTo>
                  <a:lnTo>
                    <a:pt x="2596489" y="1638579"/>
                  </a:lnTo>
                  <a:lnTo>
                    <a:pt x="2612440" y="1599349"/>
                  </a:lnTo>
                  <a:lnTo>
                    <a:pt x="2617762" y="15578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" name="object 17"/>
          <p:cNvGrpSpPr/>
          <p:nvPr/>
        </p:nvGrpSpPr>
        <p:grpSpPr>
          <a:xfrm>
            <a:off x="10504531" y="6424586"/>
            <a:ext cx="3403600" cy="2929890"/>
            <a:chOff x="10504531" y="6424586"/>
            <a:chExt cx="3403600" cy="2929890"/>
          </a:xfrm>
        </p:grpSpPr>
        <p:sp>
          <p:nvSpPr>
            <p:cNvPr id="18" name="object 18"/>
            <p:cNvSpPr/>
            <p:nvPr/>
          </p:nvSpPr>
          <p:spPr>
            <a:xfrm>
              <a:off x="10504531" y="6424586"/>
              <a:ext cx="3403600" cy="2929890"/>
            </a:xfrm>
            <a:custGeom>
              <a:avLst/>
              <a:gdLst/>
              <a:ahLst/>
              <a:cxnLst/>
              <a:rect l="l" t="t" r="r" b="b"/>
              <a:pathLst>
                <a:path w="3403600" h="2929890">
                  <a:moveTo>
                    <a:pt x="3403247" y="0"/>
                  </a:moveTo>
                  <a:lnTo>
                    <a:pt x="0" y="0"/>
                  </a:lnTo>
                  <a:lnTo>
                    <a:pt x="0" y="2929334"/>
                  </a:lnTo>
                  <a:lnTo>
                    <a:pt x="3403247" y="2929334"/>
                  </a:lnTo>
                  <a:lnTo>
                    <a:pt x="3403247" y="0"/>
                  </a:lnTo>
                  <a:close/>
                </a:path>
              </a:pathLst>
            </a:custGeom>
            <a:solidFill>
              <a:srgbClr val="F473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2650422" y="7961522"/>
              <a:ext cx="1178560" cy="1176655"/>
            </a:xfrm>
            <a:custGeom>
              <a:avLst/>
              <a:gdLst/>
              <a:ahLst/>
              <a:cxnLst/>
              <a:rect l="l" t="t" r="r" b="b"/>
              <a:pathLst>
                <a:path w="1178559" h="1176654">
                  <a:moveTo>
                    <a:pt x="1091674" y="0"/>
                  </a:moveTo>
                  <a:lnTo>
                    <a:pt x="1046309" y="14922"/>
                  </a:lnTo>
                  <a:lnTo>
                    <a:pt x="589280" y="469252"/>
                  </a:lnTo>
                  <a:lnTo>
                    <a:pt x="144610" y="25376"/>
                  </a:lnTo>
                  <a:lnTo>
                    <a:pt x="131719" y="14563"/>
                  </a:lnTo>
                  <a:lnTo>
                    <a:pt x="117077" y="6601"/>
                  </a:lnTo>
                  <a:lnTo>
                    <a:pt x="101147" y="1682"/>
                  </a:lnTo>
                  <a:lnTo>
                    <a:pt x="84394" y="0"/>
                  </a:lnTo>
                  <a:lnTo>
                    <a:pt x="51690" y="6593"/>
                  </a:lnTo>
                  <a:lnTo>
                    <a:pt x="24987" y="24570"/>
                  </a:lnTo>
                  <a:lnTo>
                    <a:pt x="6987" y="51225"/>
                  </a:lnTo>
                  <a:lnTo>
                    <a:pt x="393" y="83855"/>
                  </a:lnTo>
                  <a:lnTo>
                    <a:pt x="2082" y="100594"/>
                  </a:lnTo>
                  <a:lnTo>
                    <a:pt x="7011" y="116489"/>
                  </a:lnTo>
                  <a:lnTo>
                    <a:pt x="14986" y="131094"/>
                  </a:lnTo>
                  <a:lnTo>
                    <a:pt x="25810" y="143965"/>
                  </a:lnTo>
                  <a:lnTo>
                    <a:pt x="470481" y="587856"/>
                  </a:lnTo>
                  <a:lnTo>
                    <a:pt x="25810" y="1031739"/>
                  </a:lnTo>
                  <a:lnTo>
                    <a:pt x="6793" y="1059104"/>
                  </a:lnTo>
                  <a:lnTo>
                    <a:pt x="0" y="1090534"/>
                  </a:lnTo>
                  <a:lnTo>
                    <a:pt x="5508" y="1122213"/>
                  </a:lnTo>
                  <a:lnTo>
                    <a:pt x="23396" y="1150328"/>
                  </a:lnTo>
                  <a:lnTo>
                    <a:pt x="50810" y="1169312"/>
                  </a:lnTo>
                  <a:lnTo>
                    <a:pt x="82294" y="1176094"/>
                  </a:lnTo>
                  <a:lnTo>
                    <a:pt x="114028" y="1170595"/>
                  </a:lnTo>
                  <a:lnTo>
                    <a:pt x="144610" y="1150328"/>
                  </a:lnTo>
                  <a:lnTo>
                    <a:pt x="589280" y="706445"/>
                  </a:lnTo>
                  <a:lnTo>
                    <a:pt x="1033943" y="1150328"/>
                  </a:lnTo>
                  <a:lnTo>
                    <a:pt x="1061373" y="1169312"/>
                  </a:lnTo>
                  <a:lnTo>
                    <a:pt x="1092864" y="1176094"/>
                  </a:lnTo>
                  <a:lnTo>
                    <a:pt x="1124594" y="1170595"/>
                  </a:lnTo>
                  <a:lnTo>
                    <a:pt x="1152743" y="1152738"/>
                  </a:lnTo>
                  <a:lnTo>
                    <a:pt x="1171753" y="1125376"/>
                  </a:lnTo>
                  <a:lnTo>
                    <a:pt x="1178555" y="1093947"/>
                  </a:lnTo>
                  <a:lnTo>
                    <a:pt x="1173054" y="1062268"/>
                  </a:lnTo>
                  <a:lnTo>
                    <a:pt x="1152743" y="1031739"/>
                  </a:lnTo>
                  <a:lnTo>
                    <a:pt x="708079" y="587856"/>
                  </a:lnTo>
                  <a:lnTo>
                    <a:pt x="1152743" y="143965"/>
                  </a:lnTo>
                  <a:lnTo>
                    <a:pt x="1171602" y="116504"/>
                  </a:lnTo>
                  <a:lnTo>
                    <a:pt x="1178200" y="85043"/>
                  </a:lnTo>
                  <a:lnTo>
                    <a:pt x="1172494" y="53395"/>
                  </a:lnTo>
                  <a:lnTo>
                    <a:pt x="1154447" y="25376"/>
                  </a:lnTo>
                  <a:lnTo>
                    <a:pt x="1141034" y="14194"/>
                  </a:lnTo>
                  <a:lnTo>
                    <a:pt x="1125750" y="6096"/>
                  </a:lnTo>
                  <a:lnTo>
                    <a:pt x="1109121" y="1293"/>
                  </a:lnTo>
                  <a:lnTo>
                    <a:pt x="10916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053145" y="8994170"/>
              <a:ext cx="139076" cy="13901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794419" y="8608732"/>
              <a:ext cx="251016" cy="25099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241196" y="7521618"/>
              <a:ext cx="173820" cy="20614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0828973" y="6451745"/>
              <a:ext cx="2472055" cy="2019300"/>
            </a:xfrm>
            <a:custGeom>
              <a:avLst/>
              <a:gdLst/>
              <a:ahLst/>
              <a:cxnLst/>
              <a:rect l="l" t="t" r="r" b="b"/>
              <a:pathLst>
                <a:path w="2472055" h="2019300">
                  <a:moveTo>
                    <a:pt x="1027531" y="1235430"/>
                  </a:moveTo>
                  <a:lnTo>
                    <a:pt x="1024343" y="1219619"/>
                  </a:lnTo>
                  <a:lnTo>
                    <a:pt x="1015644" y="1206677"/>
                  </a:lnTo>
                  <a:lnTo>
                    <a:pt x="1002728" y="1197940"/>
                  </a:lnTo>
                  <a:lnTo>
                    <a:pt x="986929" y="1194739"/>
                  </a:lnTo>
                  <a:lnTo>
                    <a:pt x="914844" y="1194739"/>
                  </a:lnTo>
                  <a:lnTo>
                    <a:pt x="1019568" y="1053541"/>
                  </a:lnTo>
                  <a:lnTo>
                    <a:pt x="1024940" y="1043622"/>
                  </a:lnTo>
                  <a:lnTo>
                    <a:pt x="1027379" y="1032802"/>
                  </a:lnTo>
                  <a:lnTo>
                    <a:pt x="1026820" y="1021715"/>
                  </a:lnTo>
                  <a:lnTo>
                    <a:pt x="998093" y="990257"/>
                  </a:lnTo>
                  <a:lnTo>
                    <a:pt x="986929" y="988695"/>
                  </a:lnTo>
                  <a:lnTo>
                    <a:pt x="834161" y="988695"/>
                  </a:lnTo>
                  <a:lnTo>
                    <a:pt x="818349" y="991882"/>
                  </a:lnTo>
                  <a:lnTo>
                    <a:pt x="805434" y="1000594"/>
                  </a:lnTo>
                  <a:lnTo>
                    <a:pt x="796721" y="1013498"/>
                  </a:lnTo>
                  <a:lnTo>
                    <a:pt x="793534" y="1029284"/>
                  </a:lnTo>
                  <a:lnTo>
                    <a:pt x="796721" y="1045133"/>
                  </a:lnTo>
                  <a:lnTo>
                    <a:pt x="805434" y="1058075"/>
                  </a:lnTo>
                  <a:lnTo>
                    <a:pt x="818349" y="1066787"/>
                  </a:lnTo>
                  <a:lnTo>
                    <a:pt x="834161" y="1069987"/>
                  </a:lnTo>
                  <a:lnTo>
                    <a:pt x="906246" y="1069987"/>
                  </a:lnTo>
                  <a:lnTo>
                    <a:pt x="801522" y="1211173"/>
                  </a:lnTo>
                  <a:lnTo>
                    <a:pt x="796124" y="1221092"/>
                  </a:lnTo>
                  <a:lnTo>
                    <a:pt x="793686" y="1231912"/>
                  </a:lnTo>
                  <a:lnTo>
                    <a:pt x="794245" y="1242999"/>
                  </a:lnTo>
                  <a:lnTo>
                    <a:pt x="822985" y="1274457"/>
                  </a:lnTo>
                  <a:lnTo>
                    <a:pt x="834161" y="1276019"/>
                  </a:lnTo>
                  <a:lnTo>
                    <a:pt x="986929" y="1276019"/>
                  </a:lnTo>
                  <a:lnTo>
                    <a:pt x="1002728" y="1272832"/>
                  </a:lnTo>
                  <a:lnTo>
                    <a:pt x="1015644" y="1264132"/>
                  </a:lnTo>
                  <a:lnTo>
                    <a:pt x="1024343" y="1251229"/>
                  </a:lnTo>
                  <a:lnTo>
                    <a:pt x="1027531" y="1235430"/>
                  </a:lnTo>
                  <a:close/>
                </a:path>
                <a:path w="2472055" h="2019300">
                  <a:moveTo>
                    <a:pt x="1473949" y="1235430"/>
                  </a:moveTo>
                  <a:lnTo>
                    <a:pt x="1470761" y="1219619"/>
                  </a:lnTo>
                  <a:lnTo>
                    <a:pt x="1462049" y="1206677"/>
                  </a:lnTo>
                  <a:lnTo>
                    <a:pt x="1449146" y="1197940"/>
                  </a:lnTo>
                  <a:lnTo>
                    <a:pt x="1433347" y="1194739"/>
                  </a:lnTo>
                  <a:lnTo>
                    <a:pt x="1312252" y="1194739"/>
                  </a:lnTo>
                  <a:lnTo>
                    <a:pt x="1465935" y="987463"/>
                  </a:lnTo>
                  <a:lnTo>
                    <a:pt x="1471333" y="977544"/>
                  </a:lnTo>
                  <a:lnTo>
                    <a:pt x="1473796" y="966736"/>
                  </a:lnTo>
                  <a:lnTo>
                    <a:pt x="1473250" y="955687"/>
                  </a:lnTo>
                  <a:lnTo>
                    <a:pt x="1444510" y="924179"/>
                  </a:lnTo>
                  <a:lnTo>
                    <a:pt x="1433347" y="922616"/>
                  </a:lnTo>
                  <a:lnTo>
                    <a:pt x="1231569" y="922616"/>
                  </a:lnTo>
                  <a:lnTo>
                    <a:pt x="1215771" y="925804"/>
                  </a:lnTo>
                  <a:lnTo>
                    <a:pt x="1202867" y="934516"/>
                  </a:lnTo>
                  <a:lnTo>
                    <a:pt x="1194155" y="947420"/>
                  </a:lnTo>
                  <a:lnTo>
                    <a:pt x="1190967" y="963206"/>
                  </a:lnTo>
                  <a:lnTo>
                    <a:pt x="1194155" y="979068"/>
                  </a:lnTo>
                  <a:lnTo>
                    <a:pt x="1202867" y="991997"/>
                  </a:lnTo>
                  <a:lnTo>
                    <a:pt x="1215771" y="1000709"/>
                  </a:lnTo>
                  <a:lnTo>
                    <a:pt x="1231569" y="1003909"/>
                  </a:lnTo>
                  <a:lnTo>
                    <a:pt x="1352651" y="1003909"/>
                  </a:lnTo>
                  <a:lnTo>
                    <a:pt x="1198981" y="1211173"/>
                  </a:lnTo>
                  <a:lnTo>
                    <a:pt x="1193571" y="1221092"/>
                  </a:lnTo>
                  <a:lnTo>
                    <a:pt x="1191120" y="1231912"/>
                  </a:lnTo>
                  <a:lnTo>
                    <a:pt x="1191666" y="1242999"/>
                  </a:lnTo>
                  <a:lnTo>
                    <a:pt x="1220406" y="1274457"/>
                  </a:lnTo>
                  <a:lnTo>
                    <a:pt x="1231569" y="1276019"/>
                  </a:lnTo>
                  <a:lnTo>
                    <a:pt x="1433347" y="1276019"/>
                  </a:lnTo>
                  <a:lnTo>
                    <a:pt x="1449146" y="1272832"/>
                  </a:lnTo>
                  <a:lnTo>
                    <a:pt x="1462049" y="1264132"/>
                  </a:lnTo>
                  <a:lnTo>
                    <a:pt x="1470761" y="1251229"/>
                  </a:lnTo>
                  <a:lnTo>
                    <a:pt x="1473949" y="1235430"/>
                  </a:lnTo>
                  <a:close/>
                </a:path>
                <a:path w="2472055" h="2019300">
                  <a:moveTo>
                    <a:pt x="1925713" y="1235430"/>
                  </a:moveTo>
                  <a:lnTo>
                    <a:pt x="1922526" y="1219619"/>
                  </a:lnTo>
                  <a:lnTo>
                    <a:pt x="1913813" y="1206677"/>
                  </a:lnTo>
                  <a:lnTo>
                    <a:pt x="1900910" y="1197940"/>
                  </a:lnTo>
                  <a:lnTo>
                    <a:pt x="1885111" y="1194739"/>
                  </a:lnTo>
                  <a:lnTo>
                    <a:pt x="1745005" y="1194739"/>
                  </a:lnTo>
                  <a:lnTo>
                    <a:pt x="1917700" y="961771"/>
                  </a:lnTo>
                  <a:lnTo>
                    <a:pt x="1923110" y="951852"/>
                  </a:lnTo>
                  <a:lnTo>
                    <a:pt x="1925561" y="941044"/>
                  </a:lnTo>
                  <a:lnTo>
                    <a:pt x="1925015" y="929995"/>
                  </a:lnTo>
                  <a:lnTo>
                    <a:pt x="1896275" y="898486"/>
                  </a:lnTo>
                  <a:lnTo>
                    <a:pt x="1885111" y="896924"/>
                  </a:lnTo>
                  <a:lnTo>
                    <a:pt x="1664322" y="896924"/>
                  </a:lnTo>
                  <a:lnTo>
                    <a:pt x="1648523" y="900112"/>
                  </a:lnTo>
                  <a:lnTo>
                    <a:pt x="1635620" y="908824"/>
                  </a:lnTo>
                  <a:lnTo>
                    <a:pt x="1626908" y="921727"/>
                  </a:lnTo>
                  <a:lnTo>
                    <a:pt x="1623720" y="937514"/>
                  </a:lnTo>
                  <a:lnTo>
                    <a:pt x="1626908" y="953376"/>
                  </a:lnTo>
                  <a:lnTo>
                    <a:pt x="1635620" y="966304"/>
                  </a:lnTo>
                  <a:lnTo>
                    <a:pt x="1648523" y="975017"/>
                  </a:lnTo>
                  <a:lnTo>
                    <a:pt x="1664322" y="978217"/>
                  </a:lnTo>
                  <a:lnTo>
                    <a:pt x="1804428" y="978217"/>
                  </a:lnTo>
                  <a:lnTo>
                    <a:pt x="1631632" y="1211173"/>
                  </a:lnTo>
                  <a:lnTo>
                    <a:pt x="1626235" y="1221092"/>
                  </a:lnTo>
                  <a:lnTo>
                    <a:pt x="1623822" y="1231912"/>
                  </a:lnTo>
                  <a:lnTo>
                    <a:pt x="1624406" y="1242999"/>
                  </a:lnTo>
                  <a:lnTo>
                    <a:pt x="1653159" y="1274457"/>
                  </a:lnTo>
                  <a:lnTo>
                    <a:pt x="1664322" y="1276019"/>
                  </a:lnTo>
                  <a:lnTo>
                    <a:pt x="1885111" y="1276019"/>
                  </a:lnTo>
                  <a:lnTo>
                    <a:pt x="1900910" y="1272832"/>
                  </a:lnTo>
                  <a:lnTo>
                    <a:pt x="1913813" y="1264132"/>
                  </a:lnTo>
                  <a:lnTo>
                    <a:pt x="1922526" y="1251229"/>
                  </a:lnTo>
                  <a:lnTo>
                    <a:pt x="1925713" y="1235430"/>
                  </a:lnTo>
                  <a:close/>
                </a:path>
                <a:path w="2472055" h="2019300">
                  <a:moveTo>
                    <a:pt x="2471534" y="990600"/>
                  </a:moveTo>
                  <a:lnTo>
                    <a:pt x="2468905" y="952500"/>
                  </a:lnTo>
                  <a:lnTo>
                    <a:pt x="2461107" y="901700"/>
                  </a:lnTo>
                  <a:lnTo>
                    <a:pt x="2448280" y="863600"/>
                  </a:lnTo>
                  <a:lnTo>
                    <a:pt x="2430564" y="812800"/>
                  </a:lnTo>
                  <a:lnTo>
                    <a:pt x="2408097" y="774700"/>
                  </a:lnTo>
                  <a:lnTo>
                    <a:pt x="2390229" y="749541"/>
                  </a:lnTo>
                  <a:lnTo>
                    <a:pt x="2390229" y="990600"/>
                  </a:lnTo>
                  <a:lnTo>
                    <a:pt x="2386673" y="1041400"/>
                  </a:lnTo>
                  <a:lnTo>
                    <a:pt x="2376335" y="1092200"/>
                  </a:lnTo>
                  <a:lnTo>
                    <a:pt x="2359634" y="1130300"/>
                  </a:lnTo>
                  <a:lnTo>
                    <a:pt x="2337066" y="1181100"/>
                  </a:lnTo>
                  <a:lnTo>
                    <a:pt x="2309076" y="1219200"/>
                  </a:lnTo>
                  <a:lnTo>
                    <a:pt x="2276119" y="1244600"/>
                  </a:lnTo>
                  <a:lnTo>
                    <a:pt x="2238667" y="1270000"/>
                  </a:lnTo>
                  <a:lnTo>
                    <a:pt x="2197163" y="1295400"/>
                  </a:lnTo>
                  <a:lnTo>
                    <a:pt x="2152065" y="1320800"/>
                  </a:lnTo>
                  <a:lnTo>
                    <a:pt x="2138629" y="1320800"/>
                  </a:lnTo>
                  <a:lnTo>
                    <a:pt x="2128939" y="1333500"/>
                  </a:lnTo>
                  <a:lnTo>
                    <a:pt x="2123783" y="1346200"/>
                  </a:lnTo>
                  <a:lnTo>
                    <a:pt x="2123998" y="1358900"/>
                  </a:lnTo>
                  <a:lnTo>
                    <a:pt x="2126640" y="1371600"/>
                  </a:lnTo>
                  <a:lnTo>
                    <a:pt x="2128532" y="1397000"/>
                  </a:lnTo>
                  <a:lnTo>
                    <a:pt x="2129675" y="1409700"/>
                  </a:lnTo>
                  <a:lnTo>
                    <a:pt x="2130069" y="1422400"/>
                  </a:lnTo>
                  <a:lnTo>
                    <a:pt x="2126081" y="1473200"/>
                  </a:lnTo>
                  <a:lnTo>
                    <a:pt x="2114524" y="1524000"/>
                  </a:lnTo>
                  <a:lnTo>
                    <a:pt x="2096058" y="1562100"/>
                  </a:lnTo>
                  <a:lnTo>
                    <a:pt x="2071281" y="1600200"/>
                  </a:lnTo>
                  <a:lnTo>
                    <a:pt x="2040851" y="1638300"/>
                  </a:lnTo>
                  <a:lnTo>
                    <a:pt x="2005393" y="1663700"/>
                  </a:lnTo>
                  <a:lnTo>
                    <a:pt x="1965540" y="1689100"/>
                  </a:lnTo>
                  <a:lnTo>
                    <a:pt x="1921916" y="1714500"/>
                  </a:lnTo>
                  <a:lnTo>
                    <a:pt x="1875167" y="1727200"/>
                  </a:lnTo>
                  <a:lnTo>
                    <a:pt x="1772399" y="1727200"/>
                  </a:lnTo>
                  <a:lnTo>
                    <a:pt x="1720900" y="1714500"/>
                  </a:lnTo>
                  <a:lnTo>
                    <a:pt x="1672653" y="1689100"/>
                  </a:lnTo>
                  <a:lnTo>
                    <a:pt x="1628851" y="1651000"/>
                  </a:lnTo>
                  <a:lnTo>
                    <a:pt x="1578546" y="1651000"/>
                  </a:lnTo>
                  <a:lnTo>
                    <a:pt x="1570799" y="1663700"/>
                  </a:lnTo>
                  <a:lnTo>
                    <a:pt x="1565249" y="1663700"/>
                  </a:lnTo>
                  <a:lnTo>
                    <a:pt x="1562252" y="1676400"/>
                  </a:lnTo>
                  <a:lnTo>
                    <a:pt x="1551076" y="1727200"/>
                  </a:lnTo>
                  <a:lnTo>
                    <a:pt x="1532521" y="1778000"/>
                  </a:lnTo>
                  <a:lnTo>
                    <a:pt x="1507312" y="1816100"/>
                  </a:lnTo>
                  <a:lnTo>
                    <a:pt x="1476159" y="1854200"/>
                  </a:lnTo>
                  <a:lnTo>
                    <a:pt x="1439799" y="1879600"/>
                  </a:lnTo>
                  <a:lnTo>
                    <a:pt x="1398955" y="1905000"/>
                  </a:lnTo>
                  <a:lnTo>
                    <a:pt x="1354378" y="1930400"/>
                  </a:lnTo>
                  <a:lnTo>
                    <a:pt x="1306766" y="1943100"/>
                  </a:lnTo>
                  <a:lnTo>
                    <a:pt x="1209065" y="1943100"/>
                  </a:lnTo>
                  <a:lnTo>
                    <a:pt x="1163002" y="1930400"/>
                  </a:lnTo>
                  <a:lnTo>
                    <a:pt x="1119314" y="1917700"/>
                  </a:lnTo>
                  <a:lnTo>
                    <a:pt x="1078699" y="1892300"/>
                  </a:lnTo>
                  <a:lnTo>
                    <a:pt x="1041819" y="1854200"/>
                  </a:lnTo>
                  <a:lnTo>
                    <a:pt x="1028573" y="1854200"/>
                  </a:lnTo>
                  <a:lnTo>
                    <a:pt x="1021143" y="1841500"/>
                  </a:lnTo>
                  <a:lnTo>
                    <a:pt x="1005255" y="1841500"/>
                  </a:lnTo>
                  <a:lnTo>
                    <a:pt x="996988" y="1854200"/>
                  </a:lnTo>
                  <a:lnTo>
                    <a:pt x="989888" y="1854200"/>
                  </a:lnTo>
                  <a:lnTo>
                    <a:pt x="945883" y="1879600"/>
                  </a:lnTo>
                  <a:lnTo>
                    <a:pt x="898753" y="1905000"/>
                  </a:lnTo>
                  <a:lnTo>
                    <a:pt x="849160" y="1905000"/>
                  </a:lnTo>
                  <a:lnTo>
                    <a:pt x="797788" y="1917700"/>
                  </a:lnTo>
                  <a:lnTo>
                    <a:pt x="748931" y="1905000"/>
                  </a:lnTo>
                  <a:lnTo>
                    <a:pt x="702284" y="1905000"/>
                  </a:lnTo>
                  <a:lnTo>
                    <a:pt x="658355" y="1879600"/>
                  </a:lnTo>
                  <a:lnTo>
                    <a:pt x="617664" y="1866900"/>
                  </a:lnTo>
                  <a:lnTo>
                    <a:pt x="580720" y="1828800"/>
                  </a:lnTo>
                  <a:lnTo>
                    <a:pt x="548043" y="1803400"/>
                  </a:lnTo>
                  <a:lnTo>
                    <a:pt x="520153" y="1765300"/>
                  </a:lnTo>
                  <a:lnTo>
                    <a:pt x="497560" y="1727200"/>
                  </a:lnTo>
                  <a:lnTo>
                    <a:pt x="480783" y="1676400"/>
                  </a:lnTo>
                  <a:lnTo>
                    <a:pt x="470344" y="1638300"/>
                  </a:lnTo>
                  <a:lnTo>
                    <a:pt x="466750" y="1587500"/>
                  </a:lnTo>
                  <a:lnTo>
                    <a:pt x="466852" y="1574800"/>
                  </a:lnTo>
                  <a:lnTo>
                    <a:pt x="464693" y="1562100"/>
                  </a:lnTo>
                  <a:lnTo>
                    <a:pt x="458025" y="1549400"/>
                  </a:lnTo>
                  <a:lnTo>
                    <a:pt x="447624" y="1536700"/>
                  </a:lnTo>
                  <a:lnTo>
                    <a:pt x="434327" y="1536700"/>
                  </a:lnTo>
                  <a:lnTo>
                    <a:pt x="388150" y="1524000"/>
                  </a:lnTo>
                  <a:lnTo>
                    <a:pt x="344220" y="1511300"/>
                  </a:lnTo>
                  <a:lnTo>
                    <a:pt x="302793" y="1485900"/>
                  </a:lnTo>
                  <a:lnTo>
                    <a:pt x="264109" y="1460500"/>
                  </a:lnTo>
                  <a:lnTo>
                    <a:pt x="228422" y="1435100"/>
                  </a:lnTo>
                  <a:lnTo>
                    <a:pt x="195986" y="1397000"/>
                  </a:lnTo>
                  <a:lnTo>
                    <a:pt x="167068" y="1358900"/>
                  </a:lnTo>
                  <a:lnTo>
                    <a:pt x="141897" y="1320800"/>
                  </a:lnTo>
                  <a:lnTo>
                    <a:pt x="120738" y="1282700"/>
                  </a:lnTo>
                  <a:lnTo>
                    <a:pt x="103847" y="1244600"/>
                  </a:lnTo>
                  <a:lnTo>
                    <a:pt x="91465" y="1193800"/>
                  </a:lnTo>
                  <a:lnTo>
                    <a:pt x="83845" y="1143000"/>
                  </a:lnTo>
                  <a:lnTo>
                    <a:pt x="81254" y="1104900"/>
                  </a:lnTo>
                  <a:lnTo>
                    <a:pt x="83959" y="1054100"/>
                  </a:lnTo>
                  <a:lnTo>
                    <a:pt x="91922" y="1003300"/>
                  </a:lnTo>
                  <a:lnTo>
                    <a:pt x="104851" y="965200"/>
                  </a:lnTo>
                  <a:lnTo>
                    <a:pt x="122516" y="914400"/>
                  </a:lnTo>
                  <a:lnTo>
                    <a:pt x="144640" y="876300"/>
                  </a:lnTo>
                  <a:lnTo>
                    <a:pt x="170967" y="838200"/>
                  </a:lnTo>
                  <a:lnTo>
                    <a:pt x="201231" y="800100"/>
                  </a:lnTo>
                  <a:lnTo>
                    <a:pt x="235178" y="762000"/>
                  </a:lnTo>
                  <a:lnTo>
                    <a:pt x="272554" y="736600"/>
                  </a:lnTo>
                  <a:lnTo>
                    <a:pt x="313080" y="711200"/>
                  </a:lnTo>
                  <a:lnTo>
                    <a:pt x="356501" y="698500"/>
                  </a:lnTo>
                  <a:lnTo>
                    <a:pt x="402564" y="673100"/>
                  </a:lnTo>
                  <a:lnTo>
                    <a:pt x="416534" y="673100"/>
                  </a:lnTo>
                  <a:lnTo>
                    <a:pt x="426516" y="660400"/>
                  </a:lnTo>
                  <a:lnTo>
                    <a:pt x="431660" y="647700"/>
                  </a:lnTo>
                  <a:lnTo>
                    <a:pt x="431076" y="622300"/>
                  </a:lnTo>
                  <a:lnTo>
                    <a:pt x="429183" y="622300"/>
                  </a:lnTo>
                  <a:lnTo>
                    <a:pt x="427824" y="609600"/>
                  </a:lnTo>
                  <a:lnTo>
                    <a:pt x="426999" y="596900"/>
                  </a:lnTo>
                  <a:lnTo>
                    <a:pt x="426732" y="584200"/>
                  </a:lnTo>
                  <a:lnTo>
                    <a:pt x="432638" y="546100"/>
                  </a:lnTo>
                  <a:lnTo>
                    <a:pt x="449326" y="508000"/>
                  </a:lnTo>
                  <a:lnTo>
                    <a:pt x="475170" y="469900"/>
                  </a:lnTo>
                  <a:lnTo>
                    <a:pt x="508622" y="444500"/>
                  </a:lnTo>
                  <a:lnTo>
                    <a:pt x="548081" y="431800"/>
                  </a:lnTo>
                  <a:lnTo>
                    <a:pt x="591947" y="419100"/>
                  </a:lnTo>
                  <a:lnTo>
                    <a:pt x="598309" y="419100"/>
                  </a:lnTo>
                  <a:lnTo>
                    <a:pt x="604812" y="431800"/>
                  </a:lnTo>
                  <a:lnTo>
                    <a:pt x="619899" y="431800"/>
                  </a:lnTo>
                  <a:lnTo>
                    <a:pt x="628243" y="419100"/>
                  </a:lnTo>
                  <a:lnTo>
                    <a:pt x="643051" y="419100"/>
                  </a:lnTo>
                  <a:lnTo>
                    <a:pt x="648830" y="406400"/>
                  </a:lnTo>
                  <a:lnTo>
                    <a:pt x="653097" y="406400"/>
                  </a:lnTo>
                  <a:lnTo>
                    <a:pt x="655726" y="393700"/>
                  </a:lnTo>
                  <a:lnTo>
                    <a:pt x="656577" y="381000"/>
                  </a:lnTo>
                  <a:lnTo>
                    <a:pt x="660527" y="330200"/>
                  </a:lnTo>
                  <a:lnTo>
                    <a:pt x="671880" y="292100"/>
                  </a:lnTo>
                  <a:lnTo>
                    <a:pt x="690054" y="241300"/>
                  </a:lnTo>
                  <a:lnTo>
                    <a:pt x="714413" y="203200"/>
                  </a:lnTo>
                  <a:lnTo>
                    <a:pt x="744334" y="177800"/>
                  </a:lnTo>
                  <a:lnTo>
                    <a:pt x="779195" y="139700"/>
                  </a:lnTo>
                  <a:lnTo>
                    <a:pt x="818388" y="114300"/>
                  </a:lnTo>
                  <a:lnTo>
                    <a:pt x="861288" y="101600"/>
                  </a:lnTo>
                  <a:lnTo>
                    <a:pt x="907262" y="88900"/>
                  </a:lnTo>
                  <a:lnTo>
                    <a:pt x="1001318" y="88900"/>
                  </a:lnTo>
                  <a:lnTo>
                    <a:pt x="1045235" y="101600"/>
                  </a:lnTo>
                  <a:lnTo>
                    <a:pt x="1086777" y="114300"/>
                  </a:lnTo>
                  <a:lnTo>
                    <a:pt x="1125270" y="139700"/>
                  </a:lnTo>
                  <a:lnTo>
                    <a:pt x="1160043" y="165100"/>
                  </a:lnTo>
                  <a:lnTo>
                    <a:pt x="1190409" y="203200"/>
                  </a:lnTo>
                  <a:lnTo>
                    <a:pt x="1215707" y="241300"/>
                  </a:lnTo>
                  <a:lnTo>
                    <a:pt x="1235265" y="279400"/>
                  </a:lnTo>
                  <a:lnTo>
                    <a:pt x="1239774" y="292100"/>
                  </a:lnTo>
                  <a:lnTo>
                    <a:pt x="1246009" y="292100"/>
                  </a:lnTo>
                  <a:lnTo>
                    <a:pt x="1253705" y="304800"/>
                  </a:lnTo>
                  <a:lnTo>
                    <a:pt x="1290561" y="304800"/>
                  </a:lnTo>
                  <a:lnTo>
                    <a:pt x="1298689" y="292100"/>
                  </a:lnTo>
                  <a:lnTo>
                    <a:pt x="1337983" y="266700"/>
                  </a:lnTo>
                  <a:lnTo>
                    <a:pt x="1380007" y="241300"/>
                  </a:lnTo>
                  <a:lnTo>
                    <a:pt x="1424368" y="228600"/>
                  </a:lnTo>
                  <a:lnTo>
                    <a:pt x="1470672" y="215900"/>
                  </a:lnTo>
                  <a:lnTo>
                    <a:pt x="1566176" y="215900"/>
                  </a:lnTo>
                  <a:lnTo>
                    <a:pt x="1611858" y="228600"/>
                  </a:lnTo>
                  <a:lnTo>
                    <a:pt x="1655203" y="241300"/>
                  </a:lnTo>
                  <a:lnTo>
                    <a:pt x="1695767" y="266700"/>
                  </a:lnTo>
                  <a:lnTo>
                    <a:pt x="1733130" y="292100"/>
                  </a:lnTo>
                  <a:lnTo>
                    <a:pt x="1766887" y="317500"/>
                  </a:lnTo>
                  <a:lnTo>
                    <a:pt x="1796605" y="355600"/>
                  </a:lnTo>
                  <a:lnTo>
                    <a:pt x="1821865" y="393700"/>
                  </a:lnTo>
                  <a:lnTo>
                    <a:pt x="1842249" y="431800"/>
                  </a:lnTo>
                  <a:lnTo>
                    <a:pt x="1857336" y="469900"/>
                  </a:lnTo>
                  <a:lnTo>
                    <a:pt x="1866684" y="520700"/>
                  </a:lnTo>
                  <a:lnTo>
                    <a:pt x="1869897" y="571500"/>
                  </a:lnTo>
                  <a:lnTo>
                    <a:pt x="1869401" y="584200"/>
                  </a:lnTo>
                  <a:lnTo>
                    <a:pt x="1867903" y="609600"/>
                  </a:lnTo>
                  <a:lnTo>
                    <a:pt x="1865439" y="622300"/>
                  </a:lnTo>
                  <a:lnTo>
                    <a:pt x="1861985" y="647700"/>
                  </a:lnTo>
                  <a:lnTo>
                    <a:pt x="1861185" y="660400"/>
                  </a:lnTo>
                  <a:lnTo>
                    <a:pt x="1863407" y="660400"/>
                  </a:lnTo>
                  <a:lnTo>
                    <a:pt x="1868474" y="673100"/>
                  </a:lnTo>
                  <a:lnTo>
                    <a:pt x="1876171" y="685800"/>
                  </a:lnTo>
                  <a:lnTo>
                    <a:pt x="1885835" y="685800"/>
                  </a:lnTo>
                  <a:lnTo>
                    <a:pt x="1896516" y="698500"/>
                  </a:lnTo>
                  <a:lnTo>
                    <a:pt x="1907552" y="698500"/>
                  </a:lnTo>
                  <a:lnTo>
                    <a:pt x="1918309" y="685800"/>
                  </a:lnTo>
                  <a:lnTo>
                    <a:pt x="1951215" y="673100"/>
                  </a:lnTo>
                  <a:lnTo>
                    <a:pt x="1985060" y="673100"/>
                  </a:lnTo>
                  <a:lnTo>
                    <a:pt x="2019744" y="660400"/>
                  </a:lnTo>
                  <a:lnTo>
                    <a:pt x="2104593" y="660400"/>
                  </a:lnTo>
                  <a:lnTo>
                    <a:pt x="2151824" y="673100"/>
                  </a:lnTo>
                  <a:lnTo>
                    <a:pt x="2196287" y="685800"/>
                  </a:lnTo>
                  <a:lnTo>
                    <a:pt x="2237486" y="711200"/>
                  </a:lnTo>
                  <a:lnTo>
                    <a:pt x="2274874" y="736600"/>
                  </a:lnTo>
                  <a:lnTo>
                    <a:pt x="2307945" y="774700"/>
                  </a:lnTo>
                  <a:lnTo>
                    <a:pt x="2336177" y="812800"/>
                  </a:lnTo>
                  <a:lnTo>
                    <a:pt x="2359050" y="850900"/>
                  </a:lnTo>
                  <a:lnTo>
                    <a:pt x="2376017" y="901700"/>
                  </a:lnTo>
                  <a:lnTo>
                    <a:pt x="2386596" y="939800"/>
                  </a:lnTo>
                  <a:lnTo>
                    <a:pt x="2390229" y="990600"/>
                  </a:lnTo>
                  <a:lnTo>
                    <a:pt x="2390229" y="749541"/>
                  </a:lnTo>
                  <a:lnTo>
                    <a:pt x="2349525" y="698500"/>
                  </a:lnTo>
                  <a:lnTo>
                    <a:pt x="2314295" y="673100"/>
                  </a:lnTo>
                  <a:lnTo>
                    <a:pt x="2276233" y="647700"/>
                  </a:lnTo>
                  <a:lnTo>
                    <a:pt x="2235657" y="622300"/>
                  </a:lnTo>
                  <a:lnTo>
                    <a:pt x="2192934" y="596900"/>
                  </a:lnTo>
                  <a:lnTo>
                    <a:pt x="2148382" y="584200"/>
                  </a:lnTo>
                  <a:lnTo>
                    <a:pt x="1976221" y="584200"/>
                  </a:lnTo>
                  <a:lnTo>
                    <a:pt x="1950593" y="596900"/>
                  </a:lnTo>
                  <a:lnTo>
                    <a:pt x="1950999" y="584200"/>
                  </a:lnTo>
                  <a:lnTo>
                    <a:pt x="1948383" y="520700"/>
                  </a:lnTo>
                  <a:lnTo>
                    <a:pt x="1940293" y="469900"/>
                  </a:lnTo>
                  <a:lnTo>
                    <a:pt x="1926996" y="431800"/>
                  </a:lnTo>
                  <a:lnTo>
                    <a:pt x="1908619" y="381000"/>
                  </a:lnTo>
                  <a:lnTo>
                    <a:pt x="1885315" y="342900"/>
                  </a:lnTo>
                  <a:lnTo>
                    <a:pt x="1857209" y="304800"/>
                  </a:lnTo>
                  <a:lnTo>
                    <a:pt x="1824469" y="266700"/>
                  </a:lnTo>
                  <a:lnTo>
                    <a:pt x="1787855" y="228600"/>
                  </a:lnTo>
                  <a:lnTo>
                    <a:pt x="1768068" y="215900"/>
                  </a:lnTo>
                  <a:lnTo>
                    <a:pt x="1748294" y="203200"/>
                  </a:lnTo>
                  <a:lnTo>
                    <a:pt x="1706143" y="177800"/>
                  </a:lnTo>
                  <a:lnTo>
                    <a:pt x="1661731" y="165100"/>
                  </a:lnTo>
                  <a:lnTo>
                    <a:pt x="1567599" y="139700"/>
                  </a:lnTo>
                  <a:lnTo>
                    <a:pt x="1444345" y="139700"/>
                  </a:lnTo>
                  <a:lnTo>
                    <a:pt x="1372590" y="165100"/>
                  </a:lnTo>
                  <a:lnTo>
                    <a:pt x="1351038" y="165100"/>
                  </a:lnTo>
                  <a:lnTo>
                    <a:pt x="1330007" y="177800"/>
                  </a:lnTo>
                  <a:lnTo>
                    <a:pt x="1309535" y="190500"/>
                  </a:lnTo>
                  <a:lnTo>
                    <a:pt x="1289646" y="203200"/>
                  </a:lnTo>
                  <a:lnTo>
                    <a:pt x="1266583" y="165100"/>
                  </a:lnTo>
                  <a:lnTo>
                    <a:pt x="1239481" y="127000"/>
                  </a:lnTo>
                  <a:lnTo>
                    <a:pt x="1208519" y="101600"/>
                  </a:lnTo>
                  <a:lnTo>
                    <a:pt x="1191209" y="88900"/>
                  </a:lnTo>
                  <a:lnTo>
                    <a:pt x="1173899" y="76200"/>
                  </a:lnTo>
                  <a:lnTo>
                    <a:pt x="1134122" y="50800"/>
                  </a:lnTo>
                  <a:lnTo>
                    <a:pt x="1092022" y="25400"/>
                  </a:lnTo>
                  <a:lnTo>
                    <a:pt x="1047991" y="12700"/>
                  </a:lnTo>
                  <a:lnTo>
                    <a:pt x="1002423" y="12700"/>
                  </a:lnTo>
                  <a:lnTo>
                    <a:pt x="955700" y="0"/>
                  </a:lnTo>
                  <a:lnTo>
                    <a:pt x="905484" y="12700"/>
                  </a:lnTo>
                  <a:lnTo>
                    <a:pt x="856780" y="12700"/>
                  </a:lnTo>
                  <a:lnTo>
                    <a:pt x="810056" y="38100"/>
                  </a:lnTo>
                  <a:lnTo>
                    <a:pt x="765822" y="50800"/>
                  </a:lnTo>
                  <a:lnTo>
                    <a:pt x="724547" y="88900"/>
                  </a:lnTo>
                  <a:lnTo>
                    <a:pt x="686727" y="114300"/>
                  </a:lnTo>
                  <a:lnTo>
                    <a:pt x="652310" y="152400"/>
                  </a:lnTo>
                  <a:lnTo>
                    <a:pt x="623938" y="203200"/>
                  </a:lnTo>
                  <a:lnTo>
                    <a:pt x="601853" y="241300"/>
                  </a:lnTo>
                  <a:lnTo>
                    <a:pt x="586257" y="292100"/>
                  </a:lnTo>
                  <a:lnTo>
                    <a:pt x="577405" y="342900"/>
                  </a:lnTo>
                  <a:lnTo>
                    <a:pt x="530352" y="355600"/>
                  </a:lnTo>
                  <a:lnTo>
                    <a:pt x="486676" y="368300"/>
                  </a:lnTo>
                  <a:lnTo>
                    <a:pt x="447255" y="393700"/>
                  </a:lnTo>
                  <a:lnTo>
                    <a:pt x="412991" y="419100"/>
                  </a:lnTo>
                  <a:lnTo>
                    <a:pt x="384797" y="457200"/>
                  </a:lnTo>
                  <a:lnTo>
                    <a:pt x="363537" y="495300"/>
                  </a:lnTo>
                  <a:lnTo>
                    <a:pt x="350139" y="546100"/>
                  </a:lnTo>
                  <a:lnTo>
                    <a:pt x="345465" y="584200"/>
                  </a:lnTo>
                  <a:lnTo>
                    <a:pt x="345465" y="596900"/>
                  </a:lnTo>
                  <a:lnTo>
                    <a:pt x="345706" y="596900"/>
                  </a:lnTo>
                  <a:lnTo>
                    <a:pt x="346189" y="609600"/>
                  </a:lnTo>
                  <a:lnTo>
                    <a:pt x="315404" y="622300"/>
                  </a:lnTo>
                  <a:lnTo>
                    <a:pt x="285457" y="635000"/>
                  </a:lnTo>
                  <a:lnTo>
                    <a:pt x="256425" y="647700"/>
                  </a:lnTo>
                  <a:lnTo>
                    <a:pt x="228358" y="673100"/>
                  </a:lnTo>
                  <a:lnTo>
                    <a:pt x="194906" y="698500"/>
                  </a:lnTo>
                  <a:lnTo>
                    <a:pt x="163614" y="723900"/>
                  </a:lnTo>
                  <a:lnTo>
                    <a:pt x="134581" y="749300"/>
                  </a:lnTo>
                  <a:lnTo>
                    <a:pt x="107911" y="787400"/>
                  </a:lnTo>
                  <a:lnTo>
                    <a:pt x="83616" y="812800"/>
                  </a:lnTo>
                  <a:lnTo>
                    <a:pt x="62255" y="850900"/>
                  </a:lnTo>
                  <a:lnTo>
                    <a:pt x="43878" y="889000"/>
                  </a:lnTo>
                  <a:lnTo>
                    <a:pt x="28575" y="927100"/>
                  </a:lnTo>
                  <a:lnTo>
                    <a:pt x="16103" y="977900"/>
                  </a:lnTo>
                  <a:lnTo>
                    <a:pt x="7175" y="1016000"/>
                  </a:lnTo>
                  <a:lnTo>
                    <a:pt x="1790" y="1054100"/>
                  </a:lnTo>
                  <a:lnTo>
                    <a:pt x="0" y="1104900"/>
                  </a:lnTo>
                  <a:lnTo>
                    <a:pt x="1993" y="1143000"/>
                  </a:lnTo>
                  <a:lnTo>
                    <a:pt x="7975" y="1193800"/>
                  </a:lnTo>
                  <a:lnTo>
                    <a:pt x="17919" y="1231900"/>
                  </a:lnTo>
                  <a:lnTo>
                    <a:pt x="31788" y="1282700"/>
                  </a:lnTo>
                  <a:lnTo>
                    <a:pt x="48780" y="1320800"/>
                  </a:lnTo>
                  <a:lnTo>
                    <a:pt x="69138" y="1358900"/>
                  </a:lnTo>
                  <a:lnTo>
                    <a:pt x="92760" y="1397000"/>
                  </a:lnTo>
                  <a:lnTo>
                    <a:pt x="119595" y="1435100"/>
                  </a:lnTo>
                  <a:lnTo>
                    <a:pt x="156108" y="1473200"/>
                  </a:lnTo>
                  <a:lnTo>
                    <a:pt x="196316" y="1511300"/>
                  </a:lnTo>
                  <a:lnTo>
                    <a:pt x="239826" y="1536700"/>
                  </a:lnTo>
                  <a:lnTo>
                    <a:pt x="286232" y="1562100"/>
                  </a:lnTo>
                  <a:lnTo>
                    <a:pt x="335114" y="1587500"/>
                  </a:lnTo>
                  <a:lnTo>
                    <a:pt x="386092" y="1600200"/>
                  </a:lnTo>
                  <a:lnTo>
                    <a:pt x="391833" y="1651000"/>
                  </a:lnTo>
                  <a:lnTo>
                    <a:pt x="403529" y="1701800"/>
                  </a:lnTo>
                  <a:lnTo>
                    <a:pt x="421005" y="1752600"/>
                  </a:lnTo>
                  <a:lnTo>
                    <a:pt x="444055" y="1790700"/>
                  </a:lnTo>
                  <a:lnTo>
                    <a:pt x="472528" y="1841500"/>
                  </a:lnTo>
                  <a:lnTo>
                    <a:pt x="506234" y="1879600"/>
                  </a:lnTo>
                  <a:lnTo>
                    <a:pt x="541134" y="1905000"/>
                  </a:lnTo>
                  <a:lnTo>
                    <a:pt x="578840" y="1930400"/>
                  </a:lnTo>
                  <a:lnTo>
                    <a:pt x="619010" y="1955800"/>
                  </a:lnTo>
                  <a:lnTo>
                    <a:pt x="661327" y="1968500"/>
                  </a:lnTo>
                  <a:lnTo>
                    <a:pt x="751052" y="1993900"/>
                  </a:lnTo>
                  <a:lnTo>
                    <a:pt x="853719" y="1993900"/>
                  </a:lnTo>
                  <a:lnTo>
                    <a:pt x="960221" y="1968500"/>
                  </a:lnTo>
                  <a:lnTo>
                    <a:pt x="1009675" y="1943100"/>
                  </a:lnTo>
                  <a:lnTo>
                    <a:pt x="1053350" y="1968500"/>
                  </a:lnTo>
                  <a:lnTo>
                    <a:pt x="1100531" y="1993900"/>
                  </a:lnTo>
                  <a:lnTo>
                    <a:pt x="1150581" y="2006600"/>
                  </a:lnTo>
                  <a:lnTo>
                    <a:pt x="1202893" y="2019300"/>
                  </a:lnTo>
                  <a:lnTo>
                    <a:pt x="1349489" y="2019300"/>
                  </a:lnTo>
                  <a:lnTo>
                    <a:pt x="1393825" y="2006600"/>
                  </a:lnTo>
                  <a:lnTo>
                    <a:pt x="1436192" y="1981200"/>
                  </a:lnTo>
                  <a:lnTo>
                    <a:pt x="1476146" y="1955800"/>
                  </a:lnTo>
                  <a:lnTo>
                    <a:pt x="1513217" y="1930400"/>
                  </a:lnTo>
                  <a:lnTo>
                    <a:pt x="1550949" y="1892300"/>
                  </a:lnTo>
                  <a:lnTo>
                    <a:pt x="1582953" y="1854200"/>
                  </a:lnTo>
                  <a:lnTo>
                    <a:pt x="1608874" y="1803400"/>
                  </a:lnTo>
                  <a:lnTo>
                    <a:pt x="1628343" y="1752600"/>
                  </a:lnTo>
                  <a:lnTo>
                    <a:pt x="1674444" y="1778000"/>
                  </a:lnTo>
                  <a:lnTo>
                    <a:pt x="1723186" y="1790700"/>
                  </a:lnTo>
                  <a:lnTo>
                    <a:pt x="1773897" y="1803400"/>
                  </a:lnTo>
                  <a:lnTo>
                    <a:pt x="1876767" y="1803400"/>
                  </a:lnTo>
                  <a:lnTo>
                    <a:pt x="1926107" y="1790700"/>
                  </a:lnTo>
                  <a:lnTo>
                    <a:pt x="1973453" y="1778000"/>
                  </a:lnTo>
                  <a:lnTo>
                    <a:pt x="2018284" y="1752600"/>
                  </a:lnTo>
                  <a:lnTo>
                    <a:pt x="2060092" y="1727200"/>
                  </a:lnTo>
                  <a:lnTo>
                    <a:pt x="2098408" y="1701800"/>
                  </a:lnTo>
                  <a:lnTo>
                    <a:pt x="2132038" y="1663700"/>
                  </a:lnTo>
                  <a:lnTo>
                    <a:pt x="2160016" y="1612900"/>
                  </a:lnTo>
                  <a:lnTo>
                    <a:pt x="2182126" y="1574800"/>
                  </a:lnTo>
                  <a:lnTo>
                    <a:pt x="2198179" y="1524000"/>
                  </a:lnTo>
                  <a:lnTo>
                    <a:pt x="2207958" y="1473200"/>
                  </a:lnTo>
                  <a:lnTo>
                    <a:pt x="2211273" y="1422400"/>
                  </a:lnTo>
                  <a:lnTo>
                    <a:pt x="2211133" y="1409700"/>
                  </a:lnTo>
                  <a:lnTo>
                    <a:pt x="2210727" y="1397000"/>
                  </a:lnTo>
                  <a:lnTo>
                    <a:pt x="2210054" y="1397000"/>
                  </a:lnTo>
                  <a:lnTo>
                    <a:pt x="2209114" y="1384300"/>
                  </a:lnTo>
                  <a:lnTo>
                    <a:pt x="2231263" y="1371600"/>
                  </a:lnTo>
                  <a:lnTo>
                    <a:pt x="2252840" y="1358900"/>
                  </a:lnTo>
                  <a:lnTo>
                    <a:pt x="2273770" y="1346200"/>
                  </a:lnTo>
                  <a:lnTo>
                    <a:pt x="2294013" y="1333500"/>
                  </a:lnTo>
                  <a:lnTo>
                    <a:pt x="2320086" y="1320800"/>
                  </a:lnTo>
                  <a:lnTo>
                    <a:pt x="2367013" y="1270000"/>
                  </a:lnTo>
                  <a:lnTo>
                    <a:pt x="2417508" y="1206500"/>
                  </a:lnTo>
                  <a:lnTo>
                    <a:pt x="2440914" y="1155700"/>
                  </a:lnTo>
                  <a:lnTo>
                    <a:pt x="2457831" y="1104900"/>
                  </a:lnTo>
                  <a:lnTo>
                    <a:pt x="2468080" y="1054100"/>
                  </a:lnTo>
                  <a:lnTo>
                    <a:pt x="2471534" y="9906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4" name="object 2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73215" y="6424586"/>
            <a:ext cx="3403246" cy="2954604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601345" y="10661650"/>
            <a:ext cx="5109210" cy="265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-185" dirty="0">
                <a:solidFill>
                  <a:schemeClr val="tx1"/>
                </a:solidFill>
                <a:latin typeface="Tahoma"/>
                <a:cs typeface="Tahoma"/>
              </a:rPr>
              <a:t>THIẾT </a:t>
            </a:r>
            <a:r>
              <a:rPr sz="1650" spc="-110" dirty="0">
                <a:solidFill>
                  <a:schemeClr val="tx1"/>
                </a:solidFill>
                <a:latin typeface="Tahoma"/>
                <a:cs typeface="Tahoma"/>
              </a:rPr>
              <a:t>KẾ</a:t>
            </a:r>
            <a:r>
              <a:rPr sz="1650" spc="-190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sz="1650" spc="-110" dirty="0">
                <a:solidFill>
                  <a:schemeClr val="tx1"/>
                </a:solidFill>
                <a:latin typeface="Tahoma"/>
                <a:cs typeface="Tahoma"/>
              </a:rPr>
              <a:t>WEB</a:t>
            </a:r>
            <a:r>
              <a:rPr sz="1650" spc="-185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sz="1650" spc="-130" dirty="0">
                <a:solidFill>
                  <a:schemeClr val="tx1"/>
                </a:solidFill>
                <a:latin typeface="Tahoma"/>
                <a:cs typeface="Tahoma"/>
              </a:rPr>
              <a:t>VÀ</a:t>
            </a:r>
            <a:r>
              <a:rPr sz="1650" spc="-185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sz="1650" spc="-145" dirty="0">
                <a:solidFill>
                  <a:schemeClr val="tx1"/>
                </a:solidFill>
                <a:latin typeface="Tahoma"/>
                <a:cs typeface="Tahoma"/>
              </a:rPr>
              <a:t>TRIỂN</a:t>
            </a:r>
            <a:r>
              <a:rPr sz="1650" spc="-180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sz="1650" spc="-130" dirty="0">
                <a:solidFill>
                  <a:schemeClr val="tx1"/>
                </a:solidFill>
                <a:latin typeface="Tahoma"/>
                <a:cs typeface="Tahoma"/>
              </a:rPr>
              <a:t>KHAI</a:t>
            </a:r>
            <a:r>
              <a:rPr sz="1650" spc="-200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sz="1650" spc="-80" dirty="0">
                <a:solidFill>
                  <a:schemeClr val="tx1"/>
                </a:solidFill>
                <a:latin typeface="Tahoma"/>
                <a:cs typeface="Tahoma"/>
              </a:rPr>
              <a:t>HỆ</a:t>
            </a:r>
            <a:r>
              <a:rPr sz="1650" spc="-180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sz="1650" spc="-95" dirty="0">
                <a:solidFill>
                  <a:schemeClr val="tx1"/>
                </a:solidFill>
                <a:latin typeface="Tahoma"/>
                <a:cs typeface="Tahoma"/>
              </a:rPr>
              <a:t>THỐNG</a:t>
            </a:r>
            <a:r>
              <a:rPr sz="1650" spc="-180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sz="1650" spc="-75" dirty="0">
                <a:solidFill>
                  <a:schemeClr val="tx1"/>
                </a:solidFill>
                <a:latin typeface="Tahoma"/>
                <a:cs typeface="Tahoma"/>
              </a:rPr>
              <a:t>PHẦN</a:t>
            </a:r>
            <a:r>
              <a:rPr sz="1650" spc="-185" dirty="0">
                <a:solidFill>
                  <a:schemeClr val="tx1"/>
                </a:solidFill>
                <a:latin typeface="Tahoma"/>
                <a:cs typeface="Tahoma"/>
              </a:rPr>
              <a:t> </a:t>
            </a:r>
            <a:r>
              <a:rPr sz="1650" spc="-25" dirty="0">
                <a:solidFill>
                  <a:schemeClr val="tx1"/>
                </a:solidFill>
                <a:latin typeface="Tahoma"/>
                <a:cs typeface="Tahoma"/>
              </a:rPr>
              <a:t>MỀM</a:t>
            </a:r>
            <a:endParaRPr sz="1650" spc="-25" dirty="0">
              <a:solidFill>
                <a:schemeClr val="tx1"/>
              </a:solidFill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01145" y="10925989"/>
            <a:ext cx="97472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z="1650" spc="-165" dirty="0">
                <a:solidFill>
                  <a:srgbClr val="FFFFFF"/>
                </a:solidFill>
                <a:latin typeface="Tahoma"/>
                <a:cs typeface="Tahoma"/>
              </a:rPr>
              <a:t>Tạ</a:t>
            </a:r>
            <a:r>
              <a:rPr sz="165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50" spc="-25" dirty="0">
                <a:solidFill>
                  <a:srgbClr val="FFFFFF"/>
                </a:solidFill>
                <a:latin typeface="Tahoma"/>
                <a:cs typeface="Tahoma"/>
              </a:rPr>
              <a:t>Chí</a:t>
            </a:r>
            <a:r>
              <a:rPr sz="165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50" spc="-35" dirty="0">
                <a:solidFill>
                  <a:srgbClr val="FFFFFF"/>
                </a:solidFill>
                <a:latin typeface="Tahoma"/>
                <a:cs typeface="Tahoma"/>
              </a:rPr>
              <a:t>Hiếu</a:t>
            </a:r>
            <a:endParaRPr sz="1650">
              <a:latin typeface="Tahoma"/>
              <a:cs typeface="Tahoma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157" rIns="0" bIns="0" rtlCol="0">
            <a:spAutoFit/>
          </a:bodyPr>
          <a:lstStyle/>
          <a:p>
            <a:pPr marL="1605280">
              <a:lnSpc>
                <a:spcPct val="100000"/>
              </a:lnSpc>
              <a:spcBef>
                <a:spcPts val="100"/>
              </a:spcBef>
            </a:pPr>
            <a:r>
              <a:rPr sz="4250" dirty="0">
                <a:latin typeface="Arial" panose="020B0604020202020204"/>
                <a:cs typeface="Arial" panose="020B0604020202020204"/>
              </a:rPr>
              <a:t>NỘI</a:t>
            </a:r>
            <a:r>
              <a:rPr sz="4250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4250" dirty="0">
                <a:latin typeface="Arial" panose="020B0604020202020204"/>
                <a:cs typeface="Arial" panose="020B0604020202020204"/>
              </a:rPr>
              <a:t>DUNG</a:t>
            </a:r>
            <a:r>
              <a:rPr sz="4250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4250" dirty="0">
                <a:latin typeface="Arial" panose="020B0604020202020204"/>
                <a:cs typeface="Arial" panose="020B0604020202020204"/>
              </a:rPr>
              <a:t>BUỔI</a:t>
            </a:r>
            <a:r>
              <a:rPr sz="4250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4250" spc="-50" dirty="0">
                <a:latin typeface="Arial" panose="020B0604020202020204"/>
                <a:cs typeface="Arial" panose="020B0604020202020204"/>
              </a:rPr>
              <a:t>1</a:t>
            </a:r>
            <a:endParaRPr sz="425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684691" y="1345599"/>
            <a:ext cx="9552238" cy="28459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3428372" y="2406344"/>
            <a:ext cx="14084935" cy="7660640"/>
            <a:chOff x="3428372" y="2406344"/>
            <a:chExt cx="14084935" cy="7660640"/>
          </a:xfrm>
        </p:grpSpPr>
        <p:sp>
          <p:nvSpPr>
            <p:cNvPr id="7" name="object 7"/>
            <p:cNvSpPr/>
            <p:nvPr/>
          </p:nvSpPr>
          <p:spPr>
            <a:xfrm>
              <a:off x="3435357" y="2413329"/>
              <a:ext cx="1592580" cy="7646670"/>
            </a:xfrm>
            <a:custGeom>
              <a:avLst/>
              <a:gdLst/>
              <a:ahLst/>
              <a:cxnLst/>
              <a:rect l="l" t="t" r="r" b="b"/>
              <a:pathLst>
                <a:path w="1592579" h="7646670">
                  <a:moveTo>
                    <a:pt x="8446" y="0"/>
                  </a:moveTo>
                  <a:lnTo>
                    <a:pt x="42501" y="34356"/>
                  </a:lnTo>
                  <a:lnTo>
                    <a:pt x="76186" y="68939"/>
                  </a:lnTo>
                  <a:lnTo>
                    <a:pt x="109501" y="103748"/>
                  </a:lnTo>
                  <a:lnTo>
                    <a:pt x="142446" y="138779"/>
                  </a:lnTo>
                  <a:lnTo>
                    <a:pt x="175021" y="174030"/>
                  </a:lnTo>
                  <a:lnTo>
                    <a:pt x="207225" y="209499"/>
                  </a:lnTo>
                  <a:lnTo>
                    <a:pt x="239059" y="245182"/>
                  </a:lnTo>
                  <a:lnTo>
                    <a:pt x="270524" y="281079"/>
                  </a:lnTo>
                  <a:lnTo>
                    <a:pt x="301618" y="317185"/>
                  </a:lnTo>
                  <a:lnTo>
                    <a:pt x="332341" y="353499"/>
                  </a:lnTo>
                  <a:lnTo>
                    <a:pt x="362695" y="390018"/>
                  </a:lnTo>
                  <a:lnTo>
                    <a:pt x="392678" y="426740"/>
                  </a:lnTo>
                  <a:lnTo>
                    <a:pt x="422292" y="463662"/>
                  </a:lnTo>
                  <a:lnTo>
                    <a:pt x="451535" y="500782"/>
                  </a:lnTo>
                  <a:lnTo>
                    <a:pt x="480408" y="538096"/>
                  </a:lnTo>
                  <a:lnTo>
                    <a:pt x="508911" y="575604"/>
                  </a:lnTo>
                  <a:lnTo>
                    <a:pt x="537043" y="613302"/>
                  </a:lnTo>
                  <a:lnTo>
                    <a:pt x="564806" y="651187"/>
                  </a:lnTo>
                  <a:lnTo>
                    <a:pt x="592198" y="689257"/>
                  </a:lnTo>
                  <a:lnTo>
                    <a:pt x="619220" y="727511"/>
                  </a:lnTo>
                  <a:lnTo>
                    <a:pt x="645872" y="765944"/>
                  </a:lnTo>
                  <a:lnTo>
                    <a:pt x="672154" y="804556"/>
                  </a:lnTo>
                  <a:lnTo>
                    <a:pt x="698065" y="843342"/>
                  </a:lnTo>
                  <a:lnTo>
                    <a:pt x="723607" y="882302"/>
                  </a:lnTo>
                  <a:lnTo>
                    <a:pt x="748778" y="921432"/>
                  </a:lnTo>
                  <a:lnTo>
                    <a:pt x="773579" y="960729"/>
                  </a:lnTo>
                  <a:lnTo>
                    <a:pt x="798010" y="1000192"/>
                  </a:lnTo>
                  <a:lnTo>
                    <a:pt x="822071" y="1039818"/>
                  </a:lnTo>
                  <a:lnTo>
                    <a:pt x="845762" y="1079604"/>
                  </a:lnTo>
                  <a:lnTo>
                    <a:pt x="869082" y="1119548"/>
                  </a:lnTo>
                  <a:lnTo>
                    <a:pt x="892032" y="1159647"/>
                  </a:lnTo>
                  <a:lnTo>
                    <a:pt x="914613" y="1199900"/>
                  </a:lnTo>
                  <a:lnTo>
                    <a:pt x="936822" y="1240302"/>
                  </a:lnTo>
                  <a:lnTo>
                    <a:pt x="958662" y="1280853"/>
                  </a:lnTo>
                  <a:lnTo>
                    <a:pt x="980132" y="1321549"/>
                  </a:lnTo>
                  <a:lnTo>
                    <a:pt x="1001231" y="1362388"/>
                  </a:lnTo>
                  <a:lnTo>
                    <a:pt x="1021961" y="1403368"/>
                  </a:lnTo>
                  <a:lnTo>
                    <a:pt x="1042320" y="1444485"/>
                  </a:lnTo>
                  <a:lnTo>
                    <a:pt x="1062309" y="1485738"/>
                  </a:lnTo>
                  <a:lnTo>
                    <a:pt x="1081928" y="1527124"/>
                  </a:lnTo>
                  <a:lnTo>
                    <a:pt x="1101176" y="1568641"/>
                  </a:lnTo>
                  <a:lnTo>
                    <a:pt x="1120055" y="1610286"/>
                  </a:lnTo>
                  <a:lnTo>
                    <a:pt x="1138563" y="1652056"/>
                  </a:lnTo>
                  <a:lnTo>
                    <a:pt x="1156701" y="1693949"/>
                  </a:lnTo>
                  <a:lnTo>
                    <a:pt x="1174469" y="1735963"/>
                  </a:lnTo>
                  <a:lnTo>
                    <a:pt x="1191867" y="1778095"/>
                  </a:lnTo>
                  <a:lnTo>
                    <a:pt x="1208895" y="1820342"/>
                  </a:lnTo>
                  <a:lnTo>
                    <a:pt x="1225552" y="1862703"/>
                  </a:lnTo>
                  <a:lnTo>
                    <a:pt x="1241839" y="1905174"/>
                  </a:lnTo>
                  <a:lnTo>
                    <a:pt x="1257756" y="1947754"/>
                  </a:lnTo>
                  <a:lnTo>
                    <a:pt x="1273303" y="1990439"/>
                  </a:lnTo>
                  <a:lnTo>
                    <a:pt x="1288480" y="2033227"/>
                  </a:lnTo>
                  <a:lnTo>
                    <a:pt x="1303287" y="2076116"/>
                  </a:lnTo>
                  <a:lnTo>
                    <a:pt x="1317723" y="2119103"/>
                  </a:lnTo>
                  <a:lnTo>
                    <a:pt x="1331790" y="2162186"/>
                  </a:lnTo>
                  <a:lnTo>
                    <a:pt x="1345486" y="2205362"/>
                  </a:lnTo>
                  <a:lnTo>
                    <a:pt x="1358812" y="2248629"/>
                  </a:lnTo>
                  <a:lnTo>
                    <a:pt x="1371768" y="2291984"/>
                  </a:lnTo>
                  <a:lnTo>
                    <a:pt x="1384353" y="2335425"/>
                  </a:lnTo>
                  <a:lnTo>
                    <a:pt x="1396569" y="2378949"/>
                  </a:lnTo>
                  <a:lnTo>
                    <a:pt x="1408414" y="2422554"/>
                  </a:lnTo>
                  <a:lnTo>
                    <a:pt x="1419889" y="2466238"/>
                  </a:lnTo>
                  <a:lnTo>
                    <a:pt x="1430994" y="2509997"/>
                  </a:lnTo>
                  <a:lnTo>
                    <a:pt x="1441729" y="2553829"/>
                  </a:lnTo>
                  <a:lnTo>
                    <a:pt x="1452094" y="2597733"/>
                  </a:lnTo>
                  <a:lnTo>
                    <a:pt x="1462088" y="2641704"/>
                  </a:lnTo>
                  <a:lnTo>
                    <a:pt x="1471712" y="2685742"/>
                  </a:lnTo>
                  <a:lnTo>
                    <a:pt x="1480967" y="2729843"/>
                  </a:lnTo>
                  <a:lnTo>
                    <a:pt x="1489851" y="2774005"/>
                  </a:lnTo>
                  <a:lnTo>
                    <a:pt x="1498364" y="2818225"/>
                  </a:lnTo>
                  <a:lnTo>
                    <a:pt x="1506508" y="2862501"/>
                  </a:lnTo>
                  <a:lnTo>
                    <a:pt x="1514282" y="2906831"/>
                  </a:lnTo>
                  <a:lnTo>
                    <a:pt x="1521685" y="2951212"/>
                  </a:lnTo>
                  <a:lnTo>
                    <a:pt x="1528718" y="2995641"/>
                  </a:lnTo>
                  <a:lnTo>
                    <a:pt x="1535381" y="3040116"/>
                  </a:lnTo>
                  <a:lnTo>
                    <a:pt x="1541674" y="3084635"/>
                  </a:lnTo>
                  <a:lnTo>
                    <a:pt x="1547596" y="3129194"/>
                  </a:lnTo>
                  <a:lnTo>
                    <a:pt x="1553149" y="3173793"/>
                  </a:lnTo>
                  <a:lnTo>
                    <a:pt x="1558331" y="3218427"/>
                  </a:lnTo>
                  <a:lnTo>
                    <a:pt x="1563143" y="3263095"/>
                  </a:lnTo>
                  <a:lnTo>
                    <a:pt x="1567585" y="3307794"/>
                  </a:lnTo>
                  <a:lnTo>
                    <a:pt x="1571657" y="3352521"/>
                  </a:lnTo>
                  <a:lnTo>
                    <a:pt x="1575359" y="3397275"/>
                  </a:lnTo>
                  <a:lnTo>
                    <a:pt x="1578690" y="3442052"/>
                  </a:lnTo>
                  <a:lnTo>
                    <a:pt x="1581652" y="3486850"/>
                  </a:lnTo>
                  <a:lnTo>
                    <a:pt x="1584243" y="3531667"/>
                  </a:lnTo>
                  <a:lnTo>
                    <a:pt x="1586464" y="3576500"/>
                  </a:lnTo>
                  <a:lnTo>
                    <a:pt x="1588315" y="3621347"/>
                  </a:lnTo>
                  <a:lnTo>
                    <a:pt x="1589795" y="3666205"/>
                  </a:lnTo>
                  <a:lnTo>
                    <a:pt x="1590906" y="3711072"/>
                  </a:lnTo>
                  <a:lnTo>
                    <a:pt x="1591646" y="3755944"/>
                  </a:lnTo>
                  <a:lnTo>
                    <a:pt x="1592016" y="3800821"/>
                  </a:lnTo>
                  <a:lnTo>
                    <a:pt x="1592016" y="3845699"/>
                  </a:lnTo>
                  <a:lnTo>
                    <a:pt x="1591646" y="3890575"/>
                  </a:lnTo>
                  <a:lnTo>
                    <a:pt x="1590906" y="3935448"/>
                  </a:lnTo>
                  <a:lnTo>
                    <a:pt x="1589795" y="3980315"/>
                  </a:lnTo>
                  <a:lnTo>
                    <a:pt x="1588315" y="4025173"/>
                  </a:lnTo>
                  <a:lnTo>
                    <a:pt x="1586464" y="4070019"/>
                  </a:lnTo>
                  <a:lnTo>
                    <a:pt x="1584243" y="4114853"/>
                  </a:lnTo>
                  <a:lnTo>
                    <a:pt x="1581652" y="4159669"/>
                  </a:lnTo>
                  <a:lnTo>
                    <a:pt x="1578690" y="4204468"/>
                  </a:lnTo>
                  <a:lnTo>
                    <a:pt x="1575359" y="4249245"/>
                  </a:lnTo>
                  <a:lnTo>
                    <a:pt x="1571657" y="4293998"/>
                  </a:lnTo>
                  <a:lnTo>
                    <a:pt x="1567585" y="4338725"/>
                  </a:lnTo>
                  <a:lnTo>
                    <a:pt x="1563143" y="4383424"/>
                  </a:lnTo>
                  <a:lnTo>
                    <a:pt x="1558331" y="4428092"/>
                  </a:lnTo>
                  <a:lnTo>
                    <a:pt x="1553149" y="4472726"/>
                  </a:lnTo>
                  <a:lnTo>
                    <a:pt x="1547596" y="4517324"/>
                  </a:lnTo>
                  <a:lnTo>
                    <a:pt x="1541674" y="4561883"/>
                  </a:lnTo>
                  <a:lnTo>
                    <a:pt x="1535381" y="4606402"/>
                  </a:lnTo>
                  <a:lnTo>
                    <a:pt x="1528718" y="4650877"/>
                  </a:lnTo>
                  <a:lnTo>
                    <a:pt x="1521685" y="4695306"/>
                  </a:lnTo>
                  <a:lnTo>
                    <a:pt x="1514282" y="4739686"/>
                  </a:lnTo>
                  <a:lnTo>
                    <a:pt x="1506508" y="4784016"/>
                  </a:lnTo>
                  <a:lnTo>
                    <a:pt x="1498364" y="4828292"/>
                  </a:lnTo>
                  <a:lnTo>
                    <a:pt x="1489851" y="4872512"/>
                  </a:lnTo>
                  <a:lnTo>
                    <a:pt x="1480967" y="4916673"/>
                  </a:lnTo>
                  <a:lnTo>
                    <a:pt x="1471712" y="4960774"/>
                  </a:lnTo>
                  <a:lnTo>
                    <a:pt x="1462088" y="5004811"/>
                  </a:lnTo>
                  <a:lnTo>
                    <a:pt x="1452094" y="5048783"/>
                  </a:lnTo>
                  <a:lnTo>
                    <a:pt x="1441729" y="5092686"/>
                  </a:lnTo>
                  <a:lnTo>
                    <a:pt x="1430994" y="5136518"/>
                  </a:lnTo>
                  <a:lnTo>
                    <a:pt x="1419889" y="5180276"/>
                  </a:lnTo>
                  <a:lnTo>
                    <a:pt x="1408414" y="5223959"/>
                  </a:lnTo>
                  <a:lnTo>
                    <a:pt x="1396569" y="5267564"/>
                  </a:lnTo>
                  <a:lnTo>
                    <a:pt x="1384353" y="5311088"/>
                  </a:lnTo>
                  <a:lnTo>
                    <a:pt x="1371768" y="5354528"/>
                  </a:lnTo>
                  <a:lnTo>
                    <a:pt x="1358812" y="5397883"/>
                  </a:lnTo>
                  <a:lnTo>
                    <a:pt x="1345486" y="5441149"/>
                  </a:lnTo>
                  <a:lnTo>
                    <a:pt x="1331790" y="5484325"/>
                  </a:lnTo>
                  <a:lnTo>
                    <a:pt x="1317723" y="5527408"/>
                  </a:lnTo>
                  <a:lnTo>
                    <a:pt x="1303287" y="5570394"/>
                  </a:lnTo>
                  <a:lnTo>
                    <a:pt x="1288480" y="5613283"/>
                  </a:lnTo>
                  <a:lnTo>
                    <a:pt x="1273303" y="5656071"/>
                  </a:lnTo>
                  <a:lnTo>
                    <a:pt x="1257756" y="5698755"/>
                  </a:lnTo>
                  <a:lnTo>
                    <a:pt x="1241839" y="5741334"/>
                  </a:lnTo>
                  <a:lnTo>
                    <a:pt x="1225552" y="5783805"/>
                  </a:lnTo>
                  <a:lnTo>
                    <a:pt x="1208895" y="5826165"/>
                  </a:lnTo>
                  <a:lnTo>
                    <a:pt x="1191867" y="5868412"/>
                  </a:lnTo>
                  <a:lnTo>
                    <a:pt x="1174469" y="5910543"/>
                  </a:lnTo>
                  <a:lnTo>
                    <a:pt x="1156701" y="5952556"/>
                  </a:lnTo>
                  <a:lnTo>
                    <a:pt x="1138563" y="5994449"/>
                  </a:lnTo>
                  <a:lnTo>
                    <a:pt x="1120055" y="6036219"/>
                  </a:lnTo>
                  <a:lnTo>
                    <a:pt x="1101176" y="6077863"/>
                  </a:lnTo>
                  <a:lnTo>
                    <a:pt x="1081928" y="6119379"/>
                  </a:lnTo>
                  <a:lnTo>
                    <a:pt x="1062309" y="6160764"/>
                  </a:lnTo>
                  <a:lnTo>
                    <a:pt x="1042320" y="6202016"/>
                  </a:lnTo>
                  <a:lnTo>
                    <a:pt x="1021961" y="6243133"/>
                  </a:lnTo>
                  <a:lnTo>
                    <a:pt x="1001231" y="6284112"/>
                  </a:lnTo>
                  <a:lnTo>
                    <a:pt x="980132" y="6324950"/>
                  </a:lnTo>
                  <a:lnTo>
                    <a:pt x="958662" y="6365646"/>
                  </a:lnTo>
                  <a:lnTo>
                    <a:pt x="936822" y="6406196"/>
                  </a:lnTo>
                  <a:lnTo>
                    <a:pt x="914613" y="6446598"/>
                  </a:lnTo>
                  <a:lnTo>
                    <a:pt x="892032" y="6486849"/>
                  </a:lnTo>
                  <a:lnTo>
                    <a:pt x="869082" y="6526948"/>
                  </a:lnTo>
                  <a:lnTo>
                    <a:pt x="845762" y="6566891"/>
                  </a:lnTo>
                  <a:lnTo>
                    <a:pt x="822071" y="6606676"/>
                  </a:lnTo>
                  <a:lnTo>
                    <a:pt x="798010" y="6646301"/>
                  </a:lnTo>
                  <a:lnTo>
                    <a:pt x="773579" y="6685764"/>
                  </a:lnTo>
                  <a:lnTo>
                    <a:pt x="748778" y="6725060"/>
                  </a:lnTo>
                  <a:lnTo>
                    <a:pt x="723607" y="6764189"/>
                  </a:lnTo>
                  <a:lnTo>
                    <a:pt x="698065" y="6803148"/>
                  </a:lnTo>
                  <a:lnTo>
                    <a:pt x="672154" y="6841934"/>
                  </a:lnTo>
                  <a:lnTo>
                    <a:pt x="645872" y="6880544"/>
                  </a:lnTo>
                  <a:lnTo>
                    <a:pt x="619220" y="6918977"/>
                  </a:lnTo>
                  <a:lnTo>
                    <a:pt x="592198" y="6957229"/>
                  </a:lnTo>
                  <a:lnTo>
                    <a:pt x="564806" y="6995299"/>
                  </a:lnTo>
                  <a:lnTo>
                    <a:pt x="537043" y="7033183"/>
                  </a:lnTo>
                  <a:lnTo>
                    <a:pt x="508911" y="7070880"/>
                  </a:lnTo>
                  <a:lnTo>
                    <a:pt x="480408" y="7108387"/>
                  </a:lnTo>
                  <a:lnTo>
                    <a:pt x="451535" y="7145700"/>
                  </a:lnTo>
                  <a:lnTo>
                    <a:pt x="422292" y="7182819"/>
                  </a:lnTo>
                  <a:lnTo>
                    <a:pt x="392678" y="7219740"/>
                  </a:lnTo>
                  <a:lnTo>
                    <a:pt x="362695" y="7256461"/>
                  </a:lnTo>
                  <a:lnTo>
                    <a:pt x="332341" y="7292979"/>
                  </a:lnTo>
                  <a:lnTo>
                    <a:pt x="301618" y="7329292"/>
                  </a:lnTo>
                  <a:lnTo>
                    <a:pt x="270524" y="7365397"/>
                  </a:lnTo>
                  <a:lnTo>
                    <a:pt x="239059" y="7401293"/>
                  </a:lnTo>
                  <a:lnTo>
                    <a:pt x="207225" y="7436975"/>
                  </a:lnTo>
                  <a:lnTo>
                    <a:pt x="175021" y="7472443"/>
                  </a:lnTo>
                  <a:lnTo>
                    <a:pt x="142446" y="7507693"/>
                  </a:lnTo>
                  <a:lnTo>
                    <a:pt x="109501" y="7542723"/>
                  </a:lnTo>
                  <a:lnTo>
                    <a:pt x="76186" y="7577531"/>
                  </a:lnTo>
                  <a:lnTo>
                    <a:pt x="42501" y="7612113"/>
                  </a:lnTo>
                  <a:lnTo>
                    <a:pt x="8446" y="7646468"/>
                  </a:lnTo>
                  <a:lnTo>
                    <a:pt x="0" y="7638091"/>
                  </a:lnTo>
                  <a:lnTo>
                    <a:pt x="33980" y="7603811"/>
                  </a:lnTo>
                  <a:lnTo>
                    <a:pt x="67592" y="7569304"/>
                  </a:lnTo>
                  <a:lnTo>
                    <a:pt x="100834" y="7534573"/>
                  </a:lnTo>
                  <a:lnTo>
                    <a:pt x="133707" y="7499619"/>
                  </a:lnTo>
                  <a:lnTo>
                    <a:pt x="166211" y="7464446"/>
                  </a:lnTo>
                  <a:lnTo>
                    <a:pt x="198345" y="7429056"/>
                  </a:lnTo>
                  <a:lnTo>
                    <a:pt x="230110" y="7393451"/>
                  </a:lnTo>
                  <a:lnTo>
                    <a:pt x="261505" y="7357634"/>
                  </a:lnTo>
                  <a:lnTo>
                    <a:pt x="292531" y="7321607"/>
                  </a:lnTo>
                  <a:lnTo>
                    <a:pt x="323188" y="7285374"/>
                  </a:lnTo>
                  <a:lnTo>
                    <a:pt x="353475" y="7248935"/>
                  </a:lnTo>
                  <a:lnTo>
                    <a:pt x="383393" y="7212294"/>
                  </a:lnTo>
                  <a:lnTo>
                    <a:pt x="412942" y="7175454"/>
                  </a:lnTo>
                  <a:lnTo>
                    <a:pt x="442121" y="7138416"/>
                  </a:lnTo>
                  <a:lnTo>
                    <a:pt x="470931" y="7101184"/>
                  </a:lnTo>
                  <a:lnTo>
                    <a:pt x="499372" y="7063759"/>
                  </a:lnTo>
                  <a:lnTo>
                    <a:pt x="527443" y="7026145"/>
                  </a:lnTo>
                  <a:lnTo>
                    <a:pt x="555145" y="6988343"/>
                  </a:lnTo>
                  <a:lnTo>
                    <a:pt x="582478" y="6950357"/>
                  </a:lnTo>
                  <a:lnTo>
                    <a:pt x="609441" y="6912188"/>
                  </a:lnTo>
                  <a:lnTo>
                    <a:pt x="636035" y="6873839"/>
                  </a:lnTo>
                  <a:lnTo>
                    <a:pt x="662259" y="6835313"/>
                  </a:lnTo>
                  <a:lnTo>
                    <a:pt x="688114" y="6796611"/>
                  </a:lnTo>
                  <a:lnTo>
                    <a:pt x="713600" y="6757738"/>
                  </a:lnTo>
                  <a:lnTo>
                    <a:pt x="738716" y="6718694"/>
                  </a:lnTo>
                  <a:lnTo>
                    <a:pt x="763463" y="6679483"/>
                  </a:lnTo>
                  <a:lnTo>
                    <a:pt x="787841" y="6640107"/>
                  </a:lnTo>
                  <a:lnTo>
                    <a:pt x="811849" y="6600569"/>
                  </a:lnTo>
                  <a:lnTo>
                    <a:pt x="835488" y="6560871"/>
                  </a:lnTo>
                  <a:lnTo>
                    <a:pt x="858758" y="6521015"/>
                  </a:lnTo>
                  <a:lnTo>
                    <a:pt x="881658" y="6481003"/>
                  </a:lnTo>
                  <a:lnTo>
                    <a:pt x="904189" y="6440840"/>
                  </a:lnTo>
                  <a:lnTo>
                    <a:pt x="926350" y="6400526"/>
                  </a:lnTo>
                  <a:lnTo>
                    <a:pt x="948142" y="6360065"/>
                  </a:lnTo>
                  <a:lnTo>
                    <a:pt x="969565" y="6319458"/>
                  </a:lnTo>
                  <a:lnTo>
                    <a:pt x="990619" y="6278709"/>
                  </a:lnTo>
                  <a:lnTo>
                    <a:pt x="1011303" y="6237820"/>
                  </a:lnTo>
                  <a:lnTo>
                    <a:pt x="1031617" y="6196792"/>
                  </a:lnTo>
                  <a:lnTo>
                    <a:pt x="1051563" y="6155630"/>
                  </a:lnTo>
                  <a:lnTo>
                    <a:pt x="1071139" y="6114335"/>
                  </a:lnTo>
                  <a:lnTo>
                    <a:pt x="1090345" y="6072910"/>
                  </a:lnTo>
                  <a:lnTo>
                    <a:pt x="1109183" y="6031357"/>
                  </a:lnTo>
                  <a:lnTo>
                    <a:pt x="1127651" y="5989679"/>
                  </a:lnTo>
                  <a:lnTo>
                    <a:pt x="1145749" y="5947878"/>
                  </a:lnTo>
                  <a:lnTo>
                    <a:pt x="1163478" y="5905956"/>
                  </a:lnTo>
                  <a:lnTo>
                    <a:pt x="1180838" y="5863917"/>
                  </a:lnTo>
                  <a:lnTo>
                    <a:pt x="1197829" y="5821762"/>
                  </a:lnTo>
                  <a:lnTo>
                    <a:pt x="1214450" y="5779495"/>
                  </a:lnTo>
                  <a:lnTo>
                    <a:pt x="1230702" y="5737117"/>
                  </a:lnTo>
                  <a:lnTo>
                    <a:pt x="1246584" y="5694631"/>
                  </a:lnTo>
                  <a:lnTo>
                    <a:pt x="1262097" y="5652040"/>
                  </a:lnTo>
                  <a:lnTo>
                    <a:pt x="1277241" y="5609345"/>
                  </a:lnTo>
                  <a:lnTo>
                    <a:pt x="1292015" y="5566551"/>
                  </a:lnTo>
                  <a:lnTo>
                    <a:pt x="1306420" y="5523658"/>
                  </a:lnTo>
                  <a:lnTo>
                    <a:pt x="1320456" y="5480670"/>
                  </a:lnTo>
                  <a:lnTo>
                    <a:pt x="1334122" y="5437588"/>
                  </a:lnTo>
                  <a:lnTo>
                    <a:pt x="1347419" y="5394417"/>
                  </a:lnTo>
                  <a:lnTo>
                    <a:pt x="1360346" y="5351157"/>
                  </a:lnTo>
                  <a:lnTo>
                    <a:pt x="1372905" y="5307811"/>
                  </a:lnTo>
                  <a:lnTo>
                    <a:pt x="1385093" y="5264383"/>
                  </a:lnTo>
                  <a:lnTo>
                    <a:pt x="1396913" y="5220873"/>
                  </a:lnTo>
                  <a:lnTo>
                    <a:pt x="1408363" y="5177286"/>
                  </a:lnTo>
                  <a:lnTo>
                    <a:pt x="1419444" y="5133623"/>
                  </a:lnTo>
                  <a:lnTo>
                    <a:pt x="1430155" y="5089887"/>
                  </a:lnTo>
                  <a:lnTo>
                    <a:pt x="1440497" y="5046080"/>
                  </a:lnTo>
                  <a:lnTo>
                    <a:pt x="1450470" y="5002205"/>
                  </a:lnTo>
                  <a:lnTo>
                    <a:pt x="1460073" y="4958264"/>
                  </a:lnTo>
                  <a:lnTo>
                    <a:pt x="1469307" y="4914260"/>
                  </a:lnTo>
                  <a:lnTo>
                    <a:pt x="1478172" y="4870195"/>
                  </a:lnTo>
                  <a:lnTo>
                    <a:pt x="1486667" y="4826071"/>
                  </a:lnTo>
                  <a:lnTo>
                    <a:pt x="1494793" y="4781892"/>
                  </a:lnTo>
                  <a:lnTo>
                    <a:pt x="1502549" y="4737660"/>
                  </a:lnTo>
                  <a:lnTo>
                    <a:pt x="1509936" y="4693377"/>
                  </a:lnTo>
                  <a:lnTo>
                    <a:pt x="1516954" y="4649045"/>
                  </a:lnTo>
                  <a:lnTo>
                    <a:pt x="1523603" y="4604668"/>
                  </a:lnTo>
                  <a:lnTo>
                    <a:pt x="1529882" y="4560247"/>
                  </a:lnTo>
                  <a:lnTo>
                    <a:pt x="1535792" y="4515785"/>
                  </a:lnTo>
                  <a:lnTo>
                    <a:pt x="1541332" y="4471284"/>
                  </a:lnTo>
                  <a:lnTo>
                    <a:pt x="1546503" y="4426748"/>
                  </a:lnTo>
                  <a:lnTo>
                    <a:pt x="1551305" y="4382178"/>
                  </a:lnTo>
                  <a:lnTo>
                    <a:pt x="1555737" y="4337578"/>
                  </a:lnTo>
                  <a:lnTo>
                    <a:pt x="1559800" y="4292948"/>
                  </a:lnTo>
                  <a:lnTo>
                    <a:pt x="1563493" y="4248293"/>
                  </a:lnTo>
                  <a:lnTo>
                    <a:pt x="1566818" y="4203614"/>
                  </a:lnTo>
                  <a:lnTo>
                    <a:pt x="1569773" y="4158914"/>
                  </a:lnTo>
                  <a:lnTo>
                    <a:pt x="1572358" y="4114195"/>
                  </a:lnTo>
                  <a:lnTo>
                    <a:pt x="1574574" y="4069461"/>
                  </a:lnTo>
                  <a:lnTo>
                    <a:pt x="1576421" y="4024712"/>
                  </a:lnTo>
                  <a:lnTo>
                    <a:pt x="1577898" y="3979953"/>
                  </a:lnTo>
                  <a:lnTo>
                    <a:pt x="1579007" y="3935185"/>
                  </a:lnTo>
                  <a:lnTo>
                    <a:pt x="1579745" y="3890410"/>
                  </a:lnTo>
                  <a:lnTo>
                    <a:pt x="1580115" y="3845632"/>
                  </a:lnTo>
                  <a:lnTo>
                    <a:pt x="1580115" y="3800853"/>
                  </a:lnTo>
                  <a:lnTo>
                    <a:pt x="1579745" y="3756075"/>
                  </a:lnTo>
                  <a:lnTo>
                    <a:pt x="1579007" y="3711300"/>
                  </a:lnTo>
                  <a:lnTo>
                    <a:pt x="1577898" y="3666532"/>
                  </a:lnTo>
                  <a:lnTo>
                    <a:pt x="1576421" y="3621773"/>
                  </a:lnTo>
                  <a:lnTo>
                    <a:pt x="1574574" y="3577024"/>
                  </a:lnTo>
                  <a:lnTo>
                    <a:pt x="1572358" y="3532290"/>
                  </a:lnTo>
                  <a:lnTo>
                    <a:pt x="1569773" y="3487571"/>
                  </a:lnTo>
                  <a:lnTo>
                    <a:pt x="1566818" y="3442871"/>
                  </a:lnTo>
                  <a:lnTo>
                    <a:pt x="1563493" y="3398193"/>
                  </a:lnTo>
                  <a:lnTo>
                    <a:pt x="1559800" y="3353537"/>
                  </a:lnTo>
                  <a:lnTo>
                    <a:pt x="1555737" y="3308908"/>
                  </a:lnTo>
                  <a:lnTo>
                    <a:pt x="1551305" y="3264307"/>
                  </a:lnTo>
                  <a:lnTo>
                    <a:pt x="1546503" y="3219738"/>
                  </a:lnTo>
                  <a:lnTo>
                    <a:pt x="1541332" y="3175202"/>
                  </a:lnTo>
                  <a:lnTo>
                    <a:pt x="1535792" y="3130702"/>
                  </a:lnTo>
                  <a:lnTo>
                    <a:pt x="1529882" y="3086240"/>
                  </a:lnTo>
                  <a:lnTo>
                    <a:pt x="1523603" y="3041819"/>
                  </a:lnTo>
                  <a:lnTo>
                    <a:pt x="1516954" y="2997442"/>
                  </a:lnTo>
                  <a:lnTo>
                    <a:pt x="1509936" y="2953111"/>
                  </a:lnTo>
                  <a:lnTo>
                    <a:pt x="1502549" y="2908828"/>
                  </a:lnTo>
                  <a:lnTo>
                    <a:pt x="1494793" y="2864595"/>
                  </a:lnTo>
                  <a:lnTo>
                    <a:pt x="1486667" y="2820417"/>
                  </a:lnTo>
                  <a:lnTo>
                    <a:pt x="1478172" y="2776294"/>
                  </a:lnTo>
                  <a:lnTo>
                    <a:pt x="1469307" y="2732229"/>
                  </a:lnTo>
                  <a:lnTo>
                    <a:pt x="1460073" y="2688225"/>
                  </a:lnTo>
                  <a:lnTo>
                    <a:pt x="1450470" y="2644285"/>
                  </a:lnTo>
                  <a:lnTo>
                    <a:pt x="1440497" y="2600410"/>
                  </a:lnTo>
                  <a:lnTo>
                    <a:pt x="1430155" y="2556603"/>
                  </a:lnTo>
                  <a:lnTo>
                    <a:pt x="1419444" y="2512867"/>
                  </a:lnTo>
                  <a:lnTo>
                    <a:pt x="1408363" y="2469205"/>
                  </a:lnTo>
                  <a:lnTo>
                    <a:pt x="1396913" y="2425618"/>
                  </a:lnTo>
                  <a:lnTo>
                    <a:pt x="1385093" y="2382109"/>
                  </a:lnTo>
                  <a:lnTo>
                    <a:pt x="1372905" y="2338681"/>
                  </a:lnTo>
                  <a:lnTo>
                    <a:pt x="1360346" y="2295336"/>
                  </a:lnTo>
                  <a:lnTo>
                    <a:pt x="1347419" y="2252076"/>
                  </a:lnTo>
                  <a:lnTo>
                    <a:pt x="1334122" y="2208905"/>
                  </a:lnTo>
                  <a:lnTo>
                    <a:pt x="1320456" y="2165824"/>
                  </a:lnTo>
                  <a:lnTo>
                    <a:pt x="1306420" y="2122836"/>
                  </a:lnTo>
                  <a:lnTo>
                    <a:pt x="1292015" y="2079944"/>
                  </a:lnTo>
                  <a:lnTo>
                    <a:pt x="1277241" y="2037150"/>
                  </a:lnTo>
                  <a:lnTo>
                    <a:pt x="1262097" y="1994456"/>
                  </a:lnTo>
                  <a:lnTo>
                    <a:pt x="1246584" y="1951865"/>
                  </a:lnTo>
                  <a:lnTo>
                    <a:pt x="1230702" y="1909380"/>
                  </a:lnTo>
                  <a:lnTo>
                    <a:pt x="1214450" y="1867002"/>
                  </a:lnTo>
                  <a:lnTo>
                    <a:pt x="1197829" y="1824735"/>
                  </a:lnTo>
                  <a:lnTo>
                    <a:pt x="1180838" y="1782581"/>
                  </a:lnTo>
                  <a:lnTo>
                    <a:pt x="1163478" y="1740543"/>
                  </a:lnTo>
                  <a:lnTo>
                    <a:pt x="1145749" y="1698622"/>
                  </a:lnTo>
                  <a:lnTo>
                    <a:pt x="1127651" y="1656821"/>
                  </a:lnTo>
                  <a:lnTo>
                    <a:pt x="1109183" y="1615144"/>
                  </a:lnTo>
                  <a:lnTo>
                    <a:pt x="1090345" y="1573591"/>
                  </a:lnTo>
                  <a:lnTo>
                    <a:pt x="1071139" y="1532167"/>
                  </a:lnTo>
                  <a:lnTo>
                    <a:pt x="1051563" y="1490872"/>
                  </a:lnTo>
                  <a:lnTo>
                    <a:pt x="1031617" y="1449711"/>
                  </a:lnTo>
                  <a:lnTo>
                    <a:pt x="1011303" y="1408684"/>
                  </a:lnTo>
                  <a:lnTo>
                    <a:pt x="990619" y="1367796"/>
                  </a:lnTo>
                  <a:lnTo>
                    <a:pt x="969565" y="1327047"/>
                  </a:lnTo>
                  <a:lnTo>
                    <a:pt x="948142" y="1286441"/>
                  </a:lnTo>
                  <a:lnTo>
                    <a:pt x="926350" y="1245981"/>
                  </a:lnTo>
                  <a:lnTo>
                    <a:pt x="904189" y="1205668"/>
                  </a:lnTo>
                  <a:lnTo>
                    <a:pt x="881658" y="1165505"/>
                  </a:lnTo>
                  <a:lnTo>
                    <a:pt x="858758" y="1125494"/>
                  </a:lnTo>
                  <a:lnTo>
                    <a:pt x="835488" y="1085639"/>
                  </a:lnTo>
                  <a:lnTo>
                    <a:pt x="811849" y="1045941"/>
                  </a:lnTo>
                  <a:lnTo>
                    <a:pt x="787841" y="1006404"/>
                  </a:lnTo>
                  <a:lnTo>
                    <a:pt x="763463" y="967029"/>
                  </a:lnTo>
                  <a:lnTo>
                    <a:pt x="738716" y="927818"/>
                  </a:lnTo>
                  <a:lnTo>
                    <a:pt x="713600" y="888776"/>
                  </a:lnTo>
                  <a:lnTo>
                    <a:pt x="688114" y="849903"/>
                  </a:lnTo>
                  <a:lnTo>
                    <a:pt x="662259" y="811203"/>
                  </a:lnTo>
                  <a:lnTo>
                    <a:pt x="636035" y="772677"/>
                  </a:lnTo>
                  <a:lnTo>
                    <a:pt x="609441" y="734329"/>
                  </a:lnTo>
                  <a:lnTo>
                    <a:pt x="582478" y="696161"/>
                  </a:lnTo>
                  <a:lnTo>
                    <a:pt x="555145" y="658176"/>
                  </a:lnTo>
                  <a:lnTo>
                    <a:pt x="527443" y="620375"/>
                  </a:lnTo>
                  <a:lnTo>
                    <a:pt x="499372" y="582761"/>
                  </a:lnTo>
                  <a:lnTo>
                    <a:pt x="470931" y="545338"/>
                  </a:lnTo>
                  <a:lnTo>
                    <a:pt x="442121" y="508106"/>
                  </a:lnTo>
                  <a:lnTo>
                    <a:pt x="412942" y="471069"/>
                  </a:lnTo>
                  <a:lnTo>
                    <a:pt x="383393" y="434230"/>
                  </a:lnTo>
                  <a:lnTo>
                    <a:pt x="353475" y="397590"/>
                  </a:lnTo>
                  <a:lnTo>
                    <a:pt x="323188" y="361153"/>
                  </a:lnTo>
                  <a:lnTo>
                    <a:pt x="292531" y="324920"/>
                  </a:lnTo>
                  <a:lnTo>
                    <a:pt x="261505" y="288895"/>
                  </a:lnTo>
                  <a:lnTo>
                    <a:pt x="230110" y="253079"/>
                  </a:lnTo>
                  <a:lnTo>
                    <a:pt x="198345" y="217475"/>
                  </a:lnTo>
                  <a:lnTo>
                    <a:pt x="166211" y="182086"/>
                  </a:lnTo>
                  <a:lnTo>
                    <a:pt x="133707" y="146914"/>
                  </a:lnTo>
                  <a:lnTo>
                    <a:pt x="100834" y="111961"/>
                  </a:lnTo>
                  <a:lnTo>
                    <a:pt x="67592" y="77231"/>
                  </a:lnTo>
                  <a:lnTo>
                    <a:pt x="33980" y="42725"/>
                  </a:lnTo>
                  <a:lnTo>
                    <a:pt x="0" y="8446"/>
                  </a:lnTo>
                  <a:lnTo>
                    <a:pt x="8446" y="0"/>
                  </a:lnTo>
                  <a:close/>
                </a:path>
              </a:pathLst>
            </a:custGeom>
            <a:ln w="13961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708338" y="3364644"/>
              <a:ext cx="12798425" cy="2297430"/>
            </a:xfrm>
            <a:custGeom>
              <a:avLst/>
              <a:gdLst/>
              <a:ahLst/>
              <a:cxnLst/>
              <a:rect l="l" t="t" r="r" b="b"/>
              <a:pathLst>
                <a:path w="12798425" h="2297429">
                  <a:moveTo>
                    <a:pt x="12797864" y="0"/>
                  </a:moveTo>
                  <a:lnTo>
                    <a:pt x="0" y="0"/>
                  </a:lnTo>
                  <a:lnTo>
                    <a:pt x="0" y="2297312"/>
                  </a:lnTo>
                  <a:lnTo>
                    <a:pt x="12797864" y="2297312"/>
                  </a:lnTo>
                  <a:lnTo>
                    <a:pt x="12797864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708338" y="3364644"/>
              <a:ext cx="12798425" cy="2297430"/>
            </a:xfrm>
            <a:custGeom>
              <a:avLst/>
              <a:gdLst/>
              <a:ahLst/>
              <a:cxnLst/>
              <a:rect l="l" t="t" r="r" b="b"/>
              <a:pathLst>
                <a:path w="12798425" h="2297429">
                  <a:moveTo>
                    <a:pt x="0" y="2297312"/>
                  </a:moveTo>
                  <a:lnTo>
                    <a:pt x="12797864" y="2297312"/>
                  </a:lnTo>
                  <a:lnTo>
                    <a:pt x="12797864" y="0"/>
                  </a:lnTo>
                  <a:lnTo>
                    <a:pt x="0" y="0"/>
                  </a:lnTo>
                  <a:lnTo>
                    <a:pt x="0" y="2297312"/>
                  </a:lnTo>
                  <a:close/>
                </a:path>
              </a:pathLst>
            </a:custGeom>
            <a:ln w="1396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6519317" y="4198969"/>
            <a:ext cx="10571480" cy="5702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50" spc="-894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sz="3550" spc="-105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3550" spc="-1155" dirty="0">
                <a:solidFill>
                  <a:srgbClr val="FFFFFF"/>
                </a:solidFill>
                <a:latin typeface="Tahoma"/>
                <a:cs typeface="Tahoma"/>
              </a:rPr>
              <a:t>Ư</a:t>
            </a:r>
            <a:r>
              <a:rPr sz="3550" spc="-875" dirty="0">
                <a:solidFill>
                  <a:srgbClr val="FFFFFF"/>
                </a:solidFill>
                <a:latin typeface="Tahoma"/>
                <a:cs typeface="Tahoma"/>
              </a:rPr>
              <a:t>Ơ</a:t>
            </a:r>
            <a:r>
              <a:rPr sz="3550" spc="-1030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3550" spc="-185" dirty="0">
                <a:solidFill>
                  <a:srgbClr val="FFFFFF"/>
                </a:solidFill>
                <a:latin typeface="Tahoma"/>
                <a:cs typeface="Tahoma"/>
              </a:rPr>
              <a:t>G</a:t>
            </a:r>
            <a:r>
              <a:rPr sz="3550" spc="-50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r>
              <a:rPr sz="3550" spc="-160" dirty="0">
                <a:solidFill>
                  <a:srgbClr val="FFFFFF"/>
                </a:solidFill>
                <a:latin typeface="Tahoma"/>
                <a:cs typeface="Tahoma"/>
              </a:rPr>
              <a:t>:</a:t>
            </a:r>
            <a:r>
              <a:rPr sz="3550" spc="-5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550" spc="-745" dirty="0">
                <a:solidFill>
                  <a:srgbClr val="FFFFFF"/>
                </a:solidFill>
                <a:latin typeface="Tahoma"/>
                <a:cs typeface="Tahoma"/>
              </a:rPr>
              <a:t>G</a:t>
            </a:r>
            <a:r>
              <a:rPr sz="3550" spc="-16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3550" spc="-470" dirty="0">
                <a:solidFill>
                  <a:srgbClr val="FFFFFF"/>
                </a:solidFill>
                <a:latin typeface="Tahoma"/>
                <a:cs typeface="Tahoma"/>
              </a:rPr>
              <a:t>ớ</a:t>
            </a:r>
            <a:r>
              <a:rPr sz="3550" spc="15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3550" spc="-5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550" spc="-225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3550" spc="-49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3550" spc="-165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3550" spc="-550" dirty="0">
                <a:solidFill>
                  <a:srgbClr val="FFFFFF"/>
                </a:solidFill>
                <a:latin typeface="Tahoma"/>
                <a:cs typeface="Tahoma"/>
              </a:rPr>
              <a:t>ệ</a:t>
            </a:r>
            <a:r>
              <a:rPr sz="3550" spc="190" dirty="0">
                <a:solidFill>
                  <a:srgbClr val="FFFFFF"/>
                </a:solidFill>
                <a:latin typeface="Tahoma"/>
                <a:cs typeface="Tahoma"/>
              </a:rPr>
              <a:t>u</a:t>
            </a:r>
            <a:r>
              <a:rPr sz="3550" spc="-430" dirty="0">
                <a:solidFill>
                  <a:srgbClr val="FFFFFF"/>
                </a:solidFill>
                <a:latin typeface="Tahoma"/>
                <a:cs typeface="Tahoma"/>
              </a:rPr>
              <a:t>v</a:t>
            </a:r>
            <a:r>
              <a:rPr sz="3550" spc="210" dirty="0">
                <a:solidFill>
                  <a:srgbClr val="FFFFFF"/>
                </a:solidFill>
                <a:latin typeface="Tahoma"/>
                <a:cs typeface="Tahoma"/>
              </a:rPr>
              <a:t>ề</a:t>
            </a:r>
            <a:r>
              <a:rPr sz="3550" spc="-225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3550" spc="-49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3550" spc="-165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3550" spc="-500" dirty="0">
                <a:solidFill>
                  <a:srgbClr val="FFFFFF"/>
                </a:solidFill>
                <a:latin typeface="Tahoma"/>
                <a:cs typeface="Tahoma"/>
              </a:rPr>
              <a:t>ế</a:t>
            </a:r>
            <a:r>
              <a:rPr sz="3550" spc="10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3550" spc="-5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550" spc="-42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r>
              <a:rPr sz="3550" spc="210" dirty="0">
                <a:solidFill>
                  <a:srgbClr val="FFFFFF"/>
                </a:solidFill>
                <a:latin typeface="Tahoma"/>
                <a:cs typeface="Tahoma"/>
              </a:rPr>
              <a:t>ế</a:t>
            </a:r>
            <a:r>
              <a:rPr sz="3550" spc="-1235" dirty="0">
                <a:solidFill>
                  <a:srgbClr val="FFFFFF"/>
                </a:solidFill>
                <a:latin typeface="Tahoma"/>
                <a:cs typeface="Tahoma"/>
              </a:rPr>
              <a:t>W</a:t>
            </a:r>
            <a:r>
              <a:rPr sz="3550" spc="-490" dirty="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sz="3550" spc="220" dirty="0">
                <a:solidFill>
                  <a:srgbClr val="FFFFFF"/>
                </a:solidFill>
                <a:latin typeface="Tahoma"/>
                <a:cs typeface="Tahoma"/>
              </a:rPr>
              <a:t>b</a:t>
            </a:r>
            <a:r>
              <a:rPr sz="3550" spc="-395" dirty="0">
                <a:solidFill>
                  <a:srgbClr val="FFFFFF"/>
                </a:solidFill>
                <a:latin typeface="Tahoma"/>
                <a:cs typeface="Tahoma"/>
              </a:rPr>
              <a:t>v</a:t>
            </a:r>
            <a:r>
              <a:rPr sz="3550" spc="10" dirty="0">
                <a:solidFill>
                  <a:srgbClr val="FFFFFF"/>
                </a:solidFill>
                <a:latin typeface="Tahoma"/>
                <a:cs typeface="Tahoma"/>
              </a:rPr>
              <a:t>à</a:t>
            </a:r>
            <a:r>
              <a:rPr sz="3550" spc="-8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550" spc="-185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3550" spc="-295" dirty="0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sz="3550" spc="-125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3550" spc="-450" dirty="0">
                <a:solidFill>
                  <a:srgbClr val="FFFFFF"/>
                </a:solidFill>
                <a:latin typeface="Tahoma"/>
                <a:cs typeface="Tahoma"/>
              </a:rPr>
              <a:t>ể</a:t>
            </a:r>
            <a:r>
              <a:rPr sz="3550" spc="245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3550" spc="-380" dirty="0">
                <a:solidFill>
                  <a:srgbClr val="FFFFFF"/>
                </a:solidFill>
                <a:latin typeface="Tahoma"/>
                <a:cs typeface="Tahoma"/>
              </a:rPr>
              <a:t>k</a:t>
            </a:r>
            <a:r>
              <a:rPr sz="3550" spc="-455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3550" spc="-39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3550" spc="50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sz="3550" spc="-530" dirty="0">
                <a:solidFill>
                  <a:srgbClr val="FFFFFF"/>
                </a:solidFill>
                <a:latin typeface="Tahoma"/>
                <a:cs typeface="Tahoma"/>
              </a:rPr>
              <a:t> h</a:t>
            </a:r>
            <a:r>
              <a:rPr sz="3550" spc="190" dirty="0">
                <a:solidFill>
                  <a:srgbClr val="FFFFFF"/>
                </a:solidFill>
                <a:latin typeface="Tahoma"/>
                <a:cs typeface="Tahoma"/>
              </a:rPr>
              <a:t>ệ</a:t>
            </a:r>
            <a:r>
              <a:rPr sz="3550" spc="-250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3550" spc="-520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3550" spc="-605" dirty="0">
                <a:solidFill>
                  <a:srgbClr val="FFFFFF"/>
                </a:solidFill>
                <a:latin typeface="Tahoma"/>
                <a:cs typeface="Tahoma"/>
              </a:rPr>
              <a:t>ố</a:t>
            </a:r>
            <a:r>
              <a:rPr sz="3550" spc="-505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3550" spc="200" dirty="0">
                <a:solidFill>
                  <a:srgbClr val="FFFFFF"/>
                </a:solidFill>
                <a:latin typeface="Tahoma"/>
                <a:cs typeface="Tahoma"/>
              </a:rPr>
              <a:t>g</a:t>
            </a:r>
            <a:r>
              <a:rPr sz="3550" spc="-525" dirty="0">
                <a:solidFill>
                  <a:srgbClr val="FFFFFF"/>
                </a:solidFill>
                <a:latin typeface="Tahoma"/>
                <a:cs typeface="Tahoma"/>
              </a:rPr>
              <a:t>ph</a:t>
            </a:r>
            <a:r>
              <a:rPr sz="3550" spc="-455" dirty="0">
                <a:solidFill>
                  <a:srgbClr val="FFFFFF"/>
                </a:solidFill>
                <a:latin typeface="Tahoma"/>
                <a:cs typeface="Tahoma"/>
              </a:rPr>
              <a:t>ầ</a:t>
            </a:r>
            <a:r>
              <a:rPr sz="3550" spc="185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3550" spc="-825" dirty="0">
                <a:solidFill>
                  <a:srgbClr val="FFFFFF"/>
                </a:solidFill>
                <a:latin typeface="Tahoma"/>
                <a:cs typeface="Tahoma"/>
              </a:rPr>
              <a:t>m</a:t>
            </a:r>
            <a:r>
              <a:rPr sz="3550" spc="-525" dirty="0">
                <a:solidFill>
                  <a:srgbClr val="FFFFFF"/>
                </a:solidFill>
                <a:latin typeface="Tahoma"/>
                <a:cs typeface="Tahoma"/>
              </a:rPr>
              <a:t>ề</a:t>
            </a:r>
            <a:r>
              <a:rPr sz="3550" spc="-825" dirty="0">
                <a:solidFill>
                  <a:srgbClr val="FFFFFF"/>
                </a:solidFill>
                <a:latin typeface="Tahoma"/>
                <a:cs typeface="Tahoma"/>
              </a:rPr>
              <a:t>m</a:t>
            </a:r>
            <a:r>
              <a:rPr sz="3550" spc="-15" dirty="0">
                <a:solidFill>
                  <a:srgbClr val="FFFFFF"/>
                </a:solidFill>
                <a:latin typeface="Tahoma"/>
                <a:cs typeface="Tahoma"/>
              </a:rPr>
              <a:t>.</a:t>
            </a:r>
            <a:endParaRPr sz="355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265515" y="3070478"/>
            <a:ext cx="14248130" cy="6045200"/>
            <a:chOff x="3265515" y="3070478"/>
            <a:chExt cx="14248130" cy="6045200"/>
          </a:xfrm>
        </p:grpSpPr>
        <p:sp>
          <p:nvSpPr>
            <p:cNvPr id="12" name="object 12"/>
            <p:cNvSpPr/>
            <p:nvPr/>
          </p:nvSpPr>
          <p:spPr>
            <a:xfrm>
              <a:off x="3272500" y="3077463"/>
              <a:ext cx="2872105" cy="2872105"/>
            </a:xfrm>
            <a:custGeom>
              <a:avLst/>
              <a:gdLst/>
              <a:ahLst/>
              <a:cxnLst/>
              <a:rect l="l" t="t" r="r" b="b"/>
              <a:pathLst>
                <a:path w="2872104" h="2872104">
                  <a:moveTo>
                    <a:pt x="1435837" y="0"/>
                  </a:moveTo>
                  <a:lnTo>
                    <a:pt x="1387478" y="799"/>
                  </a:lnTo>
                  <a:lnTo>
                    <a:pt x="1339520" y="3179"/>
                  </a:lnTo>
                  <a:lnTo>
                    <a:pt x="1291986" y="7115"/>
                  </a:lnTo>
                  <a:lnTo>
                    <a:pt x="1244904" y="12583"/>
                  </a:lnTo>
                  <a:lnTo>
                    <a:pt x="1198297" y="19556"/>
                  </a:lnTo>
                  <a:lnTo>
                    <a:pt x="1152191" y="28011"/>
                  </a:lnTo>
                  <a:lnTo>
                    <a:pt x="1106611" y="37921"/>
                  </a:lnTo>
                  <a:lnTo>
                    <a:pt x="1061583" y="49261"/>
                  </a:lnTo>
                  <a:lnTo>
                    <a:pt x="1017130" y="62007"/>
                  </a:lnTo>
                  <a:lnTo>
                    <a:pt x="973279" y="76134"/>
                  </a:lnTo>
                  <a:lnTo>
                    <a:pt x="930054" y="91615"/>
                  </a:lnTo>
                  <a:lnTo>
                    <a:pt x="887481" y="108426"/>
                  </a:lnTo>
                  <a:lnTo>
                    <a:pt x="845585" y="126543"/>
                  </a:lnTo>
                  <a:lnTo>
                    <a:pt x="804390" y="145939"/>
                  </a:lnTo>
                  <a:lnTo>
                    <a:pt x="763923" y="166590"/>
                  </a:lnTo>
                  <a:lnTo>
                    <a:pt x="724208" y="188470"/>
                  </a:lnTo>
                  <a:lnTo>
                    <a:pt x="685270" y="211555"/>
                  </a:lnTo>
                  <a:lnTo>
                    <a:pt x="647134" y="235819"/>
                  </a:lnTo>
                  <a:lnTo>
                    <a:pt x="609826" y="261237"/>
                  </a:lnTo>
                  <a:lnTo>
                    <a:pt x="573370" y="287785"/>
                  </a:lnTo>
                  <a:lnTo>
                    <a:pt x="537792" y="315436"/>
                  </a:lnTo>
                  <a:lnTo>
                    <a:pt x="503117" y="344166"/>
                  </a:lnTo>
                  <a:lnTo>
                    <a:pt x="469370" y="373949"/>
                  </a:lnTo>
                  <a:lnTo>
                    <a:pt x="436577" y="404761"/>
                  </a:lnTo>
                  <a:lnTo>
                    <a:pt x="404761" y="436577"/>
                  </a:lnTo>
                  <a:lnTo>
                    <a:pt x="373949" y="469370"/>
                  </a:lnTo>
                  <a:lnTo>
                    <a:pt x="344166" y="503117"/>
                  </a:lnTo>
                  <a:lnTo>
                    <a:pt x="315436" y="537792"/>
                  </a:lnTo>
                  <a:lnTo>
                    <a:pt x="287785" y="573370"/>
                  </a:lnTo>
                  <a:lnTo>
                    <a:pt x="261237" y="609826"/>
                  </a:lnTo>
                  <a:lnTo>
                    <a:pt x="235819" y="647134"/>
                  </a:lnTo>
                  <a:lnTo>
                    <a:pt x="211555" y="685270"/>
                  </a:lnTo>
                  <a:lnTo>
                    <a:pt x="188470" y="724208"/>
                  </a:lnTo>
                  <a:lnTo>
                    <a:pt x="166590" y="763923"/>
                  </a:lnTo>
                  <a:lnTo>
                    <a:pt x="145939" y="804390"/>
                  </a:lnTo>
                  <a:lnTo>
                    <a:pt x="126543" y="845585"/>
                  </a:lnTo>
                  <a:lnTo>
                    <a:pt x="108426" y="887481"/>
                  </a:lnTo>
                  <a:lnTo>
                    <a:pt x="91615" y="930054"/>
                  </a:lnTo>
                  <a:lnTo>
                    <a:pt x="76134" y="973279"/>
                  </a:lnTo>
                  <a:lnTo>
                    <a:pt x="62007" y="1017130"/>
                  </a:lnTo>
                  <a:lnTo>
                    <a:pt x="49261" y="1061583"/>
                  </a:lnTo>
                  <a:lnTo>
                    <a:pt x="37921" y="1106611"/>
                  </a:lnTo>
                  <a:lnTo>
                    <a:pt x="28011" y="1152191"/>
                  </a:lnTo>
                  <a:lnTo>
                    <a:pt x="19556" y="1198297"/>
                  </a:lnTo>
                  <a:lnTo>
                    <a:pt x="12583" y="1244904"/>
                  </a:lnTo>
                  <a:lnTo>
                    <a:pt x="7115" y="1291986"/>
                  </a:lnTo>
                  <a:lnTo>
                    <a:pt x="3179" y="1339520"/>
                  </a:lnTo>
                  <a:lnTo>
                    <a:pt x="799" y="1387478"/>
                  </a:lnTo>
                  <a:lnTo>
                    <a:pt x="0" y="1435837"/>
                  </a:lnTo>
                  <a:lnTo>
                    <a:pt x="799" y="1484192"/>
                  </a:lnTo>
                  <a:lnTo>
                    <a:pt x="3179" y="1532146"/>
                  </a:lnTo>
                  <a:lnTo>
                    <a:pt x="7115" y="1579676"/>
                  </a:lnTo>
                  <a:lnTo>
                    <a:pt x="12583" y="1626754"/>
                  </a:lnTo>
                  <a:lnTo>
                    <a:pt x="19556" y="1673358"/>
                  </a:lnTo>
                  <a:lnTo>
                    <a:pt x="28011" y="1719460"/>
                  </a:lnTo>
                  <a:lnTo>
                    <a:pt x="37921" y="1765037"/>
                  </a:lnTo>
                  <a:lnTo>
                    <a:pt x="49261" y="1810063"/>
                  </a:lnTo>
                  <a:lnTo>
                    <a:pt x="62007" y="1854512"/>
                  </a:lnTo>
                  <a:lnTo>
                    <a:pt x="76134" y="1898361"/>
                  </a:lnTo>
                  <a:lnTo>
                    <a:pt x="91615" y="1941583"/>
                  </a:lnTo>
                  <a:lnTo>
                    <a:pt x="108426" y="1984153"/>
                  </a:lnTo>
                  <a:lnTo>
                    <a:pt x="126543" y="2026047"/>
                  </a:lnTo>
                  <a:lnTo>
                    <a:pt x="145939" y="2067239"/>
                  </a:lnTo>
                  <a:lnTo>
                    <a:pt x="166590" y="2107705"/>
                  </a:lnTo>
                  <a:lnTo>
                    <a:pt x="188470" y="2147418"/>
                  </a:lnTo>
                  <a:lnTo>
                    <a:pt x="211555" y="2186354"/>
                  </a:lnTo>
                  <a:lnTo>
                    <a:pt x="235819" y="2224488"/>
                  </a:lnTo>
                  <a:lnTo>
                    <a:pt x="261237" y="2261795"/>
                  </a:lnTo>
                  <a:lnTo>
                    <a:pt x="287785" y="2298249"/>
                  </a:lnTo>
                  <a:lnTo>
                    <a:pt x="315436" y="2333825"/>
                  </a:lnTo>
                  <a:lnTo>
                    <a:pt x="344166" y="2368499"/>
                  </a:lnTo>
                  <a:lnTo>
                    <a:pt x="373949" y="2402244"/>
                  </a:lnTo>
                  <a:lnTo>
                    <a:pt x="404761" y="2435037"/>
                  </a:lnTo>
                  <a:lnTo>
                    <a:pt x="436577" y="2466851"/>
                  </a:lnTo>
                  <a:lnTo>
                    <a:pt x="469370" y="2497662"/>
                  </a:lnTo>
                  <a:lnTo>
                    <a:pt x="503117" y="2527445"/>
                  </a:lnTo>
                  <a:lnTo>
                    <a:pt x="537792" y="2556174"/>
                  </a:lnTo>
                  <a:lnTo>
                    <a:pt x="573370" y="2583825"/>
                  </a:lnTo>
                  <a:lnTo>
                    <a:pt x="609826" y="2610371"/>
                  </a:lnTo>
                  <a:lnTo>
                    <a:pt x="647134" y="2635789"/>
                  </a:lnTo>
                  <a:lnTo>
                    <a:pt x="685270" y="2660052"/>
                  </a:lnTo>
                  <a:lnTo>
                    <a:pt x="724208" y="2683137"/>
                  </a:lnTo>
                  <a:lnTo>
                    <a:pt x="763923" y="2705016"/>
                  </a:lnTo>
                  <a:lnTo>
                    <a:pt x="804390" y="2725667"/>
                  </a:lnTo>
                  <a:lnTo>
                    <a:pt x="845585" y="2745063"/>
                  </a:lnTo>
                  <a:lnTo>
                    <a:pt x="887481" y="2763179"/>
                  </a:lnTo>
                  <a:lnTo>
                    <a:pt x="930054" y="2779990"/>
                  </a:lnTo>
                  <a:lnTo>
                    <a:pt x="973279" y="2795471"/>
                  </a:lnTo>
                  <a:lnTo>
                    <a:pt x="1017130" y="2809597"/>
                  </a:lnTo>
                  <a:lnTo>
                    <a:pt x="1061583" y="2822343"/>
                  </a:lnTo>
                  <a:lnTo>
                    <a:pt x="1106611" y="2833684"/>
                  </a:lnTo>
                  <a:lnTo>
                    <a:pt x="1152191" y="2843594"/>
                  </a:lnTo>
                  <a:lnTo>
                    <a:pt x="1198297" y="2852048"/>
                  </a:lnTo>
                  <a:lnTo>
                    <a:pt x="1244904" y="2859021"/>
                  </a:lnTo>
                  <a:lnTo>
                    <a:pt x="1291986" y="2864489"/>
                  </a:lnTo>
                  <a:lnTo>
                    <a:pt x="1339520" y="2868425"/>
                  </a:lnTo>
                  <a:lnTo>
                    <a:pt x="1387478" y="2870806"/>
                  </a:lnTo>
                  <a:lnTo>
                    <a:pt x="1435837" y="2871605"/>
                  </a:lnTo>
                  <a:lnTo>
                    <a:pt x="1484192" y="2870806"/>
                  </a:lnTo>
                  <a:lnTo>
                    <a:pt x="1532146" y="2868425"/>
                  </a:lnTo>
                  <a:lnTo>
                    <a:pt x="1579676" y="2864489"/>
                  </a:lnTo>
                  <a:lnTo>
                    <a:pt x="1626754" y="2859021"/>
                  </a:lnTo>
                  <a:lnTo>
                    <a:pt x="1673358" y="2852048"/>
                  </a:lnTo>
                  <a:lnTo>
                    <a:pt x="1719460" y="2843594"/>
                  </a:lnTo>
                  <a:lnTo>
                    <a:pt x="1765037" y="2833684"/>
                  </a:lnTo>
                  <a:lnTo>
                    <a:pt x="1810063" y="2822343"/>
                  </a:lnTo>
                  <a:lnTo>
                    <a:pt x="1854512" y="2809597"/>
                  </a:lnTo>
                  <a:lnTo>
                    <a:pt x="1898361" y="2795471"/>
                  </a:lnTo>
                  <a:lnTo>
                    <a:pt x="1941583" y="2779990"/>
                  </a:lnTo>
                  <a:lnTo>
                    <a:pt x="1984153" y="2763179"/>
                  </a:lnTo>
                  <a:lnTo>
                    <a:pt x="2026047" y="2745063"/>
                  </a:lnTo>
                  <a:lnTo>
                    <a:pt x="2067239" y="2725667"/>
                  </a:lnTo>
                  <a:lnTo>
                    <a:pt x="2107705" y="2705016"/>
                  </a:lnTo>
                  <a:lnTo>
                    <a:pt x="2147418" y="2683137"/>
                  </a:lnTo>
                  <a:lnTo>
                    <a:pt x="2186354" y="2660052"/>
                  </a:lnTo>
                  <a:lnTo>
                    <a:pt x="2224488" y="2635789"/>
                  </a:lnTo>
                  <a:lnTo>
                    <a:pt x="2261795" y="2610371"/>
                  </a:lnTo>
                  <a:lnTo>
                    <a:pt x="2298249" y="2583825"/>
                  </a:lnTo>
                  <a:lnTo>
                    <a:pt x="2333825" y="2556174"/>
                  </a:lnTo>
                  <a:lnTo>
                    <a:pt x="2368499" y="2527445"/>
                  </a:lnTo>
                  <a:lnTo>
                    <a:pt x="2402244" y="2497662"/>
                  </a:lnTo>
                  <a:lnTo>
                    <a:pt x="2435037" y="2466851"/>
                  </a:lnTo>
                  <a:lnTo>
                    <a:pt x="2466851" y="2435037"/>
                  </a:lnTo>
                  <a:lnTo>
                    <a:pt x="2497662" y="2402244"/>
                  </a:lnTo>
                  <a:lnTo>
                    <a:pt x="2527445" y="2368499"/>
                  </a:lnTo>
                  <a:lnTo>
                    <a:pt x="2556174" y="2333825"/>
                  </a:lnTo>
                  <a:lnTo>
                    <a:pt x="2583825" y="2298249"/>
                  </a:lnTo>
                  <a:lnTo>
                    <a:pt x="2610371" y="2261795"/>
                  </a:lnTo>
                  <a:lnTo>
                    <a:pt x="2635789" y="2224488"/>
                  </a:lnTo>
                  <a:lnTo>
                    <a:pt x="2660052" y="2186354"/>
                  </a:lnTo>
                  <a:lnTo>
                    <a:pt x="2683137" y="2147418"/>
                  </a:lnTo>
                  <a:lnTo>
                    <a:pt x="2705016" y="2107705"/>
                  </a:lnTo>
                  <a:lnTo>
                    <a:pt x="2725667" y="2067239"/>
                  </a:lnTo>
                  <a:lnTo>
                    <a:pt x="2745063" y="2026047"/>
                  </a:lnTo>
                  <a:lnTo>
                    <a:pt x="2763179" y="1984153"/>
                  </a:lnTo>
                  <a:lnTo>
                    <a:pt x="2779990" y="1941583"/>
                  </a:lnTo>
                  <a:lnTo>
                    <a:pt x="2795471" y="1898361"/>
                  </a:lnTo>
                  <a:lnTo>
                    <a:pt x="2809597" y="1854512"/>
                  </a:lnTo>
                  <a:lnTo>
                    <a:pt x="2822343" y="1810063"/>
                  </a:lnTo>
                  <a:lnTo>
                    <a:pt x="2833684" y="1765037"/>
                  </a:lnTo>
                  <a:lnTo>
                    <a:pt x="2843594" y="1719460"/>
                  </a:lnTo>
                  <a:lnTo>
                    <a:pt x="2852048" y="1673358"/>
                  </a:lnTo>
                  <a:lnTo>
                    <a:pt x="2859021" y="1626754"/>
                  </a:lnTo>
                  <a:lnTo>
                    <a:pt x="2864489" y="1579676"/>
                  </a:lnTo>
                  <a:lnTo>
                    <a:pt x="2868425" y="1532146"/>
                  </a:lnTo>
                  <a:lnTo>
                    <a:pt x="2870806" y="1484192"/>
                  </a:lnTo>
                  <a:lnTo>
                    <a:pt x="2871605" y="1435837"/>
                  </a:lnTo>
                  <a:lnTo>
                    <a:pt x="2870806" y="1387478"/>
                  </a:lnTo>
                  <a:lnTo>
                    <a:pt x="2868425" y="1339520"/>
                  </a:lnTo>
                  <a:lnTo>
                    <a:pt x="2864489" y="1291986"/>
                  </a:lnTo>
                  <a:lnTo>
                    <a:pt x="2859021" y="1244904"/>
                  </a:lnTo>
                  <a:lnTo>
                    <a:pt x="2852048" y="1198297"/>
                  </a:lnTo>
                  <a:lnTo>
                    <a:pt x="2843594" y="1152191"/>
                  </a:lnTo>
                  <a:lnTo>
                    <a:pt x="2833684" y="1106611"/>
                  </a:lnTo>
                  <a:lnTo>
                    <a:pt x="2822343" y="1061583"/>
                  </a:lnTo>
                  <a:lnTo>
                    <a:pt x="2809597" y="1017130"/>
                  </a:lnTo>
                  <a:lnTo>
                    <a:pt x="2795471" y="973279"/>
                  </a:lnTo>
                  <a:lnTo>
                    <a:pt x="2779990" y="930054"/>
                  </a:lnTo>
                  <a:lnTo>
                    <a:pt x="2763179" y="887481"/>
                  </a:lnTo>
                  <a:lnTo>
                    <a:pt x="2745063" y="845585"/>
                  </a:lnTo>
                  <a:lnTo>
                    <a:pt x="2725667" y="804390"/>
                  </a:lnTo>
                  <a:lnTo>
                    <a:pt x="2705016" y="763923"/>
                  </a:lnTo>
                  <a:lnTo>
                    <a:pt x="2683137" y="724208"/>
                  </a:lnTo>
                  <a:lnTo>
                    <a:pt x="2660052" y="685270"/>
                  </a:lnTo>
                  <a:lnTo>
                    <a:pt x="2635789" y="647134"/>
                  </a:lnTo>
                  <a:lnTo>
                    <a:pt x="2610371" y="609826"/>
                  </a:lnTo>
                  <a:lnTo>
                    <a:pt x="2583825" y="573370"/>
                  </a:lnTo>
                  <a:lnTo>
                    <a:pt x="2556174" y="537792"/>
                  </a:lnTo>
                  <a:lnTo>
                    <a:pt x="2527445" y="503117"/>
                  </a:lnTo>
                  <a:lnTo>
                    <a:pt x="2497662" y="469370"/>
                  </a:lnTo>
                  <a:lnTo>
                    <a:pt x="2466851" y="436577"/>
                  </a:lnTo>
                  <a:lnTo>
                    <a:pt x="2435037" y="404761"/>
                  </a:lnTo>
                  <a:lnTo>
                    <a:pt x="2402244" y="373949"/>
                  </a:lnTo>
                  <a:lnTo>
                    <a:pt x="2368499" y="344166"/>
                  </a:lnTo>
                  <a:lnTo>
                    <a:pt x="2333825" y="315436"/>
                  </a:lnTo>
                  <a:lnTo>
                    <a:pt x="2298249" y="287785"/>
                  </a:lnTo>
                  <a:lnTo>
                    <a:pt x="2261795" y="261237"/>
                  </a:lnTo>
                  <a:lnTo>
                    <a:pt x="2224488" y="235819"/>
                  </a:lnTo>
                  <a:lnTo>
                    <a:pt x="2186354" y="211555"/>
                  </a:lnTo>
                  <a:lnTo>
                    <a:pt x="2147418" y="188470"/>
                  </a:lnTo>
                  <a:lnTo>
                    <a:pt x="2107705" y="166590"/>
                  </a:lnTo>
                  <a:lnTo>
                    <a:pt x="2067239" y="145939"/>
                  </a:lnTo>
                  <a:lnTo>
                    <a:pt x="2026047" y="126543"/>
                  </a:lnTo>
                  <a:lnTo>
                    <a:pt x="1984153" y="108426"/>
                  </a:lnTo>
                  <a:lnTo>
                    <a:pt x="1941583" y="91615"/>
                  </a:lnTo>
                  <a:lnTo>
                    <a:pt x="1898361" y="76134"/>
                  </a:lnTo>
                  <a:lnTo>
                    <a:pt x="1854512" y="62007"/>
                  </a:lnTo>
                  <a:lnTo>
                    <a:pt x="1810063" y="49261"/>
                  </a:lnTo>
                  <a:lnTo>
                    <a:pt x="1765037" y="37921"/>
                  </a:lnTo>
                  <a:lnTo>
                    <a:pt x="1719460" y="28011"/>
                  </a:lnTo>
                  <a:lnTo>
                    <a:pt x="1673358" y="19556"/>
                  </a:lnTo>
                  <a:lnTo>
                    <a:pt x="1626754" y="12583"/>
                  </a:lnTo>
                  <a:lnTo>
                    <a:pt x="1579676" y="7115"/>
                  </a:lnTo>
                  <a:lnTo>
                    <a:pt x="1532146" y="3179"/>
                  </a:lnTo>
                  <a:lnTo>
                    <a:pt x="1484192" y="799"/>
                  </a:lnTo>
                  <a:lnTo>
                    <a:pt x="1435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272500" y="3077463"/>
              <a:ext cx="2872105" cy="2872105"/>
            </a:xfrm>
            <a:custGeom>
              <a:avLst/>
              <a:gdLst/>
              <a:ahLst/>
              <a:cxnLst/>
              <a:rect l="l" t="t" r="r" b="b"/>
              <a:pathLst>
                <a:path w="2872104" h="2872104">
                  <a:moveTo>
                    <a:pt x="0" y="1435837"/>
                  </a:moveTo>
                  <a:lnTo>
                    <a:pt x="799" y="1387478"/>
                  </a:lnTo>
                  <a:lnTo>
                    <a:pt x="3179" y="1339520"/>
                  </a:lnTo>
                  <a:lnTo>
                    <a:pt x="7115" y="1291986"/>
                  </a:lnTo>
                  <a:lnTo>
                    <a:pt x="12583" y="1244904"/>
                  </a:lnTo>
                  <a:lnTo>
                    <a:pt x="19556" y="1198297"/>
                  </a:lnTo>
                  <a:lnTo>
                    <a:pt x="28011" y="1152191"/>
                  </a:lnTo>
                  <a:lnTo>
                    <a:pt x="37921" y="1106611"/>
                  </a:lnTo>
                  <a:lnTo>
                    <a:pt x="49261" y="1061583"/>
                  </a:lnTo>
                  <a:lnTo>
                    <a:pt x="62007" y="1017130"/>
                  </a:lnTo>
                  <a:lnTo>
                    <a:pt x="76134" y="973279"/>
                  </a:lnTo>
                  <a:lnTo>
                    <a:pt x="91615" y="930054"/>
                  </a:lnTo>
                  <a:lnTo>
                    <a:pt x="108426" y="887481"/>
                  </a:lnTo>
                  <a:lnTo>
                    <a:pt x="126543" y="845585"/>
                  </a:lnTo>
                  <a:lnTo>
                    <a:pt x="145939" y="804390"/>
                  </a:lnTo>
                  <a:lnTo>
                    <a:pt x="166590" y="763923"/>
                  </a:lnTo>
                  <a:lnTo>
                    <a:pt x="188470" y="724208"/>
                  </a:lnTo>
                  <a:lnTo>
                    <a:pt x="211555" y="685270"/>
                  </a:lnTo>
                  <a:lnTo>
                    <a:pt x="235819" y="647134"/>
                  </a:lnTo>
                  <a:lnTo>
                    <a:pt x="261237" y="609826"/>
                  </a:lnTo>
                  <a:lnTo>
                    <a:pt x="287785" y="573370"/>
                  </a:lnTo>
                  <a:lnTo>
                    <a:pt x="315436" y="537792"/>
                  </a:lnTo>
                  <a:lnTo>
                    <a:pt x="344166" y="503117"/>
                  </a:lnTo>
                  <a:lnTo>
                    <a:pt x="373949" y="469370"/>
                  </a:lnTo>
                  <a:lnTo>
                    <a:pt x="404761" y="436577"/>
                  </a:lnTo>
                  <a:lnTo>
                    <a:pt x="436577" y="404761"/>
                  </a:lnTo>
                  <a:lnTo>
                    <a:pt x="469370" y="373949"/>
                  </a:lnTo>
                  <a:lnTo>
                    <a:pt x="503117" y="344166"/>
                  </a:lnTo>
                  <a:lnTo>
                    <a:pt x="537792" y="315436"/>
                  </a:lnTo>
                  <a:lnTo>
                    <a:pt x="573370" y="287785"/>
                  </a:lnTo>
                  <a:lnTo>
                    <a:pt x="609826" y="261237"/>
                  </a:lnTo>
                  <a:lnTo>
                    <a:pt x="647134" y="235819"/>
                  </a:lnTo>
                  <a:lnTo>
                    <a:pt x="685270" y="211555"/>
                  </a:lnTo>
                  <a:lnTo>
                    <a:pt x="724208" y="188470"/>
                  </a:lnTo>
                  <a:lnTo>
                    <a:pt x="763923" y="166590"/>
                  </a:lnTo>
                  <a:lnTo>
                    <a:pt x="804390" y="145939"/>
                  </a:lnTo>
                  <a:lnTo>
                    <a:pt x="845585" y="126543"/>
                  </a:lnTo>
                  <a:lnTo>
                    <a:pt x="887481" y="108426"/>
                  </a:lnTo>
                  <a:lnTo>
                    <a:pt x="930054" y="91615"/>
                  </a:lnTo>
                  <a:lnTo>
                    <a:pt x="973279" y="76134"/>
                  </a:lnTo>
                  <a:lnTo>
                    <a:pt x="1017130" y="62007"/>
                  </a:lnTo>
                  <a:lnTo>
                    <a:pt x="1061583" y="49261"/>
                  </a:lnTo>
                  <a:lnTo>
                    <a:pt x="1106611" y="37921"/>
                  </a:lnTo>
                  <a:lnTo>
                    <a:pt x="1152191" y="28011"/>
                  </a:lnTo>
                  <a:lnTo>
                    <a:pt x="1198297" y="19556"/>
                  </a:lnTo>
                  <a:lnTo>
                    <a:pt x="1244904" y="12583"/>
                  </a:lnTo>
                  <a:lnTo>
                    <a:pt x="1291986" y="7115"/>
                  </a:lnTo>
                  <a:lnTo>
                    <a:pt x="1339520" y="3179"/>
                  </a:lnTo>
                  <a:lnTo>
                    <a:pt x="1387478" y="799"/>
                  </a:lnTo>
                  <a:lnTo>
                    <a:pt x="1435837" y="0"/>
                  </a:lnTo>
                  <a:lnTo>
                    <a:pt x="1484192" y="799"/>
                  </a:lnTo>
                  <a:lnTo>
                    <a:pt x="1532146" y="3179"/>
                  </a:lnTo>
                  <a:lnTo>
                    <a:pt x="1579676" y="7115"/>
                  </a:lnTo>
                  <a:lnTo>
                    <a:pt x="1626754" y="12583"/>
                  </a:lnTo>
                  <a:lnTo>
                    <a:pt x="1673358" y="19556"/>
                  </a:lnTo>
                  <a:lnTo>
                    <a:pt x="1719460" y="28011"/>
                  </a:lnTo>
                  <a:lnTo>
                    <a:pt x="1765037" y="37921"/>
                  </a:lnTo>
                  <a:lnTo>
                    <a:pt x="1810063" y="49261"/>
                  </a:lnTo>
                  <a:lnTo>
                    <a:pt x="1854512" y="62007"/>
                  </a:lnTo>
                  <a:lnTo>
                    <a:pt x="1898361" y="76134"/>
                  </a:lnTo>
                  <a:lnTo>
                    <a:pt x="1941583" y="91615"/>
                  </a:lnTo>
                  <a:lnTo>
                    <a:pt x="1984153" y="108426"/>
                  </a:lnTo>
                  <a:lnTo>
                    <a:pt x="2026047" y="126543"/>
                  </a:lnTo>
                  <a:lnTo>
                    <a:pt x="2067239" y="145939"/>
                  </a:lnTo>
                  <a:lnTo>
                    <a:pt x="2107705" y="166590"/>
                  </a:lnTo>
                  <a:lnTo>
                    <a:pt x="2147418" y="188470"/>
                  </a:lnTo>
                  <a:lnTo>
                    <a:pt x="2186354" y="211555"/>
                  </a:lnTo>
                  <a:lnTo>
                    <a:pt x="2224488" y="235819"/>
                  </a:lnTo>
                  <a:lnTo>
                    <a:pt x="2261795" y="261237"/>
                  </a:lnTo>
                  <a:lnTo>
                    <a:pt x="2298249" y="287785"/>
                  </a:lnTo>
                  <a:lnTo>
                    <a:pt x="2333825" y="315436"/>
                  </a:lnTo>
                  <a:lnTo>
                    <a:pt x="2368499" y="344166"/>
                  </a:lnTo>
                  <a:lnTo>
                    <a:pt x="2402244" y="373949"/>
                  </a:lnTo>
                  <a:lnTo>
                    <a:pt x="2435037" y="404761"/>
                  </a:lnTo>
                  <a:lnTo>
                    <a:pt x="2466851" y="436577"/>
                  </a:lnTo>
                  <a:lnTo>
                    <a:pt x="2497662" y="469370"/>
                  </a:lnTo>
                  <a:lnTo>
                    <a:pt x="2527445" y="503117"/>
                  </a:lnTo>
                  <a:lnTo>
                    <a:pt x="2556174" y="537792"/>
                  </a:lnTo>
                  <a:lnTo>
                    <a:pt x="2583825" y="573370"/>
                  </a:lnTo>
                  <a:lnTo>
                    <a:pt x="2610371" y="609826"/>
                  </a:lnTo>
                  <a:lnTo>
                    <a:pt x="2635789" y="647134"/>
                  </a:lnTo>
                  <a:lnTo>
                    <a:pt x="2660052" y="685270"/>
                  </a:lnTo>
                  <a:lnTo>
                    <a:pt x="2683137" y="724208"/>
                  </a:lnTo>
                  <a:lnTo>
                    <a:pt x="2705016" y="763923"/>
                  </a:lnTo>
                  <a:lnTo>
                    <a:pt x="2725667" y="804390"/>
                  </a:lnTo>
                  <a:lnTo>
                    <a:pt x="2745063" y="845585"/>
                  </a:lnTo>
                  <a:lnTo>
                    <a:pt x="2763179" y="887481"/>
                  </a:lnTo>
                  <a:lnTo>
                    <a:pt x="2779990" y="930054"/>
                  </a:lnTo>
                  <a:lnTo>
                    <a:pt x="2795471" y="973279"/>
                  </a:lnTo>
                  <a:lnTo>
                    <a:pt x="2809597" y="1017130"/>
                  </a:lnTo>
                  <a:lnTo>
                    <a:pt x="2822343" y="1061583"/>
                  </a:lnTo>
                  <a:lnTo>
                    <a:pt x="2833684" y="1106611"/>
                  </a:lnTo>
                  <a:lnTo>
                    <a:pt x="2843594" y="1152191"/>
                  </a:lnTo>
                  <a:lnTo>
                    <a:pt x="2852048" y="1198297"/>
                  </a:lnTo>
                  <a:lnTo>
                    <a:pt x="2859021" y="1244904"/>
                  </a:lnTo>
                  <a:lnTo>
                    <a:pt x="2864489" y="1291986"/>
                  </a:lnTo>
                  <a:lnTo>
                    <a:pt x="2868425" y="1339520"/>
                  </a:lnTo>
                  <a:lnTo>
                    <a:pt x="2870806" y="1387478"/>
                  </a:lnTo>
                  <a:lnTo>
                    <a:pt x="2871605" y="1435837"/>
                  </a:lnTo>
                  <a:lnTo>
                    <a:pt x="2870806" y="1484192"/>
                  </a:lnTo>
                  <a:lnTo>
                    <a:pt x="2868425" y="1532146"/>
                  </a:lnTo>
                  <a:lnTo>
                    <a:pt x="2864489" y="1579676"/>
                  </a:lnTo>
                  <a:lnTo>
                    <a:pt x="2859021" y="1626754"/>
                  </a:lnTo>
                  <a:lnTo>
                    <a:pt x="2852048" y="1673358"/>
                  </a:lnTo>
                  <a:lnTo>
                    <a:pt x="2843594" y="1719460"/>
                  </a:lnTo>
                  <a:lnTo>
                    <a:pt x="2833684" y="1765037"/>
                  </a:lnTo>
                  <a:lnTo>
                    <a:pt x="2822343" y="1810063"/>
                  </a:lnTo>
                  <a:lnTo>
                    <a:pt x="2809597" y="1854512"/>
                  </a:lnTo>
                  <a:lnTo>
                    <a:pt x="2795471" y="1898361"/>
                  </a:lnTo>
                  <a:lnTo>
                    <a:pt x="2779990" y="1941583"/>
                  </a:lnTo>
                  <a:lnTo>
                    <a:pt x="2763179" y="1984153"/>
                  </a:lnTo>
                  <a:lnTo>
                    <a:pt x="2745063" y="2026047"/>
                  </a:lnTo>
                  <a:lnTo>
                    <a:pt x="2725667" y="2067239"/>
                  </a:lnTo>
                  <a:lnTo>
                    <a:pt x="2705016" y="2107705"/>
                  </a:lnTo>
                  <a:lnTo>
                    <a:pt x="2683137" y="2147418"/>
                  </a:lnTo>
                  <a:lnTo>
                    <a:pt x="2660052" y="2186354"/>
                  </a:lnTo>
                  <a:lnTo>
                    <a:pt x="2635789" y="2224488"/>
                  </a:lnTo>
                  <a:lnTo>
                    <a:pt x="2610371" y="2261795"/>
                  </a:lnTo>
                  <a:lnTo>
                    <a:pt x="2583825" y="2298249"/>
                  </a:lnTo>
                  <a:lnTo>
                    <a:pt x="2556174" y="2333825"/>
                  </a:lnTo>
                  <a:lnTo>
                    <a:pt x="2527445" y="2368499"/>
                  </a:lnTo>
                  <a:lnTo>
                    <a:pt x="2497662" y="2402244"/>
                  </a:lnTo>
                  <a:lnTo>
                    <a:pt x="2466851" y="2435037"/>
                  </a:lnTo>
                  <a:lnTo>
                    <a:pt x="2435037" y="2466851"/>
                  </a:lnTo>
                  <a:lnTo>
                    <a:pt x="2402244" y="2497662"/>
                  </a:lnTo>
                  <a:lnTo>
                    <a:pt x="2368499" y="2527445"/>
                  </a:lnTo>
                  <a:lnTo>
                    <a:pt x="2333825" y="2556174"/>
                  </a:lnTo>
                  <a:lnTo>
                    <a:pt x="2298249" y="2583825"/>
                  </a:lnTo>
                  <a:lnTo>
                    <a:pt x="2261795" y="2610371"/>
                  </a:lnTo>
                  <a:lnTo>
                    <a:pt x="2224488" y="2635789"/>
                  </a:lnTo>
                  <a:lnTo>
                    <a:pt x="2186354" y="2660052"/>
                  </a:lnTo>
                  <a:lnTo>
                    <a:pt x="2147418" y="2683137"/>
                  </a:lnTo>
                  <a:lnTo>
                    <a:pt x="2107705" y="2705016"/>
                  </a:lnTo>
                  <a:lnTo>
                    <a:pt x="2067239" y="2725667"/>
                  </a:lnTo>
                  <a:lnTo>
                    <a:pt x="2026047" y="2745063"/>
                  </a:lnTo>
                  <a:lnTo>
                    <a:pt x="1984153" y="2763179"/>
                  </a:lnTo>
                  <a:lnTo>
                    <a:pt x="1941583" y="2779990"/>
                  </a:lnTo>
                  <a:lnTo>
                    <a:pt x="1898361" y="2795471"/>
                  </a:lnTo>
                  <a:lnTo>
                    <a:pt x="1854512" y="2809597"/>
                  </a:lnTo>
                  <a:lnTo>
                    <a:pt x="1810063" y="2822343"/>
                  </a:lnTo>
                  <a:lnTo>
                    <a:pt x="1765037" y="2833684"/>
                  </a:lnTo>
                  <a:lnTo>
                    <a:pt x="1719460" y="2843594"/>
                  </a:lnTo>
                  <a:lnTo>
                    <a:pt x="1673358" y="2852048"/>
                  </a:lnTo>
                  <a:lnTo>
                    <a:pt x="1626754" y="2859021"/>
                  </a:lnTo>
                  <a:lnTo>
                    <a:pt x="1579676" y="2864489"/>
                  </a:lnTo>
                  <a:lnTo>
                    <a:pt x="1532146" y="2868425"/>
                  </a:lnTo>
                  <a:lnTo>
                    <a:pt x="1484192" y="2870806"/>
                  </a:lnTo>
                  <a:lnTo>
                    <a:pt x="1435837" y="2871605"/>
                  </a:lnTo>
                  <a:lnTo>
                    <a:pt x="1387478" y="2870806"/>
                  </a:lnTo>
                  <a:lnTo>
                    <a:pt x="1339520" y="2868425"/>
                  </a:lnTo>
                  <a:lnTo>
                    <a:pt x="1291986" y="2864489"/>
                  </a:lnTo>
                  <a:lnTo>
                    <a:pt x="1244904" y="2859021"/>
                  </a:lnTo>
                  <a:lnTo>
                    <a:pt x="1198297" y="2852048"/>
                  </a:lnTo>
                  <a:lnTo>
                    <a:pt x="1152191" y="2843594"/>
                  </a:lnTo>
                  <a:lnTo>
                    <a:pt x="1106611" y="2833684"/>
                  </a:lnTo>
                  <a:lnTo>
                    <a:pt x="1061583" y="2822343"/>
                  </a:lnTo>
                  <a:lnTo>
                    <a:pt x="1017130" y="2809597"/>
                  </a:lnTo>
                  <a:lnTo>
                    <a:pt x="973279" y="2795471"/>
                  </a:lnTo>
                  <a:lnTo>
                    <a:pt x="930054" y="2779990"/>
                  </a:lnTo>
                  <a:lnTo>
                    <a:pt x="887481" y="2763179"/>
                  </a:lnTo>
                  <a:lnTo>
                    <a:pt x="845585" y="2745063"/>
                  </a:lnTo>
                  <a:lnTo>
                    <a:pt x="804390" y="2725667"/>
                  </a:lnTo>
                  <a:lnTo>
                    <a:pt x="763923" y="2705016"/>
                  </a:lnTo>
                  <a:lnTo>
                    <a:pt x="724208" y="2683137"/>
                  </a:lnTo>
                  <a:lnTo>
                    <a:pt x="685270" y="2660052"/>
                  </a:lnTo>
                  <a:lnTo>
                    <a:pt x="647134" y="2635789"/>
                  </a:lnTo>
                  <a:lnTo>
                    <a:pt x="609826" y="2610371"/>
                  </a:lnTo>
                  <a:lnTo>
                    <a:pt x="573370" y="2583825"/>
                  </a:lnTo>
                  <a:lnTo>
                    <a:pt x="537792" y="2556174"/>
                  </a:lnTo>
                  <a:lnTo>
                    <a:pt x="503117" y="2527445"/>
                  </a:lnTo>
                  <a:lnTo>
                    <a:pt x="469370" y="2497662"/>
                  </a:lnTo>
                  <a:lnTo>
                    <a:pt x="436577" y="2466851"/>
                  </a:lnTo>
                  <a:lnTo>
                    <a:pt x="404761" y="2435037"/>
                  </a:lnTo>
                  <a:lnTo>
                    <a:pt x="373949" y="2402244"/>
                  </a:lnTo>
                  <a:lnTo>
                    <a:pt x="344166" y="2368499"/>
                  </a:lnTo>
                  <a:lnTo>
                    <a:pt x="315436" y="2333825"/>
                  </a:lnTo>
                  <a:lnTo>
                    <a:pt x="287785" y="2298249"/>
                  </a:lnTo>
                  <a:lnTo>
                    <a:pt x="261237" y="2261795"/>
                  </a:lnTo>
                  <a:lnTo>
                    <a:pt x="235819" y="2224488"/>
                  </a:lnTo>
                  <a:lnTo>
                    <a:pt x="211555" y="2186354"/>
                  </a:lnTo>
                  <a:lnTo>
                    <a:pt x="188470" y="2147418"/>
                  </a:lnTo>
                  <a:lnTo>
                    <a:pt x="166590" y="2107705"/>
                  </a:lnTo>
                  <a:lnTo>
                    <a:pt x="145939" y="2067239"/>
                  </a:lnTo>
                  <a:lnTo>
                    <a:pt x="126543" y="2026047"/>
                  </a:lnTo>
                  <a:lnTo>
                    <a:pt x="108426" y="1984153"/>
                  </a:lnTo>
                  <a:lnTo>
                    <a:pt x="91615" y="1941583"/>
                  </a:lnTo>
                  <a:lnTo>
                    <a:pt x="76134" y="1898361"/>
                  </a:lnTo>
                  <a:lnTo>
                    <a:pt x="62007" y="1854512"/>
                  </a:lnTo>
                  <a:lnTo>
                    <a:pt x="49261" y="1810063"/>
                  </a:lnTo>
                  <a:lnTo>
                    <a:pt x="37921" y="1765037"/>
                  </a:lnTo>
                  <a:lnTo>
                    <a:pt x="28011" y="1719460"/>
                  </a:lnTo>
                  <a:lnTo>
                    <a:pt x="19556" y="1673358"/>
                  </a:lnTo>
                  <a:lnTo>
                    <a:pt x="12583" y="1626754"/>
                  </a:lnTo>
                  <a:lnTo>
                    <a:pt x="7115" y="1579676"/>
                  </a:lnTo>
                  <a:lnTo>
                    <a:pt x="3179" y="1532146"/>
                  </a:lnTo>
                  <a:lnTo>
                    <a:pt x="799" y="1484192"/>
                  </a:lnTo>
                  <a:lnTo>
                    <a:pt x="0" y="1435837"/>
                  </a:lnTo>
                  <a:close/>
                </a:path>
              </a:pathLst>
            </a:custGeom>
            <a:ln w="13961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708337" y="6811241"/>
              <a:ext cx="12798425" cy="2297430"/>
            </a:xfrm>
            <a:custGeom>
              <a:avLst/>
              <a:gdLst/>
              <a:ahLst/>
              <a:cxnLst/>
              <a:rect l="l" t="t" r="r" b="b"/>
              <a:pathLst>
                <a:path w="12798425" h="2297429">
                  <a:moveTo>
                    <a:pt x="12797864" y="0"/>
                  </a:moveTo>
                  <a:lnTo>
                    <a:pt x="0" y="0"/>
                  </a:lnTo>
                  <a:lnTo>
                    <a:pt x="0" y="2297312"/>
                  </a:lnTo>
                  <a:lnTo>
                    <a:pt x="12797864" y="2297312"/>
                  </a:lnTo>
                  <a:lnTo>
                    <a:pt x="12797864" y="0"/>
                  </a:lnTo>
                  <a:close/>
                </a:path>
              </a:pathLst>
            </a:custGeom>
            <a:solidFill>
              <a:srgbClr val="9BBA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708337" y="6811241"/>
              <a:ext cx="12798425" cy="2297430"/>
            </a:xfrm>
            <a:custGeom>
              <a:avLst/>
              <a:gdLst/>
              <a:ahLst/>
              <a:cxnLst/>
              <a:rect l="l" t="t" r="r" b="b"/>
              <a:pathLst>
                <a:path w="12798425" h="2297429">
                  <a:moveTo>
                    <a:pt x="0" y="2297312"/>
                  </a:moveTo>
                  <a:lnTo>
                    <a:pt x="12797864" y="2297312"/>
                  </a:lnTo>
                  <a:lnTo>
                    <a:pt x="12797864" y="0"/>
                  </a:lnTo>
                  <a:lnTo>
                    <a:pt x="0" y="0"/>
                  </a:lnTo>
                  <a:lnTo>
                    <a:pt x="0" y="2297312"/>
                  </a:lnTo>
                  <a:close/>
                </a:path>
              </a:pathLst>
            </a:custGeom>
            <a:ln w="1396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6519317" y="7645775"/>
            <a:ext cx="3915410" cy="5702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550" spc="-819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sz="3550" spc="-980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3550" spc="-1080" dirty="0">
                <a:solidFill>
                  <a:srgbClr val="FFFFFF"/>
                </a:solidFill>
                <a:latin typeface="Tahoma"/>
                <a:cs typeface="Tahoma"/>
              </a:rPr>
              <a:t>Ư</a:t>
            </a:r>
            <a:r>
              <a:rPr sz="3550" spc="-800" dirty="0">
                <a:solidFill>
                  <a:srgbClr val="FFFFFF"/>
                </a:solidFill>
                <a:latin typeface="Tahoma"/>
                <a:cs typeface="Tahoma"/>
              </a:rPr>
              <a:t>Ơ</a:t>
            </a:r>
            <a:r>
              <a:rPr sz="3550" spc="-955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3550" spc="-110" dirty="0">
                <a:solidFill>
                  <a:srgbClr val="FFFFFF"/>
                </a:solidFill>
                <a:latin typeface="Tahoma"/>
                <a:cs typeface="Tahoma"/>
              </a:rPr>
              <a:t>G</a:t>
            </a:r>
            <a:r>
              <a:rPr sz="3550" spc="-53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sz="3550" spc="-85" dirty="0">
                <a:solidFill>
                  <a:srgbClr val="FFFFFF"/>
                </a:solidFill>
                <a:latin typeface="Tahoma"/>
                <a:cs typeface="Tahoma"/>
              </a:rPr>
              <a:t>:</a:t>
            </a:r>
            <a:r>
              <a:rPr sz="3550" spc="-5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550" spc="-790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3550" spc="-535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3550" spc="-819" dirty="0">
                <a:solidFill>
                  <a:srgbClr val="FFFFFF"/>
                </a:solidFill>
                <a:latin typeface="Tahoma"/>
                <a:cs typeface="Tahoma"/>
              </a:rPr>
              <a:t>M</a:t>
            </a:r>
            <a:r>
              <a:rPr sz="3550" spc="-40" dirty="0">
                <a:solidFill>
                  <a:srgbClr val="FFFFFF"/>
                </a:solidFill>
                <a:latin typeface="Tahoma"/>
                <a:cs typeface="Tahoma"/>
              </a:rPr>
              <a:t>L</a:t>
            </a:r>
            <a:r>
              <a:rPr sz="3550" spc="155" dirty="0">
                <a:solidFill>
                  <a:srgbClr val="FFFFFF"/>
                </a:solidFill>
                <a:latin typeface="Tahoma"/>
                <a:cs typeface="Tahoma"/>
              </a:rPr>
              <a:t>&amp;</a:t>
            </a:r>
            <a:r>
              <a:rPr sz="3550" spc="-790" dirty="0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sz="3550" spc="-545" dirty="0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sz="3550" spc="-819" dirty="0">
                <a:solidFill>
                  <a:srgbClr val="FFFFFF"/>
                </a:solidFill>
                <a:latin typeface="Tahoma"/>
                <a:cs typeface="Tahoma"/>
              </a:rPr>
              <a:t>M</a:t>
            </a:r>
            <a:r>
              <a:rPr sz="3550" spc="-655" dirty="0">
                <a:solidFill>
                  <a:srgbClr val="FFFFFF"/>
                </a:solidFill>
                <a:latin typeface="Tahoma"/>
                <a:cs typeface="Tahoma"/>
              </a:rPr>
              <a:t>L</a:t>
            </a:r>
            <a:r>
              <a:rPr sz="3550" spc="-20" dirty="0">
                <a:solidFill>
                  <a:srgbClr val="FFFFFF"/>
                </a:solidFill>
                <a:latin typeface="Tahoma"/>
                <a:cs typeface="Tahoma"/>
              </a:rPr>
              <a:t>5</a:t>
            </a:r>
            <a:endParaRPr sz="355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265520" y="6517078"/>
            <a:ext cx="2886075" cy="2886075"/>
            <a:chOff x="3265520" y="6517078"/>
            <a:chExt cx="2886075" cy="2886075"/>
          </a:xfrm>
        </p:grpSpPr>
        <p:sp>
          <p:nvSpPr>
            <p:cNvPr id="18" name="object 18"/>
            <p:cNvSpPr/>
            <p:nvPr/>
          </p:nvSpPr>
          <p:spPr>
            <a:xfrm>
              <a:off x="3272500" y="6524059"/>
              <a:ext cx="2872105" cy="2872105"/>
            </a:xfrm>
            <a:custGeom>
              <a:avLst/>
              <a:gdLst/>
              <a:ahLst/>
              <a:cxnLst/>
              <a:rect l="l" t="t" r="r" b="b"/>
              <a:pathLst>
                <a:path w="2872104" h="2872104">
                  <a:moveTo>
                    <a:pt x="1435837" y="0"/>
                  </a:moveTo>
                  <a:lnTo>
                    <a:pt x="1387478" y="799"/>
                  </a:lnTo>
                  <a:lnTo>
                    <a:pt x="1339520" y="3179"/>
                  </a:lnTo>
                  <a:lnTo>
                    <a:pt x="1291986" y="7115"/>
                  </a:lnTo>
                  <a:lnTo>
                    <a:pt x="1244904" y="12583"/>
                  </a:lnTo>
                  <a:lnTo>
                    <a:pt x="1198297" y="19556"/>
                  </a:lnTo>
                  <a:lnTo>
                    <a:pt x="1152191" y="28011"/>
                  </a:lnTo>
                  <a:lnTo>
                    <a:pt x="1106611" y="37921"/>
                  </a:lnTo>
                  <a:lnTo>
                    <a:pt x="1061583" y="49261"/>
                  </a:lnTo>
                  <a:lnTo>
                    <a:pt x="1017130" y="62007"/>
                  </a:lnTo>
                  <a:lnTo>
                    <a:pt x="973279" y="76134"/>
                  </a:lnTo>
                  <a:lnTo>
                    <a:pt x="930054" y="91615"/>
                  </a:lnTo>
                  <a:lnTo>
                    <a:pt x="887481" y="108426"/>
                  </a:lnTo>
                  <a:lnTo>
                    <a:pt x="845585" y="126543"/>
                  </a:lnTo>
                  <a:lnTo>
                    <a:pt x="804390" y="145939"/>
                  </a:lnTo>
                  <a:lnTo>
                    <a:pt x="763923" y="166590"/>
                  </a:lnTo>
                  <a:lnTo>
                    <a:pt x="724208" y="188470"/>
                  </a:lnTo>
                  <a:lnTo>
                    <a:pt x="685270" y="211555"/>
                  </a:lnTo>
                  <a:lnTo>
                    <a:pt x="647134" y="235819"/>
                  </a:lnTo>
                  <a:lnTo>
                    <a:pt x="609826" y="261237"/>
                  </a:lnTo>
                  <a:lnTo>
                    <a:pt x="573370" y="287785"/>
                  </a:lnTo>
                  <a:lnTo>
                    <a:pt x="537792" y="315436"/>
                  </a:lnTo>
                  <a:lnTo>
                    <a:pt x="503117" y="344166"/>
                  </a:lnTo>
                  <a:lnTo>
                    <a:pt x="469370" y="373949"/>
                  </a:lnTo>
                  <a:lnTo>
                    <a:pt x="436577" y="404761"/>
                  </a:lnTo>
                  <a:lnTo>
                    <a:pt x="404761" y="436577"/>
                  </a:lnTo>
                  <a:lnTo>
                    <a:pt x="373949" y="469370"/>
                  </a:lnTo>
                  <a:lnTo>
                    <a:pt x="344166" y="503117"/>
                  </a:lnTo>
                  <a:lnTo>
                    <a:pt x="315436" y="537792"/>
                  </a:lnTo>
                  <a:lnTo>
                    <a:pt x="287785" y="573370"/>
                  </a:lnTo>
                  <a:lnTo>
                    <a:pt x="261237" y="609826"/>
                  </a:lnTo>
                  <a:lnTo>
                    <a:pt x="235819" y="647134"/>
                  </a:lnTo>
                  <a:lnTo>
                    <a:pt x="211555" y="685270"/>
                  </a:lnTo>
                  <a:lnTo>
                    <a:pt x="188470" y="724208"/>
                  </a:lnTo>
                  <a:lnTo>
                    <a:pt x="166590" y="763923"/>
                  </a:lnTo>
                  <a:lnTo>
                    <a:pt x="145939" y="804390"/>
                  </a:lnTo>
                  <a:lnTo>
                    <a:pt x="126543" y="845585"/>
                  </a:lnTo>
                  <a:lnTo>
                    <a:pt x="108426" y="887481"/>
                  </a:lnTo>
                  <a:lnTo>
                    <a:pt x="91615" y="930054"/>
                  </a:lnTo>
                  <a:lnTo>
                    <a:pt x="76134" y="973279"/>
                  </a:lnTo>
                  <a:lnTo>
                    <a:pt x="62007" y="1017130"/>
                  </a:lnTo>
                  <a:lnTo>
                    <a:pt x="49261" y="1061583"/>
                  </a:lnTo>
                  <a:lnTo>
                    <a:pt x="37921" y="1106611"/>
                  </a:lnTo>
                  <a:lnTo>
                    <a:pt x="28011" y="1152191"/>
                  </a:lnTo>
                  <a:lnTo>
                    <a:pt x="19556" y="1198297"/>
                  </a:lnTo>
                  <a:lnTo>
                    <a:pt x="12583" y="1244904"/>
                  </a:lnTo>
                  <a:lnTo>
                    <a:pt x="7115" y="1291986"/>
                  </a:lnTo>
                  <a:lnTo>
                    <a:pt x="3179" y="1339520"/>
                  </a:lnTo>
                  <a:lnTo>
                    <a:pt x="799" y="1387478"/>
                  </a:lnTo>
                  <a:lnTo>
                    <a:pt x="0" y="1435837"/>
                  </a:lnTo>
                  <a:lnTo>
                    <a:pt x="799" y="1484192"/>
                  </a:lnTo>
                  <a:lnTo>
                    <a:pt x="3179" y="1532146"/>
                  </a:lnTo>
                  <a:lnTo>
                    <a:pt x="7115" y="1579676"/>
                  </a:lnTo>
                  <a:lnTo>
                    <a:pt x="12583" y="1626754"/>
                  </a:lnTo>
                  <a:lnTo>
                    <a:pt x="19556" y="1673358"/>
                  </a:lnTo>
                  <a:lnTo>
                    <a:pt x="28011" y="1719460"/>
                  </a:lnTo>
                  <a:lnTo>
                    <a:pt x="37921" y="1765037"/>
                  </a:lnTo>
                  <a:lnTo>
                    <a:pt x="49261" y="1810063"/>
                  </a:lnTo>
                  <a:lnTo>
                    <a:pt x="62007" y="1854512"/>
                  </a:lnTo>
                  <a:lnTo>
                    <a:pt x="76134" y="1898361"/>
                  </a:lnTo>
                  <a:lnTo>
                    <a:pt x="91615" y="1941583"/>
                  </a:lnTo>
                  <a:lnTo>
                    <a:pt x="108426" y="1984153"/>
                  </a:lnTo>
                  <a:lnTo>
                    <a:pt x="126543" y="2026047"/>
                  </a:lnTo>
                  <a:lnTo>
                    <a:pt x="145939" y="2067239"/>
                  </a:lnTo>
                  <a:lnTo>
                    <a:pt x="166590" y="2107705"/>
                  </a:lnTo>
                  <a:lnTo>
                    <a:pt x="188470" y="2147418"/>
                  </a:lnTo>
                  <a:lnTo>
                    <a:pt x="211555" y="2186354"/>
                  </a:lnTo>
                  <a:lnTo>
                    <a:pt x="235819" y="2224488"/>
                  </a:lnTo>
                  <a:lnTo>
                    <a:pt x="261237" y="2261795"/>
                  </a:lnTo>
                  <a:lnTo>
                    <a:pt x="287785" y="2298249"/>
                  </a:lnTo>
                  <a:lnTo>
                    <a:pt x="315436" y="2333825"/>
                  </a:lnTo>
                  <a:lnTo>
                    <a:pt x="344166" y="2368499"/>
                  </a:lnTo>
                  <a:lnTo>
                    <a:pt x="373949" y="2402244"/>
                  </a:lnTo>
                  <a:lnTo>
                    <a:pt x="404761" y="2435037"/>
                  </a:lnTo>
                  <a:lnTo>
                    <a:pt x="436577" y="2466851"/>
                  </a:lnTo>
                  <a:lnTo>
                    <a:pt x="469370" y="2497662"/>
                  </a:lnTo>
                  <a:lnTo>
                    <a:pt x="503117" y="2527445"/>
                  </a:lnTo>
                  <a:lnTo>
                    <a:pt x="537792" y="2556174"/>
                  </a:lnTo>
                  <a:lnTo>
                    <a:pt x="573370" y="2583825"/>
                  </a:lnTo>
                  <a:lnTo>
                    <a:pt x="609826" y="2610371"/>
                  </a:lnTo>
                  <a:lnTo>
                    <a:pt x="647134" y="2635789"/>
                  </a:lnTo>
                  <a:lnTo>
                    <a:pt x="685270" y="2660052"/>
                  </a:lnTo>
                  <a:lnTo>
                    <a:pt x="724208" y="2683137"/>
                  </a:lnTo>
                  <a:lnTo>
                    <a:pt x="763923" y="2705016"/>
                  </a:lnTo>
                  <a:lnTo>
                    <a:pt x="804390" y="2725667"/>
                  </a:lnTo>
                  <a:lnTo>
                    <a:pt x="845585" y="2745063"/>
                  </a:lnTo>
                  <a:lnTo>
                    <a:pt x="887481" y="2763179"/>
                  </a:lnTo>
                  <a:lnTo>
                    <a:pt x="930054" y="2779990"/>
                  </a:lnTo>
                  <a:lnTo>
                    <a:pt x="973279" y="2795471"/>
                  </a:lnTo>
                  <a:lnTo>
                    <a:pt x="1017130" y="2809597"/>
                  </a:lnTo>
                  <a:lnTo>
                    <a:pt x="1061583" y="2822343"/>
                  </a:lnTo>
                  <a:lnTo>
                    <a:pt x="1106611" y="2833684"/>
                  </a:lnTo>
                  <a:lnTo>
                    <a:pt x="1152191" y="2843594"/>
                  </a:lnTo>
                  <a:lnTo>
                    <a:pt x="1198297" y="2852048"/>
                  </a:lnTo>
                  <a:lnTo>
                    <a:pt x="1244904" y="2859021"/>
                  </a:lnTo>
                  <a:lnTo>
                    <a:pt x="1291986" y="2864489"/>
                  </a:lnTo>
                  <a:lnTo>
                    <a:pt x="1339520" y="2868425"/>
                  </a:lnTo>
                  <a:lnTo>
                    <a:pt x="1387478" y="2870806"/>
                  </a:lnTo>
                  <a:lnTo>
                    <a:pt x="1435837" y="2871605"/>
                  </a:lnTo>
                  <a:lnTo>
                    <a:pt x="1484192" y="2870806"/>
                  </a:lnTo>
                  <a:lnTo>
                    <a:pt x="1532146" y="2868425"/>
                  </a:lnTo>
                  <a:lnTo>
                    <a:pt x="1579676" y="2864489"/>
                  </a:lnTo>
                  <a:lnTo>
                    <a:pt x="1626754" y="2859021"/>
                  </a:lnTo>
                  <a:lnTo>
                    <a:pt x="1673358" y="2852048"/>
                  </a:lnTo>
                  <a:lnTo>
                    <a:pt x="1719460" y="2843594"/>
                  </a:lnTo>
                  <a:lnTo>
                    <a:pt x="1765037" y="2833684"/>
                  </a:lnTo>
                  <a:lnTo>
                    <a:pt x="1810063" y="2822343"/>
                  </a:lnTo>
                  <a:lnTo>
                    <a:pt x="1854512" y="2809597"/>
                  </a:lnTo>
                  <a:lnTo>
                    <a:pt x="1898361" y="2795471"/>
                  </a:lnTo>
                  <a:lnTo>
                    <a:pt x="1941583" y="2779990"/>
                  </a:lnTo>
                  <a:lnTo>
                    <a:pt x="1984153" y="2763179"/>
                  </a:lnTo>
                  <a:lnTo>
                    <a:pt x="2026047" y="2745063"/>
                  </a:lnTo>
                  <a:lnTo>
                    <a:pt x="2067239" y="2725667"/>
                  </a:lnTo>
                  <a:lnTo>
                    <a:pt x="2107705" y="2705016"/>
                  </a:lnTo>
                  <a:lnTo>
                    <a:pt x="2147418" y="2683137"/>
                  </a:lnTo>
                  <a:lnTo>
                    <a:pt x="2186354" y="2660052"/>
                  </a:lnTo>
                  <a:lnTo>
                    <a:pt x="2224488" y="2635789"/>
                  </a:lnTo>
                  <a:lnTo>
                    <a:pt x="2261795" y="2610371"/>
                  </a:lnTo>
                  <a:lnTo>
                    <a:pt x="2298249" y="2583825"/>
                  </a:lnTo>
                  <a:lnTo>
                    <a:pt x="2333825" y="2556174"/>
                  </a:lnTo>
                  <a:lnTo>
                    <a:pt x="2368499" y="2527445"/>
                  </a:lnTo>
                  <a:lnTo>
                    <a:pt x="2402244" y="2497662"/>
                  </a:lnTo>
                  <a:lnTo>
                    <a:pt x="2435037" y="2466851"/>
                  </a:lnTo>
                  <a:lnTo>
                    <a:pt x="2466851" y="2435037"/>
                  </a:lnTo>
                  <a:lnTo>
                    <a:pt x="2497662" y="2402244"/>
                  </a:lnTo>
                  <a:lnTo>
                    <a:pt x="2527445" y="2368499"/>
                  </a:lnTo>
                  <a:lnTo>
                    <a:pt x="2556174" y="2333825"/>
                  </a:lnTo>
                  <a:lnTo>
                    <a:pt x="2583825" y="2298249"/>
                  </a:lnTo>
                  <a:lnTo>
                    <a:pt x="2610371" y="2261795"/>
                  </a:lnTo>
                  <a:lnTo>
                    <a:pt x="2635789" y="2224488"/>
                  </a:lnTo>
                  <a:lnTo>
                    <a:pt x="2660052" y="2186354"/>
                  </a:lnTo>
                  <a:lnTo>
                    <a:pt x="2683137" y="2147418"/>
                  </a:lnTo>
                  <a:lnTo>
                    <a:pt x="2705016" y="2107705"/>
                  </a:lnTo>
                  <a:lnTo>
                    <a:pt x="2725667" y="2067239"/>
                  </a:lnTo>
                  <a:lnTo>
                    <a:pt x="2745063" y="2026047"/>
                  </a:lnTo>
                  <a:lnTo>
                    <a:pt x="2763179" y="1984153"/>
                  </a:lnTo>
                  <a:lnTo>
                    <a:pt x="2779990" y="1941583"/>
                  </a:lnTo>
                  <a:lnTo>
                    <a:pt x="2795471" y="1898361"/>
                  </a:lnTo>
                  <a:lnTo>
                    <a:pt x="2809597" y="1854512"/>
                  </a:lnTo>
                  <a:lnTo>
                    <a:pt x="2822343" y="1810063"/>
                  </a:lnTo>
                  <a:lnTo>
                    <a:pt x="2833684" y="1765037"/>
                  </a:lnTo>
                  <a:lnTo>
                    <a:pt x="2843594" y="1719460"/>
                  </a:lnTo>
                  <a:lnTo>
                    <a:pt x="2852048" y="1673358"/>
                  </a:lnTo>
                  <a:lnTo>
                    <a:pt x="2859021" y="1626754"/>
                  </a:lnTo>
                  <a:lnTo>
                    <a:pt x="2864489" y="1579676"/>
                  </a:lnTo>
                  <a:lnTo>
                    <a:pt x="2868425" y="1532146"/>
                  </a:lnTo>
                  <a:lnTo>
                    <a:pt x="2870806" y="1484192"/>
                  </a:lnTo>
                  <a:lnTo>
                    <a:pt x="2871605" y="1435837"/>
                  </a:lnTo>
                  <a:lnTo>
                    <a:pt x="2870806" y="1387478"/>
                  </a:lnTo>
                  <a:lnTo>
                    <a:pt x="2868425" y="1339520"/>
                  </a:lnTo>
                  <a:lnTo>
                    <a:pt x="2864489" y="1291986"/>
                  </a:lnTo>
                  <a:lnTo>
                    <a:pt x="2859021" y="1244904"/>
                  </a:lnTo>
                  <a:lnTo>
                    <a:pt x="2852048" y="1198297"/>
                  </a:lnTo>
                  <a:lnTo>
                    <a:pt x="2843594" y="1152191"/>
                  </a:lnTo>
                  <a:lnTo>
                    <a:pt x="2833684" y="1106611"/>
                  </a:lnTo>
                  <a:lnTo>
                    <a:pt x="2822343" y="1061583"/>
                  </a:lnTo>
                  <a:lnTo>
                    <a:pt x="2809597" y="1017130"/>
                  </a:lnTo>
                  <a:lnTo>
                    <a:pt x="2795471" y="973279"/>
                  </a:lnTo>
                  <a:lnTo>
                    <a:pt x="2779990" y="930054"/>
                  </a:lnTo>
                  <a:lnTo>
                    <a:pt x="2763179" y="887481"/>
                  </a:lnTo>
                  <a:lnTo>
                    <a:pt x="2745063" y="845585"/>
                  </a:lnTo>
                  <a:lnTo>
                    <a:pt x="2725667" y="804390"/>
                  </a:lnTo>
                  <a:lnTo>
                    <a:pt x="2705016" y="763923"/>
                  </a:lnTo>
                  <a:lnTo>
                    <a:pt x="2683137" y="724208"/>
                  </a:lnTo>
                  <a:lnTo>
                    <a:pt x="2660052" y="685270"/>
                  </a:lnTo>
                  <a:lnTo>
                    <a:pt x="2635789" y="647134"/>
                  </a:lnTo>
                  <a:lnTo>
                    <a:pt x="2610371" y="609826"/>
                  </a:lnTo>
                  <a:lnTo>
                    <a:pt x="2583825" y="573370"/>
                  </a:lnTo>
                  <a:lnTo>
                    <a:pt x="2556174" y="537792"/>
                  </a:lnTo>
                  <a:lnTo>
                    <a:pt x="2527445" y="503117"/>
                  </a:lnTo>
                  <a:lnTo>
                    <a:pt x="2497662" y="469370"/>
                  </a:lnTo>
                  <a:lnTo>
                    <a:pt x="2466851" y="436577"/>
                  </a:lnTo>
                  <a:lnTo>
                    <a:pt x="2435037" y="404761"/>
                  </a:lnTo>
                  <a:lnTo>
                    <a:pt x="2402244" y="373949"/>
                  </a:lnTo>
                  <a:lnTo>
                    <a:pt x="2368499" y="344166"/>
                  </a:lnTo>
                  <a:lnTo>
                    <a:pt x="2333825" y="315436"/>
                  </a:lnTo>
                  <a:lnTo>
                    <a:pt x="2298249" y="287785"/>
                  </a:lnTo>
                  <a:lnTo>
                    <a:pt x="2261795" y="261237"/>
                  </a:lnTo>
                  <a:lnTo>
                    <a:pt x="2224488" y="235819"/>
                  </a:lnTo>
                  <a:lnTo>
                    <a:pt x="2186354" y="211555"/>
                  </a:lnTo>
                  <a:lnTo>
                    <a:pt x="2147418" y="188470"/>
                  </a:lnTo>
                  <a:lnTo>
                    <a:pt x="2107705" y="166590"/>
                  </a:lnTo>
                  <a:lnTo>
                    <a:pt x="2067239" y="145939"/>
                  </a:lnTo>
                  <a:lnTo>
                    <a:pt x="2026047" y="126543"/>
                  </a:lnTo>
                  <a:lnTo>
                    <a:pt x="1984153" y="108426"/>
                  </a:lnTo>
                  <a:lnTo>
                    <a:pt x="1941583" y="91615"/>
                  </a:lnTo>
                  <a:lnTo>
                    <a:pt x="1898361" y="76134"/>
                  </a:lnTo>
                  <a:lnTo>
                    <a:pt x="1854512" y="62007"/>
                  </a:lnTo>
                  <a:lnTo>
                    <a:pt x="1810063" y="49261"/>
                  </a:lnTo>
                  <a:lnTo>
                    <a:pt x="1765037" y="37921"/>
                  </a:lnTo>
                  <a:lnTo>
                    <a:pt x="1719460" y="28011"/>
                  </a:lnTo>
                  <a:lnTo>
                    <a:pt x="1673358" y="19556"/>
                  </a:lnTo>
                  <a:lnTo>
                    <a:pt x="1626754" y="12583"/>
                  </a:lnTo>
                  <a:lnTo>
                    <a:pt x="1579676" y="7115"/>
                  </a:lnTo>
                  <a:lnTo>
                    <a:pt x="1532146" y="3179"/>
                  </a:lnTo>
                  <a:lnTo>
                    <a:pt x="1484192" y="799"/>
                  </a:lnTo>
                  <a:lnTo>
                    <a:pt x="1435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272500" y="6524059"/>
              <a:ext cx="2872105" cy="2872105"/>
            </a:xfrm>
            <a:custGeom>
              <a:avLst/>
              <a:gdLst/>
              <a:ahLst/>
              <a:cxnLst/>
              <a:rect l="l" t="t" r="r" b="b"/>
              <a:pathLst>
                <a:path w="2872104" h="2872104">
                  <a:moveTo>
                    <a:pt x="0" y="1435837"/>
                  </a:moveTo>
                  <a:lnTo>
                    <a:pt x="799" y="1387478"/>
                  </a:lnTo>
                  <a:lnTo>
                    <a:pt x="3179" y="1339520"/>
                  </a:lnTo>
                  <a:lnTo>
                    <a:pt x="7115" y="1291986"/>
                  </a:lnTo>
                  <a:lnTo>
                    <a:pt x="12583" y="1244904"/>
                  </a:lnTo>
                  <a:lnTo>
                    <a:pt x="19556" y="1198297"/>
                  </a:lnTo>
                  <a:lnTo>
                    <a:pt x="28011" y="1152191"/>
                  </a:lnTo>
                  <a:lnTo>
                    <a:pt x="37921" y="1106611"/>
                  </a:lnTo>
                  <a:lnTo>
                    <a:pt x="49261" y="1061583"/>
                  </a:lnTo>
                  <a:lnTo>
                    <a:pt x="62007" y="1017130"/>
                  </a:lnTo>
                  <a:lnTo>
                    <a:pt x="76134" y="973279"/>
                  </a:lnTo>
                  <a:lnTo>
                    <a:pt x="91615" y="930054"/>
                  </a:lnTo>
                  <a:lnTo>
                    <a:pt x="108426" y="887481"/>
                  </a:lnTo>
                  <a:lnTo>
                    <a:pt x="126543" y="845585"/>
                  </a:lnTo>
                  <a:lnTo>
                    <a:pt x="145939" y="804390"/>
                  </a:lnTo>
                  <a:lnTo>
                    <a:pt x="166590" y="763923"/>
                  </a:lnTo>
                  <a:lnTo>
                    <a:pt x="188470" y="724208"/>
                  </a:lnTo>
                  <a:lnTo>
                    <a:pt x="211555" y="685270"/>
                  </a:lnTo>
                  <a:lnTo>
                    <a:pt x="235819" y="647134"/>
                  </a:lnTo>
                  <a:lnTo>
                    <a:pt x="261237" y="609826"/>
                  </a:lnTo>
                  <a:lnTo>
                    <a:pt x="287785" y="573370"/>
                  </a:lnTo>
                  <a:lnTo>
                    <a:pt x="315436" y="537792"/>
                  </a:lnTo>
                  <a:lnTo>
                    <a:pt x="344166" y="503117"/>
                  </a:lnTo>
                  <a:lnTo>
                    <a:pt x="373949" y="469370"/>
                  </a:lnTo>
                  <a:lnTo>
                    <a:pt x="404761" y="436577"/>
                  </a:lnTo>
                  <a:lnTo>
                    <a:pt x="436577" y="404761"/>
                  </a:lnTo>
                  <a:lnTo>
                    <a:pt x="469370" y="373949"/>
                  </a:lnTo>
                  <a:lnTo>
                    <a:pt x="503117" y="344166"/>
                  </a:lnTo>
                  <a:lnTo>
                    <a:pt x="537792" y="315436"/>
                  </a:lnTo>
                  <a:lnTo>
                    <a:pt x="573370" y="287785"/>
                  </a:lnTo>
                  <a:lnTo>
                    <a:pt x="609826" y="261237"/>
                  </a:lnTo>
                  <a:lnTo>
                    <a:pt x="647134" y="235819"/>
                  </a:lnTo>
                  <a:lnTo>
                    <a:pt x="685270" y="211555"/>
                  </a:lnTo>
                  <a:lnTo>
                    <a:pt x="724208" y="188470"/>
                  </a:lnTo>
                  <a:lnTo>
                    <a:pt x="763923" y="166590"/>
                  </a:lnTo>
                  <a:lnTo>
                    <a:pt x="804390" y="145939"/>
                  </a:lnTo>
                  <a:lnTo>
                    <a:pt x="845585" y="126543"/>
                  </a:lnTo>
                  <a:lnTo>
                    <a:pt x="887481" y="108426"/>
                  </a:lnTo>
                  <a:lnTo>
                    <a:pt x="930054" y="91615"/>
                  </a:lnTo>
                  <a:lnTo>
                    <a:pt x="973279" y="76134"/>
                  </a:lnTo>
                  <a:lnTo>
                    <a:pt x="1017130" y="62007"/>
                  </a:lnTo>
                  <a:lnTo>
                    <a:pt x="1061583" y="49261"/>
                  </a:lnTo>
                  <a:lnTo>
                    <a:pt x="1106611" y="37921"/>
                  </a:lnTo>
                  <a:lnTo>
                    <a:pt x="1152191" y="28011"/>
                  </a:lnTo>
                  <a:lnTo>
                    <a:pt x="1198297" y="19556"/>
                  </a:lnTo>
                  <a:lnTo>
                    <a:pt x="1244904" y="12583"/>
                  </a:lnTo>
                  <a:lnTo>
                    <a:pt x="1291986" y="7115"/>
                  </a:lnTo>
                  <a:lnTo>
                    <a:pt x="1339520" y="3179"/>
                  </a:lnTo>
                  <a:lnTo>
                    <a:pt x="1387478" y="799"/>
                  </a:lnTo>
                  <a:lnTo>
                    <a:pt x="1435837" y="0"/>
                  </a:lnTo>
                  <a:lnTo>
                    <a:pt x="1484192" y="799"/>
                  </a:lnTo>
                  <a:lnTo>
                    <a:pt x="1532146" y="3179"/>
                  </a:lnTo>
                  <a:lnTo>
                    <a:pt x="1579676" y="7115"/>
                  </a:lnTo>
                  <a:lnTo>
                    <a:pt x="1626754" y="12583"/>
                  </a:lnTo>
                  <a:lnTo>
                    <a:pt x="1673358" y="19556"/>
                  </a:lnTo>
                  <a:lnTo>
                    <a:pt x="1719460" y="28011"/>
                  </a:lnTo>
                  <a:lnTo>
                    <a:pt x="1765037" y="37921"/>
                  </a:lnTo>
                  <a:lnTo>
                    <a:pt x="1810063" y="49261"/>
                  </a:lnTo>
                  <a:lnTo>
                    <a:pt x="1854512" y="62007"/>
                  </a:lnTo>
                  <a:lnTo>
                    <a:pt x="1898361" y="76134"/>
                  </a:lnTo>
                  <a:lnTo>
                    <a:pt x="1941583" y="91615"/>
                  </a:lnTo>
                  <a:lnTo>
                    <a:pt x="1984153" y="108426"/>
                  </a:lnTo>
                  <a:lnTo>
                    <a:pt x="2026047" y="126543"/>
                  </a:lnTo>
                  <a:lnTo>
                    <a:pt x="2067239" y="145939"/>
                  </a:lnTo>
                  <a:lnTo>
                    <a:pt x="2107705" y="166590"/>
                  </a:lnTo>
                  <a:lnTo>
                    <a:pt x="2147418" y="188470"/>
                  </a:lnTo>
                  <a:lnTo>
                    <a:pt x="2186354" y="211555"/>
                  </a:lnTo>
                  <a:lnTo>
                    <a:pt x="2224488" y="235819"/>
                  </a:lnTo>
                  <a:lnTo>
                    <a:pt x="2261795" y="261237"/>
                  </a:lnTo>
                  <a:lnTo>
                    <a:pt x="2298249" y="287785"/>
                  </a:lnTo>
                  <a:lnTo>
                    <a:pt x="2333825" y="315436"/>
                  </a:lnTo>
                  <a:lnTo>
                    <a:pt x="2368499" y="344166"/>
                  </a:lnTo>
                  <a:lnTo>
                    <a:pt x="2402244" y="373949"/>
                  </a:lnTo>
                  <a:lnTo>
                    <a:pt x="2435037" y="404761"/>
                  </a:lnTo>
                  <a:lnTo>
                    <a:pt x="2466851" y="436577"/>
                  </a:lnTo>
                  <a:lnTo>
                    <a:pt x="2497662" y="469370"/>
                  </a:lnTo>
                  <a:lnTo>
                    <a:pt x="2527445" y="503117"/>
                  </a:lnTo>
                  <a:lnTo>
                    <a:pt x="2556174" y="537792"/>
                  </a:lnTo>
                  <a:lnTo>
                    <a:pt x="2583825" y="573370"/>
                  </a:lnTo>
                  <a:lnTo>
                    <a:pt x="2610371" y="609826"/>
                  </a:lnTo>
                  <a:lnTo>
                    <a:pt x="2635789" y="647134"/>
                  </a:lnTo>
                  <a:lnTo>
                    <a:pt x="2660052" y="685270"/>
                  </a:lnTo>
                  <a:lnTo>
                    <a:pt x="2683137" y="724208"/>
                  </a:lnTo>
                  <a:lnTo>
                    <a:pt x="2705016" y="763923"/>
                  </a:lnTo>
                  <a:lnTo>
                    <a:pt x="2725667" y="804390"/>
                  </a:lnTo>
                  <a:lnTo>
                    <a:pt x="2745063" y="845585"/>
                  </a:lnTo>
                  <a:lnTo>
                    <a:pt x="2763179" y="887481"/>
                  </a:lnTo>
                  <a:lnTo>
                    <a:pt x="2779990" y="930054"/>
                  </a:lnTo>
                  <a:lnTo>
                    <a:pt x="2795471" y="973279"/>
                  </a:lnTo>
                  <a:lnTo>
                    <a:pt x="2809597" y="1017130"/>
                  </a:lnTo>
                  <a:lnTo>
                    <a:pt x="2822343" y="1061583"/>
                  </a:lnTo>
                  <a:lnTo>
                    <a:pt x="2833684" y="1106611"/>
                  </a:lnTo>
                  <a:lnTo>
                    <a:pt x="2843594" y="1152191"/>
                  </a:lnTo>
                  <a:lnTo>
                    <a:pt x="2852048" y="1198297"/>
                  </a:lnTo>
                  <a:lnTo>
                    <a:pt x="2859021" y="1244904"/>
                  </a:lnTo>
                  <a:lnTo>
                    <a:pt x="2864489" y="1291986"/>
                  </a:lnTo>
                  <a:lnTo>
                    <a:pt x="2868425" y="1339520"/>
                  </a:lnTo>
                  <a:lnTo>
                    <a:pt x="2870806" y="1387478"/>
                  </a:lnTo>
                  <a:lnTo>
                    <a:pt x="2871605" y="1435837"/>
                  </a:lnTo>
                  <a:lnTo>
                    <a:pt x="2870806" y="1484192"/>
                  </a:lnTo>
                  <a:lnTo>
                    <a:pt x="2868425" y="1532146"/>
                  </a:lnTo>
                  <a:lnTo>
                    <a:pt x="2864489" y="1579676"/>
                  </a:lnTo>
                  <a:lnTo>
                    <a:pt x="2859021" y="1626754"/>
                  </a:lnTo>
                  <a:lnTo>
                    <a:pt x="2852048" y="1673358"/>
                  </a:lnTo>
                  <a:lnTo>
                    <a:pt x="2843594" y="1719460"/>
                  </a:lnTo>
                  <a:lnTo>
                    <a:pt x="2833684" y="1765037"/>
                  </a:lnTo>
                  <a:lnTo>
                    <a:pt x="2822343" y="1810063"/>
                  </a:lnTo>
                  <a:lnTo>
                    <a:pt x="2809597" y="1854512"/>
                  </a:lnTo>
                  <a:lnTo>
                    <a:pt x="2795471" y="1898361"/>
                  </a:lnTo>
                  <a:lnTo>
                    <a:pt x="2779990" y="1941583"/>
                  </a:lnTo>
                  <a:lnTo>
                    <a:pt x="2763179" y="1984153"/>
                  </a:lnTo>
                  <a:lnTo>
                    <a:pt x="2745063" y="2026047"/>
                  </a:lnTo>
                  <a:lnTo>
                    <a:pt x="2725667" y="2067239"/>
                  </a:lnTo>
                  <a:lnTo>
                    <a:pt x="2705016" y="2107705"/>
                  </a:lnTo>
                  <a:lnTo>
                    <a:pt x="2683137" y="2147418"/>
                  </a:lnTo>
                  <a:lnTo>
                    <a:pt x="2660052" y="2186354"/>
                  </a:lnTo>
                  <a:lnTo>
                    <a:pt x="2635789" y="2224488"/>
                  </a:lnTo>
                  <a:lnTo>
                    <a:pt x="2610371" y="2261795"/>
                  </a:lnTo>
                  <a:lnTo>
                    <a:pt x="2583825" y="2298249"/>
                  </a:lnTo>
                  <a:lnTo>
                    <a:pt x="2556174" y="2333825"/>
                  </a:lnTo>
                  <a:lnTo>
                    <a:pt x="2527445" y="2368499"/>
                  </a:lnTo>
                  <a:lnTo>
                    <a:pt x="2497662" y="2402244"/>
                  </a:lnTo>
                  <a:lnTo>
                    <a:pt x="2466851" y="2435037"/>
                  </a:lnTo>
                  <a:lnTo>
                    <a:pt x="2435037" y="2466851"/>
                  </a:lnTo>
                  <a:lnTo>
                    <a:pt x="2402244" y="2497662"/>
                  </a:lnTo>
                  <a:lnTo>
                    <a:pt x="2368499" y="2527445"/>
                  </a:lnTo>
                  <a:lnTo>
                    <a:pt x="2333825" y="2556174"/>
                  </a:lnTo>
                  <a:lnTo>
                    <a:pt x="2298249" y="2583825"/>
                  </a:lnTo>
                  <a:lnTo>
                    <a:pt x="2261795" y="2610371"/>
                  </a:lnTo>
                  <a:lnTo>
                    <a:pt x="2224488" y="2635789"/>
                  </a:lnTo>
                  <a:lnTo>
                    <a:pt x="2186354" y="2660052"/>
                  </a:lnTo>
                  <a:lnTo>
                    <a:pt x="2147418" y="2683137"/>
                  </a:lnTo>
                  <a:lnTo>
                    <a:pt x="2107705" y="2705016"/>
                  </a:lnTo>
                  <a:lnTo>
                    <a:pt x="2067239" y="2725667"/>
                  </a:lnTo>
                  <a:lnTo>
                    <a:pt x="2026047" y="2745063"/>
                  </a:lnTo>
                  <a:lnTo>
                    <a:pt x="1984153" y="2763179"/>
                  </a:lnTo>
                  <a:lnTo>
                    <a:pt x="1941583" y="2779990"/>
                  </a:lnTo>
                  <a:lnTo>
                    <a:pt x="1898361" y="2795471"/>
                  </a:lnTo>
                  <a:lnTo>
                    <a:pt x="1854512" y="2809597"/>
                  </a:lnTo>
                  <a:lnTo>
                    <a:pt x="1810063" y="2822343"/>
                  </a:lnTo>
                  <a:lnTo>
                    <a:pt x="1765037" y="2833684"/>
                  </a:lnTo>
                  <a:lnTo>
                    <a:pt x="1719460" y="2843594"/>
                  </a:lnTo>
                  <a:lnTo>
                    <a:pt x="1673358" y="2852048"/>
                  </a:lnTo>
                  <a:lnTo>
                    <a:pt x="1626754" y="2859021"/>
                  </a:lnTo>
                  <a:lnTo>
                    <a:pt x="1579676" y="2864489"/>
                  </a:lnTo>
                  <a:lnTo>
                    <a:pt x="1532146" y="2868425"/>
                  </a:lnTo>
                  <a:lnTo>
                    <a:pt x="1484192" y="2870806"/>
                  </a:lnTo>
                  <a:lnTo>
                    <a:pt x="1435837" y="2871605"/>
                  </a:lnTo>
                  <a:lnTo>
                    <a:pt x="1387478" y="2870806"/>
                  </a:lnTo>
                  <a:lnTo>
                    <a:pt x="1339520" y="2868425"/>
                  </a:lnTo>
                  <a:lnTo>
                    <a:pt x="1291986" y="2864489"/>
                  </a:lnTo>
                  <a:lnTo>
                    <a:pt x="1244904" y="2859021"/>
                  </a:lnTo>
                  <a:lnTo>
                    <a:pt x="1198297" y="2852048"/>
                  </a:lnTo>
                  <a:lnTo>
                    <a:pt x="1152191" y="2843594"/>
                  </a:lnTo>
                  <a:lnTo>
                    <a:pt x="1106611" y="2833684"/>
                  </a:lnTo>
                  <a:lnTo>
                    <a:pt x="1061583" y="2822343"/>
                  </a:lnTo>
                  <a:lnTo>
                    <a:pt x="1017130" y="2809597"/>
                  </a:lnTo>
                  <a:lnTo>
                    <a:pt x="973279" y="2795471"/>
                  </a:lnTo>
                  <a:lnTo>
                    <a:pt x="930054" y="2779990"/>
                  </a:lnTo>
                  <a:lnTo>
                    <a:pt x="887481" y="2763179"/>
                  </a:lnTo>
                  <a:lnTo>
                    <a:pt x="845585" y="2745063"/>
                  </a:lnTo>
                  <a:lnTo>
                    <a:pt x="804390" y="2725667"/>
                  </a:lnTo>
                  <a:lnTo>
                    <a:pt x="763923" y="2705016"/>
                  </a:lnTo>
                  <a:lnTo>
                    <a:pt x="724208" y="2683137"/>
                  </a:lnTo>
                  <a:lnTo>
                    <a:pt x="685270" y="2660052"/>
                  </a:lnTo>
                  <a:lnTo>
                    <a:pt x="647134" y="2635789"/>
                  </a:lnTo>
                  <a:lnTo>
                    <a:pt x="609826" y="2610371"/>
                  </a:lnTo>
                  <a:lnTo>
                    <a:pt x="573370" y="2583825"/>
                  </a:lnTo>
                  <a:lnTo>
                    <a:pt x="537792" y="2556174"/>
                  </a:lnTo>
                  <a:lnTo>
                    <a:pt x="503117" y="2527445"/>
                  </a:lnTo>
                  <a:lnTo>
                    <a:pt x="469370" y="2497662"/>
                  </a:lnTo>
                  <a:lnTo>
                    <a:pt x="436577" y="2466851"/>
                  </a:lnTo>
                  <a:lnTo>
                    <a:pt x="404761" y="2435037"/>
                  </a:lnTo>
                  <a:lnTo>
                    <a:pt x="373949" y="2402244"/>
                  </a:lnTo>
                  <a:lnTo>
                    <a:pt x="344166" y="2368499"/>
                  </a:lnTo>
                  <a:lnTo>
                    <a:pt x="315436" y="2333825"/>
                  </a:lnTo>
                  <a:lnTo>
                    <a:pt x="287785" y="2298249"/>
                  </a:lnTo>
                  <a:lnTo>
                    <a:pt x="261237" y="2261795"/>
                  </a:lnTo>
                  <a:lnTo>
                    <a:pt x="235819" y="2224488"/>
                  </a:lnTo>
                  <a:lnTo>
                    <a:pt x="211555" y="2186354"/>
                  </a:lnTo>
                  <a:lnTo>
                    <a:pt x="188470" y="2147418"/>
                  </a:lnTo>
                  <a:lnTo>
                    <a:pt x="166590" y="2107705"/>
                  </a:lnTo>
                  <a:lnTo>
                    <a:pt x="145939" y="2067239"/>
                  </a:lnTo>
                  <a:lnTo>
                    <a:pt x="126543" y="2026047"/>
                  </a:lnTo>
                  <a:lnTo>
                    <a:pt x="108426" y="1984153"/>
                  </a:lnTo>
                  <a:lnTo>
                    <a:pt x="91615" y="1941583"/>
                  </a:lnTo>
                  <a:lnTo>
                    <a:pt x="76134" y="1898361"/>
                  </a:lnTo>
                  <a:lnTo>
                    <a:pt x="62007" y="1854512"/>
                  </a:lnTo>
                  <a:lnTo>
                    <a:pt x="49261" y="1810063"/>
                  </a:lnTo>
                  <a:lnTo>
                    <a:pt x="37921" y="1765037"/>
                  </a:lnTo>
                  <a:lnTo>
                    <a:pt x="28011" y="1719460"/>
                  </a:lnTo>
                  <a:lnTo>
                    <a:pt x="19556" y="1673358"/>
                  </a:lnTo>
                  <a:lnTo>
                    <a:pt x="12583" y="1626754"/>
                  </a:lnTo>
                  <a:lnTo>
                    <a:pt x="7115" y="1579676"/>
                  </a:lnTo>
                  <a:lnTo>
                    <a:pt x="3179" y="1532146"/>
                  </a:lnTo>
                  <a:lnTo>
                    <a:pt x="799" y="1484192"/>
                  </a:lnTo>
                  <a:lnTo>
                    <a:pt x="0" y="1435837"/>
                  </a:lnTo>
                  <a:close/>
                </a:path>
              </a:pathLst>
            </a:custGeom>
            <a:ln w="13961">
              <a:solidFill>
                <a:srgbClr val="9BBA5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3520">
              <a:lnSpc>
                <a:spcPts val="2620"/>
              </a:lnSpc>
            </a:pPr>
            <a:r>
              <a:rPr dirty="0"/>
              <a:t>Slide:</a:t>
            </a:r>
            <a:r>
              <a:rPr spc="5" dirty="0"/>
              <a:t> </a:t>
            </a:r>
            <a:r>
              <a:rPr spc="114" dirty="0">
                <a:latin typeface="Tahoma"/>
                <a:cs typeface="Tahoma"/>
              </a:rPr>
              <a:t>số….</a:t>
            </a:r>
            <a:endParaRPr spc="114" dirty="0">
              <a:latin typeface="Tahoma"/>
              <a:cs typeface="Tahoma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xfrm>
            <a:off x="601345" y="10674350"/>
            <a:ext cx="5603240" cy="507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85" dirty="0">
                <a:solidFill>
                  <a:schemeClr val="tx1"/>
                </a:solidFill>
              </a:rPr>
              <a:t>THIẾT </a:t>
            </a:r>
            <a:r>
              <a:rPr spc="-110" dirty="0">
                <a:solidFill>
                  <a:schemeClr val="tx1"/>
                </a:solidFill>
              </a:rPr>
              <a:t>KẾ</a:t>
            </a:r>
            <a:r>
              <a:rPr spc="-190" dirty="0">
                <a:solidFill>
                  <a:schemeClr val="tx1"/>
                </a:solidFill>
              </a:rPr>
              <a:t> </a:t>
            </a:r>
            <a:r>
              <a:rPr spc="-110" dirty="0">
                <a:solidFill>
                  <a:schemeClr val="tx1"/>
                </a:solidFill>
              </a:rPr>
              <a:t>WEB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VÀ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45" dirty="0">
                <a:solidFill>
                  <a:schemeClr val="tx1"/>
                </a:solidFill>
              </a:rPr>
              <a:t>TRIỂN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KHAI</a:t>
            </a:r>
            <a:r>
              <a:rPr spc="-200" dirty="0">
                <a:solidFill>
                  <a:schemeClr val="tx1"/>
                </a:solidFill>
              </a:rPr>
              <a:t> </a:t>
            </a:r>
            <a:r>
              <a:rPr spc="-80" dirty="0">
                <a:solidFill>
                  <a:schemeClr val="tx1"/>
                </a:solidFill>
              </a:rPr>
              <a:t>HỆ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95" dirty="0">
                <a:solidFill>
                  <a:schemeClr val="tx1"/>
                </a:solidFill>
              </a:rPr>
              <a:t>THỐNG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75" dirty="0">
                <a:solidFill>
                  <a:schemeClr val="tx1"/>
                </a:solidFill>
              </a:rPr>
              <a:t>PHẦN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25" dirty="0">
                <a:solidFill>
                  <a:schemeClr val="tx1"/>
                </a:solidFill>
              </a:rPr>
              <a:t>MỀM</a:t>
            </a:r>
            <a:endParaRPr spc="-25" dirty="0">
              <a:solidFill>
                <a:schemeClr val="tx1"/>
              </a:solidFill>
            </a:endParaRPr>
          </a:p>
          <a:p>
            <a:pPr marL="12700">
              <a:lnSpc>
                <a:spcPct val="100000"/>
              </a:lnSpc>
            </a:pPr>
            <a:endParaRPr spc="-20" dirty="0">
              <a:solidFill>
                <a:schemeClr val="tx1"/>
              </a:solidFill>
            </a:endParaRPr>
          </a:p>
        </p:txBody>
      </p:sp>
      <p:sp>
        <p:nvSpPr>
          <p:cNvPr id="24" name="object 6"/>
          <p:cNvSpPr/>
          <p:nvPr/>
        </p:nvSpPr>
        <p:spPr>
          <a:xfrm>
            <a:off x="523544" y="10447221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8063A1"/>
            </a:solidFill>
          </a:ln>
        </p:spPr>
        <p:txBody>
          <a:bodyPr wrap="square" lIns="0" tIns="0" rIns="0" bIns="0" rtlCol="0"/>
          <a:p/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91847" y="292351"/>
            <a:ext cx="8718550" cy="1304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484" dirty="0"/>
              <a:t>CHƯƠNG</a:t>
            </a:r>
            <a:r>
              <a:rPr spc="-585" dirty="0"/>
              <a:t> </a:t>
            </a:r>
            <a:r>
              <a:rPr spc="-1170" dirty="0"/>
              <a:t>I</a:t>
            </a:r>
            <a:endParaRPr spc="-1170" dirty="0"/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2950" b="0" spc="-75" dirty="0">
                <a:solidFill>
                  <a:srgbClr val="000000"/>
                </a:solidFill>
                <a:latin typeface="Tahoma"/>
                <a:cs typeface="Tahoma"/>
              </a:rPr>
              <a:t>Giới</a:t>
            </a:r>
            <a:r>
              <a:rPr sz="2950" b="0" spc="-34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b="0" spc="-114" dirty="0">
                <a:solidFill>
                  <a:srgbClr val="000000"/>
                </a:solidFill>
                <a:latin typeface="Tahoma"/>
                <a:cs typeface="Tahoma"/>
              </a:rPr>
              <a:t>thiệu</a:t>
            </a:r>
            <a:r>
              <a:rPr sz="2950" b="0" spc="-34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b="0" spc="-190" dirty="0">
                <a:solidFill>
                  <a:srgbClr val="000000"/>
                </a:solidFill>
                <a:latin typeface="Tahoma"/>
                <a:cs typeface="Tahoma"/>
              </a:rPr>
              <a:t>về</a:t>
            </a:r>
            <a:r>
              <a:rPr sz="2950" b="0" spc="-33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b="0" spc="-114" dirty="0">
                <a:solidFill>
                  <a:srgbClr val="000000"/>
                </a:solidFill>
                <a:latin typeface="Tahoma"/>
                <a:cs typeface="Tahoma"/>
              </a:rPr>
              <a:t>thiết</a:t>
            </a:r>
            <a:r>
              <a:rPr sz="2950" b="0" spc="-33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b="0" spc="-145" dirty="0">
                <a:solidFill>
                  <a:srgbClr val="000000"/>
                </a:solidFill>
                <a:latin typeface="Tahoma"/>
                <a:cs typeface="Tahoma"/>
              </a:rPr>
              <a:t>kế</a:t>
            </a:r>
            <a:r>
              <a:rPr sz="2950" b="0" spc="-34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b="0" spc="-165" dirty="0">
                <a:solidFill>
                  <a:srgbClr val="000000"/>
                </a:solidFill>
                <a:latin typeface="Tahoma"/>
                <a:cs typeface="Tahoma"/>
              </a:rPr>
              <a:t>Web</a:t>
            </a:r>
            <a:r>
              <a:rPr sz="2950" b="0" spc="-34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b="0" spc="-190" dirty="0">
                <a:solidFill>
                  <a:srgbClr val="000000"/>
                </a:solidFill>
                <a:latin typeface="Tahoma"/>
                <a:cs typeface="Tahoma"/>
              </a:rPr>
              <a:t>và</a:t>
            </a:r>
            <a:r>
              <a:rPr sz="2950" b="0" spc="-33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b="0" spc="-114" dirty="0">
                <a:solidFill>
                  <a:srgbClr val="000000"/>
                </a:solidFill>
                <a:latin typeface="Tahoma"/>
                <a:cs typeface="Tahoma"/>
              </a:rPr>
              <a:t>triển</a:t>
            </a:r>
            <a:r>
              <a:rPr sz="2950" b="0" spc="-34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b="0" spc="-120" dirty="0">
                <a:solidFill>
                  <a:srgbClr val="000000"/>
                </a:solidFill>
                <a:latin typeface="Tahoma"/>
                <a:cs typeface="Tahoma"/>
              </a:rPr>
              <a:t>khai</a:t>
            </a:r>
            <a:r>
              <a:rPr sz="2950" b="0" spc="-34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b="0" spc="-140" dirty="0">
                <a:solidFill>
                  <a:srgbClr val="000000"/>
                </a:solidFill>
                <a:latin typeface="Tahoma"/>
                <a:cs typeface="Tahoma"/>
              </a:rPr>
              <a:t>hệ</a:t>
            </a:r>
            <a:r>
              <a:rPr sz="2950" b="0" spc="-34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b="0" spc="-175" dirty="0">
                <a:solidFill>
                  <a:srgbClr val="000000"/>
                </a:solidFill>
                <a:latin typeface="Tahoma"/>
                <a:cs typeface="Tahoma"/>
              </a:rPr>
              <a:t>thống</a:t>
            </a:r>
            <a:r>
              <a:rPr sz="2950" b="0" spc="-34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b="0" spc="-135" dirty="0">
                <a:solidFill>
                  <a:srgbClr val="000000"/>
                </a:solidFill>
                <a:latin typeface="Tahoma"/>
                <a:cs typeface="Tahoma"/>
              </a:rPr>
              <a:t>phần</a:t>
            </a:r>
            <a:r>
              <a:rPr sz="2950" b="0" spc="-34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b="0" spc="-25" dirty="0">
                <a:solidFill>
                  <a:srgbClr val="000000"/>
                </a:solidFill>
                <a:latin typeface="Tahoma"/>
                <a:cs typeface="Tahoma"/>
              </a:rPr>
              <a:t>mềm</a:t>
            </a:r>
            <a:endParaRPr sz="295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9593215" y="1702098"/>
            <a:ext cx="9552238" cy="2845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76246" y="2328101"/>
            <a:ext cx="4991100" cy="578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600" b="1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1.1</a:t>
            </a:r>
            <a:r>
              <a:rPr sz="3600" b="1" spc="-5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Các khái</a:t>
            </a:r>
            <a:r>
              <a:rPr sz="3600" b="1" spc="10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niệm</a:t>
            </a:r>
            <a:r>
              <a:rPr sz="3600" b="1" spc="10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cơ</a:t>
            </a:r>
            <a:r>
              <a:rPr sz="3600" b="1" spc="5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spc="-25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bản</a:t>
            </a:r>
            <a:endParaRPr sz="3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xfrm>
            <a:off x="601345" y="10674350"/>
            <a:ext cx="5473065" cy="507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85" dirty="0">
                <a:solidFill>
                  <a:schemeClr val="tx1"/>
                </a:solidFill>
              </a:rPr>
              <a:t>THIẾT </a:t>
            </a:r>
            <a:r>
              <a:rPr spc="-110" dirty="0">
                <a:solidFill>
                  <a:schemeClr val="tx1"/>
                </a:solidFill>
              </a:rPr>
              <a:t>KẾ</a:t>
            </a:r>
            <a:r>
              <a:rPr spc="-190" dirty="0">
                <a:solidFill>
                  <a:schemeClr val="tx1"/>
                </a:solidFill>
              </a:rPr>
              <a:t> </a:t>
            </a:r>
            <a:r>
              <a:rPr spc="-110" dirty="0">
                <a:solidFill>
                  <a:schemeClr val="tx1"/>
                </a:solidFill>
              </a:rPr>
              <a:t>WEB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VÀ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45" dirty="0">
                <a:solidFill>
                  <a:schemeClr val="tx1"/>
                </a:solidFill>
              </a:rPr>
              <a:t>TRIỂN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KHAI</a:t>
            </a:r>
            <a:r>
              <a:rPr spc="-200" dirty="0">
                <a:solidFill>
                  <a:schemeClr val="tx1"/>
                </a:solidFill>
              </a:rPr>
              <a:t> </a:t>
            </a:r>
            <a:r>
              <a:rPr spc="-80" dirty="0">
                <a:solidFill>
                  <a:schemeClr val="tx1"/>
                </a:solidFill>
              </a:rPr>
              <a:t>HỆ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95" dirty="0">
                <a:solidFill>
                  <a:schemeClr val="tx1"/>
                </a:solidFill>
              </a:rPr>
              <a:t>THỐNG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75" dirty="0">
                <a:solidFill>
                  <a:schemeClr val="tx1"/>
                </a:solidFill>
              </a:rPr>
              <a:t>PHẦN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25" dirty="0">
                <a:solidFill>
                  <a:schemeClr val="tx1"/>
                </a:solidFill>
              </a:rPr>
              <a:t>MỀM</a:t>
            </a:r>
            <a:endParaRPr spc="-25" dirty="0">
              <a:solidFill>
                <a:schemeClr val="tx1"/>
              </a:solidFill>
            </a:endParaRPr>
          </a:p>
          <a:p>
            <a:pPr marL="12700">
              <a:lnSpc>
                <a:spcPct val="100000"/>
              </a:lnSpc>
            </a:pPr>
            <a:endParaRPr spc="-20" dirty="0">
              <a:solidFill>
                <a:schemeClr val="tx1"/>
              </a:solidFill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6246" y="2870212"/>
            <a:ext cx="1971675" cy="1771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9000"/>
              </a:lnSpc>
              <a:spcBef>
                <a:spcPts val="95"/>
              </a:spcBef>
            </a:pPr>
            <a:r>
              <a:rPr sz="3600" b="1" spc="-10" dirty="0">
                <a:latin typeface="Times New Roman" panose="02020603050405020304"/>
                <a:cs typeface="Times New Roman" panose="02020603050405020304"/>
              </a:rPr>
              <a:t>Website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: </a:t>
            </a:r>
            <a:r>
              <a:rPr sz="3600" b="1" spc="-20" dirty="0">
                <a:latin typeface="Times New Roman" panose="02020603050405020304"/>
                <a:cs typeface="Times New Roman" panose="02020603050405020304"/>
              </a:rPr>
              <a:t>Webpage</a:t>
            </a:r>
            <a:r>
              <a:rPr sz="3600" spc="-20" dirty="0">
                <a:latin typeface="Times New Roman" panose="02020603050405020304"/>
                <a:cs typeface="Times New Roman" panose="02020603050405020304"/>
              </a:rPr>
              <a:t>:</a:t>
            </a:r>
            <a:endParaRPr sz="3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89398" y="2867771"/>
            <a:ext cx="6090285" cy="1771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9000"/>
              </a:lnSpc>
              <a:spcBef>
                <a:spcPts val="95"/>
              </a:spcBef>
            </a:pPr>
            <a:r>
              <a:rPr sz="3600" dirty="0">
                <a:latin typeface="Times New Roman" panose="02020603050405020304"/>
                <a:cs typeface="Times New Roman" panose="02020603050405020304"/>
              </a:rPr>
              <a:t>tập hợp</a:t>
            </a:r>
            <a:r>
              <a:rPr sz="3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nhiều trang</a:t>
            </a:r>
            <a:r>
              <a:rPr sz="3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web liên</a:t>
            </a:r>
            <a:r>
              <a:rPr sz="3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20" dirty="0">
                <a:latin typeface="Times New Roman" panose="02020603050405020304"/>
                <a:cs typeface="Times New Roman" panose="02020603050405020304"/>
              </a:rPr>
              <a:t>kết.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một</a:t>
            </a:r>
            <a:r>
              <a:rPr sz="3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tài liệu</a:t>
            </a:r>
            <a:r>
              <a:rPr sz="3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HTML</a:t>
            </a:r>
            <a:r>
              <a:rPr sz="3600" spc="-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đơn</a:t>
            </a:r>
            <a:r>
              <a:rPr sz="3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25" dirty="0">
                <a:latin typeface="Times New Roman" panose="02020603050405020304"/>
                <a:cs typeface="Times New Roman" panose="02020603050405020304"/>
              </a:rPr>
              <a:t>lẻ.</a:t>
            </a:r>
            <a:endParaRPr sz="3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6246" y="4615743"/>
            <a:ext cx="11049000" cy="2655570"/>
          </a:xfrm>
          <a:prstGeom prst="rect">
            <a:avLst/>
          </a:prstGeom>
        </p:spPr>
        <p:txBody>
          <a:bodyPr vert="horz" wrap="square" lIns="0" tIns="335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45"/>
              </a:spcBef>
              <a:tabLst>
                <a:tab pos="2525395" algn="l"/>
              </a:tabLst>
            </a:pPr>
            <a:r>
              <a:rPr sz="3600" b="1" spc="-10" dirty="0">
                <a:latin typeface="Times New Roman" panose="02020603050405020304"/>
                <a:cs typeface="Times New Roman" panose="02020603050405020304"/>
              </a:rPr>
              <a:t>Homepage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	trang chính khi</a:t>
            </a:r>
            <a:r>
              <a:rPr sz="3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truy</a:t>
            </a:r>
            <a:r>
              <a:rPr sz="3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cập 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website.</a:t>
            </a:r>
            <a:endParaRPr sz="3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2555"/>
              </a:spcBef>
            </a:pPr>
            <a:r>
              <a:rPr sz="3600" b="1" dirty="0">
                <a:latin typeface="Times New Roman" panose="02020603050405020304"/>
                <a:cs typeface="Times New Roman" panose="02020603050405020304"/>
              </a:rPr>
              <a:t>Web</a:t>
            </a:r>
            <a:r>
              <a:rPr sz="36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dirty="0">
                <a:latin typeface="Times New Roman" panose="02020603050405020304"/>
                <a:cs typeface="Times New Roman" panose="02020603050405020304"/>
              </a:rPr>
              <a:t>server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3600" spc="2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máy</a:t>
            </a:r>
            <a:r>
              <a:rPr sz="36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chủ</a:t>
            </a:r>
            <a:r>
              <a:rPr sz="3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lưu</a:t>
            </a:r>
            <a:r>
              <a:rPr sz="3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và</a:t>
            </a:r>
            <a:r>
              <a:rPr sz="36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phục</a:t>
            </a:r>
            <a:r>
              <a:rPr sz="3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vụ</a:t>
            </a:r>
            <a:r>
              <a:rPr sz="3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website.</a:t>
            </a:r>
            <a:endParaRPr sz="3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2640"/>
              </a:spcBef>
              <a:tabLst>
                <a:tab pos="2525395" algn="l"/>
              </a:tabLst>
            </a:pPr>
            <a:r>
              <a:rPr sz="3600" b="1" spc="-10" dirty="0">
                <a:latin typeface="Times New Roman" panose="02020603050405020304"/>
                <a:cs typeface="Times New Roman" panose="02020603050405020304"/>
              </a:rPr>
              <a:t>Browser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: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	phần mềm</a:t>
            </a:r>
            <a:r>
              <a:rPr sz="3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hiển thị</a:t>
            </a:r>
            <a:r>
              <a:rPr sz="3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website (Chrome,</a:t>
            </a:r>
            <a:r>
              <a:rPr sz="3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Edge...).</a:t>
            </a:r>
            <a:endParaRPr sz="3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6" name="object 6"/>
          <p:cNvSpPr/>
          <p:nvPr/>
        </p:nvSpPr>
        <p:spPr>
          <a:xfrm>
            <a:off x="523544" y="10447221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8063A1"/>
            </a:solidFill>
          </a:ln>
        </p:spPr>
        <p:txBody>
          <a:bodyPr wrap="square" lIns="0" tIns="0" rIns="0" bIns="0" rtlCol="0"/>
          <a:p/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91847" y="292351"/>
            <a:ext cx="8718550" cy="1304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484" dirty="0"/>
              <a:t>CHƯƠNG</a:t>
            </a:r>
            <a:r>
              <a:rPr spc="-585" dirty="0"/>
              <a:t> </a:t>
            </a:r>
            <a:r>
              <a:rPr spc="-1170" dirty="0"/>
              <a:t>I</a:t>
            </a:r>
            <a:endParaRPr spc="-1170" dirty="0"/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2950" b="0" spc="-75" dirty="0">
                <a:solidFill>
                  <a:srgbClr val="000000"/>
                </a:solidFill>
                <a:latin typeface="Tahoma"/>
                <a:cs typeface="Tahoma"/>
              </a:rPr>
              <a:t>Giới</a:t>
            </a:r>
            <a:r>
              <a:rPr sz="2950" b="0" spc="-34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b="0" spc="-114" dirty="0">
                <a:solidFill>
                  <a:srgbClr val="000000"/>
                </a:solidFill>
                <a:latin typeface="Tahoma"/>
                <a:cs typeface="Tahoma"/>
              </a:rPr>
              <a:t>thiệu</a:t>
            </a:r>
            <a:r>
              <a:rPr sz="2950" b="0" spc="-34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b="0" spc="-190" dirty="0">
                <a:solidFill>
                  <a:srgbClr val="000000"/>
                </a:solidFill>
                <a:latin typeface="Tahoma"/>
                <a:cs typeface="Tahoma"/>
              </a:rPr>
              <a:t>về</a:t>
            </a:r>
            <a:r>
              <a:rPr sz="2950" b="0" spc="-33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b="0" spc="-114" dirty="0">
                <a:solidFill>
                  <a:srgbClr val="000000"/>
                </a:solidFill>
                <a:latin typeface="Tahoma"/>
                <a:cs typeface="Tahoma"/>
              </a:rPr>
              <a:t>thiết</a:t>
            </a:r>
            <a:r>
              <a:rPr sz="2950" b="0" spc="-33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b="0" spc="-145" dirty="0">
                <a:solidFill>
                  <a:srgbClr val="000000"/>
                </a:solidFill>
                <a:latin typeface="Tahoma"/>
                <a:cs typeface="Tahoma"/>
              </a:rPr>
              <a:t>kế</a:t>
            </a:r>
            <a:r>
              <a:rPr sz="2950" b="0" spc="-34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b="0" spc="-165" dirty="0">
                <a:solidFill>
                  <a:srgbClr val="000000"/>
                </a:solidFill>
                <a:latin typeface="Tahoma"/>
                <a:cs typeface="Tahoma"/>
              </a:rPr>
              <a:t>Web</a:t>
            </a:r>
            <a:r>
              <a:rPr sz="2950" b="0" spc="-34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b="0" spc="-190" dirty="0">
                <a:solidFill>
                  <a:srgbClr val="000000"/>
                </a:solidFill>
                <a:latin typeface="Tahoma"/>
                <a:cs typeface="Tahoma"/>
              </a:rPr>
              <a:t>và</a:t>
            </a:r>
            <a:r>
              <a:rPr sz="2950" b="0" spc="-33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b="0" spc="-114" dirty="0">
                <a:solidFill>
                  <a:srgbClr val="000000"/>
                </a:solidFill>
                <a:latin typeface="Tahoma"/>
                <a:cs typeface="Tahoma"/>
              </a:rPr>
              <a:t>triển</a:t>
            </a:r>
            <a:r>
              <a:rPr sz="2950" b="0" spc="-34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b="0" spc="-120" dirty="0">
                <a:solidFill>
                  <a:srgbClr val="000000"/>
                </a:solidFill>
                <a:latin typeface="Tahoma"/>
                <a:cs typeface="Tahoma"/>
              </a:rPr>
              <a:t>khai</a:t>
            </a:r>
            <a:r>
              <a:rPr sz="2950" b="0" spc="-34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b="0" spc="-140" dirty="0">
                <a:solidFill>
                  <a:srgbClr val="000000"/>
                </a:solidFill>
                <a:latin typeface="Tahoma"/>
                <a:cs typeface="Tahoma"/>
              </a:rPr>
              <a:t>hệ</a:t>
            </a:r>
            <a:r>
              <a:rPr sz="2950" b="0" spc="-34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b="0" spc="-175" dirty="0">
                <a:solidFill>
                  <a:srgbClr val="000000"/>
                </a:solidFill>
                <a:latin typeface="Tahoma"/>
                <a:cs typeface="Tahoma"/>
              </a:rPr>
              <a:t>thống</a:t>
            </a:r>
            <a:r>
              <a:rPr sz="2950" b="0" spc="-34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b="0" spc="-135" dirty="0">
                <a:solidFill>
                  <a:srgbClr val="000000"/>
                </a:solidFill>
                <a:latin typeface="Tahoma"/>
                <a:cs typeface="Tahoma"/>
              </a:rPr>
              <a:t>phần</a:t>
            </a:r>
            <a:r>
              <a:rPr sz="2950" b="0" spc="-34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b="0" spc="-25" dirty="0">
                <a:solidFill>
                  <a:srgbClr val="000000"/>
                </a:solidFill>
                <a:latin typeface="Tahoma"/>
                <a:cs typeface="Tahoma"/>
              </a:rPr>
              <a:t>mềm</a:t>
            </a:r>
            <a:endParaRPr sz="295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9593215" y="1702098"/>
            <a:ext cx="9552238" cy="2845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76246" y="2018861"/>
            <a:ext cx="11173460" cy="3506470"/>
          </a:xfrm>
          <a:prstGeom prst="rect">
            <a:avLst/>
          </a:prstGeom>
        </p:spPr>
        <p:txBody>
          <a:bodyPr vert="horz" wrap="square" lIns="0" tIns="3251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60"/>
              </a:spcBef>
            </a:pPr>
            <a:r>
              <a:rPr sz="3600" b="1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1.2</a:t>
            </a:r>
            <a:r>
              <a:rPr sz="3600" b="1" spc="-65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Phân</a:t>
            </a:r>
            <a:r>
              <a:rPr sz="3600" b="1" spc="-55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biệt</a:t>
            </a:r>
            <a:r>
              <a:rPr sz="3600" b="1" spc="-110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Web</a:t>
            </a:r>
            <a:r>
              <a:rPr sz="3600" b="1" spc="-60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tĩnh</a:t>
            </a:r>
            <a:r>
              <a:rPr sz="3600" b="1" spc="-55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và</a:t>
            </a:r>
            <a:r>
              <a:rPr sz="3600" b="1" spc="-120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Web</a:t>
            </a:r>
            <a:r>
              <a:rPr sz="3600" b="1" spc="-55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spc="-20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động</a:t>
            </a:r>
            <a:endParaRPr sz="3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2470"/>
              </a:spcBef>
            </a:pPr>
            <a:r>
              <a:rPr sz="3600" b="1" dirty="0">
                <a:latin typeface="Times New Roman" panose="02020603050405020304"/>
                <a:cs typeface="Times New Roman" panose="02020603050405020304"/>
              </a:rPr>
              <a:t>Web</a:t>
            </a:r>
            <a:r>
              <a:rPr sz="36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dirty="0">
                <a:latin typeface="Times New Roman" panose="02020603050405020304"/>
                <a:cs typeface="Times New Roman" panose="02020603050405020304"/>
              </a:rPr>
              <a:t>tĩnh:</a:t>
            </a:r>
            <a:r>
              <a:rPr sz="36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nội</a:t>
            </a:r>
            <a:r>
              <a:rPr sz="36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dung</a:t>
            </a:r>
            <a:r>
              <a:rPr sz="36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cố</a:t>
            </a:r>
            <a:r>
              <a:rPr sz="36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định,</a:t>
            </a:r>
            <a:r>
              <a:rPr sz="36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HTML</a:t>
            </a:r>
            <a:r>
              <a:rPr sz="3600" spc="-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thuần</a:t>
            </a:r>
            <a:r>
              <a:rPr sz="3600" spc="-10" dirty="0">
                <a:latin typeface="Calibri"/>
                <a:cs typeface="Calibri"/>
              </a:rPr>
              <a:t>.</a:t>
            </a:r>
            <a:endParaRPr sz="3600">
              <a:latin typeface="Calibri"/>
              <a:cs typeface="Calibri"/>
            </a:endParaRPr>
          </a:p>
          <a:p>
            <a:pPr marL="12700" marR="5080">
              <a:lnSpc>
                <a:spcPts val="6960"/>
              </a:lnSpc>
              <a:spcBef>
                <a:spcPts val="385"/>
              </a:spcBef>
            </a:pPr>
            <a:r>
              <a:rPr sz="3600" b="1" dirty="0">
                <a:latin typeface="Times New Roman" panose="02020603050405020304"/>
                <a:cs typeface="Times New Roman" panose="02020603050405020304"/>
              </a:rPr>
              <a:t>Web</a:t>
            </a:r>
            <a:r>
              <a:rPr sz="36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dirty="0">
                <a:latin typeface="Times New Roman" panose="02020603050405020304"/>
                <a:cs typeface="Times New Roman" panose="02020603050405020304"/>
              </a:rPr>
              <a:t>động:</a:t>
            </a:r>
            <a:r>
              <a:rPr sz="36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nội</a:t>
            </a:r>
            <a:r>
              <a:rPr sz="36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dung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sinh</a:t>
            </a:r>
            <a:r>
              <a:rPr sz="36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ra</a:t>
            </a:r>
            <a:r>
              <a:rPr sz="3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từ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CSDL,</a:t>
            </a:r>
            <a:r>
              <a:rPr sz="3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ngôn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ngữ</a:t>
            </a:r>
            <a:r>
              <a:rPr sz="36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phía</a:t>
            </a:r>
            <a:r>
              <a:rPr sz="3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server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So sánh ưu điểm</a:t>
            </a:r>
            <a:r>
              <a:rPr sz="36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và</a:t>
            </a:r>
            <a:r>
              <a:rPr sz="3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hạn </a:t>
            </a:r>
            <a:r>
              <a:rPr sz="3600" spc="-25" dirty="0">
                <a:latin typeface="Times New Roman" panose="02020603050405020304"/>
                <a:cs typeface="Times New Roman" panose="02020603050405020304"/>
              </a:rPr>
              <a:t>chế</a:t>
            </a:r>
            <a:endParaRPr sz="3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601345" y="10674350"/>
            <a:ext cx="5633085" cy="507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85" dirty="0">
                <a:solidFill>
                  <a:schemeClr val="tx1"/>
                </a:solidFill>
              </a:rPr>
              <a:t>THIẾT </a:t>
            </a:r>
            <a:r>
              <a:rPr spc="-110" dirty="0">
                <a:solidFill>
                  <a:schemeClr val="tx1"/>
                </a:solidFill>
              </a:rPr>
              <a:t>KẾ</a:t>
            </a:r>
            <a:r>
              <a:rPr spc="-190" dirty="0">
                <a:solidFill>
                  <a:schemeClr val="tx1"/>
                </a:solidFill>
              </a:rPr>
              <a:t> </a:t>
            </a:r>
            <a:r>
              <a:rPr spc="-110" dirty="0">
                <a:solidFill>
                  <a:schemeClr val="tx1"/>
                </a:solidFill>
              </a:rPr>
              <a:t>WEB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VÀ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45" dirty="0">
                <a:solidFill>
                  <a:schemeClr val="tx1"/>
                </a:solidFill>
              </a:rPr>
              <a:t>TRIỂN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KHAI</a:t>
            </a:r>
            <a:r>
              <a:rPr spc="-200" dirty="0">
                <a:solidFill>
                  <a:schemeClr val="tx1"/>
                </a:solidFill>
              </a:rPr>
              <a:t> </a:t>
            </a:r>
            <a:r>
              <a:rPr spc="-80" dirty="0">
                <a:solidFill>
                  <a:schemeClr val="tx1"/>
                </a:solidFill>
              </a:rPr>
              <a:t>HỆ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95" dirty="0">
                <a:solidFill>
                  <a:schemeClr val="tx1"/>
                </a:solidFill>
              </a:rPr>
              <a:t>THỐNG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75" dirty="0">
                <a:solidFill>
                  <a:schemeClr val="tx1"/>
                </a:solidFill>
              </a:rPr>
              <a:t>PHẦN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25" dirty="0">
                <a:solidFill>
                  <a:schemeClr val="tx1"/>
                </a:solidFill>
              </a:rPr>
              <a:t>MỀM</a:t>
            </a:r>
            <a:endParaRPr spc="-25" dirty="0">
              <a:solidFill>
                <a:schemeClr val="tx1"/>
              </a:solidFill>
            </a:endParaRPr>
          </a:p>
          <a:p>
            <a:pPr marL="12700">
              <a:lnSpc>
                <a:spcPct val="100000"/>
              </a:lnSpc>
            </a:pPr>
            <a:endParaRPr spc="-20" dirty="0">
              <a:solidFill>
                <a:schemeClr val="tx1"/>
              </a:solidFill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  <p:sp>
        <p:nvSpPr>
          <p:cNvPr id="16" name="object 6"/>
          <p:cNvSpPr/>
          <p:nvPr/>
        </p:nvSpPr>
        <p:spPr>
          <a:xfrm>
            <a:off x="523544" y="10447221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8063A1"/>
            </a:solidFill>
          </a:ln>
        </p:spPr>
        <p:txBody>
          <a:bodyPr wrap="square" lIns="0" tIns="0" rIns="0" bIns="0" rtlCol="0"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91847" y="292351"/>
            <a:ext cx="8718550" cy="1304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484" dirty="0"/>
              <a:t>CHƯƠNG</a:t>
            </a:r>
            <a:r>
              <a:rPr spc="-585" dirty="0"/>
              <a:t> </a:t>
            </a:r>
            <a:r>
              <a:rPr spc="-1170" dirty="0"/>
              <a:t>I</a:t>
            </a:r>
            <a:endParaRPr spc="-1170" dirty="0"/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2950" b="0" spc="-75" dirty="0">
                <a:solidFill>
                  <a:srgbClr val="000000"/>
                </a:solidFill>
                <a:latin typeface="Tahoma"/>
                <a:cs typeface="Tahoma"/>
              </a:rPr>
              <a:t>Giới</a:t>
            </a:r>
            <a:r>
              <a:rPr sz="2950" b="0" spc="-34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b="0" spc="-114" dirty="0">
                <a:solidFill>
                  <a:srgbClr val="000000"/>
                </a:solidFill>
                <a:latin typeface="Tahoma"/>
                <a:cs typeface="Tahoma"/>
              </a:rPr>
              <a:t>thiệu</a:t>
            </a:r>
            <a:r>
              <a:rPr sz="2950" b="0" spc="-34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b="0" spc="-190" dirty="0">
                <a:solidFill>
                  <a:srgbClr val="000000"/>
                </a:solidFill>
                <a:latin typeface="Tahoma"/>
                <a:cs typeface="Tahoma"/>
              </a:rPr>
              <a:t>về</a:t>
            </a:r>
            <a:r>
              <a:rPr sz="2950" b="0" spc="-33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b="0" spc="-114" dirty="0">
                <a:solidFill>
                  <a:srgbClr val="000000"/>
                </a:solidFill>
                <a:latin typeface="Tahoma"/>
                <a:cs typeface="Tahoma"/>
              </a:rPr>
              <a:t>thiết</a:t>
            </a:r>
            <a:r>
              <a:rPr sz="2950" b="0" spc="-33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b="0" spc="-145" dirty="0">
                <a:solidFill>
                  <a:srgbClr val="000000"/>
                </a:solidFill>
                <a:latin typeface="Tahoma"/>
                <a:cs typeface="Tahoma"/>
              </a:rPr>
              <a:t>kế</a:t>
            </a:r>
            <a:r>
              <a:rPr sz="2950" b="0" spc="-34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b="0" spc="-165" dirty="0">
                <a:solidFill>
                  <a:srgbClr val="000000"/>
                </a:solidFill>
                <a:latin typeface="Tahoma"/>
                <a:cs typeface="Tahoma"/>
              </a:rPr>
              <a:t>Web</a:t>
            </a:r>
            <a:r>
              <a:rPr sz="2950" b="0" spc="-34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b="0" spc="-190" dirty="0">
                <a:solidFill>
                  <a:srgbClr val="000000"/>
                </a:solidFill>
                <a:latin typeface="Tahoma"/>
                <a:cs typeface="Tahoma"/>
              </a:rPr>
              <a:t>và</a:t>
            </a:r>
            <a:r>
              <a:rPr sz="2950" b="0" spc="-33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b="0" spc="-114" dirty="0">
                <a:solidFill>
                  <a:srgbClr val="000000"/>
                </a:solidFill>
                <a:latin typeface="Tahoma"/>
                <a:cs typeface="Tahoma"/>
              </a:rPr>
              <a:t>triển</a:t>
            </a:r>
            <a:r>
              <a:rPr sz="2950" b="0" spc="-34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b="0" spc="-120" dirty="0">
                <a:solidFill>
                  <a:srgbClr val="000000"/>
                </a:solidFill>
                <a:latin typeface="Tahoma"/>
                <a:cs typeface="Tahoma"/>
              </a:rPr>
              <a:t>khai</a:t>
            </a:r>
            <a:r>
              <a:rPr sz="2950" b="0" spc="-34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b="0" spc="-140" dirty="0">
                <a:solidFill>
                  <a:srgbClr val="000000"/>
                </a:solidFill>
                <a:latin typeface="Tahoma"/>
                <a:cs typeface="Tahoma"/>
              </a:rPr>
              <a:t>hệ</a:t>
            </a:r>
            <a:r>
              <a:rPr sz="2950" b="0" spc="-34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b="0" spc="-175" dirty="0">
                <a:solidFill>
                  <a:srgbClr val="000000"/>
                </a:solidFill>
                <a:latin typeface="Tahoma"/>
                <a:cs typeface="Tahoma"/>
              </a:rPr>
              <a:t>thống</a:t>
            </a:r>
            <a:r>
              <a:rPr sz="2950" b="0" spc="-34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b="0" spc="-135" dirty="0">
                <a:solidFill>
                  <a:srgbClr val="000000"/>
                </a:solidFill>
                <a:latin typeface="Tahoma"/>
                <a:cs typeface="Tahoma"/>
              </a:rPr>
              <a:t>phần</a:t>
            </a:r>
            <a:r>
              <a:rPr sz="2950" b="0" spc="-34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b="0" spc="-25" dirty="0">
                <a:solidFill>
                  <a:srgbClr val="000000"/>
                </a:solidFill>
                <a:latin typeface="Tahoma"/>
                <a:cs typeface="Tahoma"/>
              </a:rPr>
              <a:t>mềm</a:t>
            </a:r>
            <a:endParaRPr sz="295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9593215" y="1702098"/>
            <a:ext cx="9552238" cy="2845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25120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2560"/>
              </a:spcBef>
            </a:pPr>
            <a:r>
              <a:rPr dirty="0"/>
              <a:t>1.3</a:t>
            </a:r>
            <a:r>
              <a:rPr spc="-85" dirty="0"/>
              <a:t> </a:t>
            </a:r>
            <a:r>
              <a:rPr dirty="0"/>
              <a:t>Thuật</a:t>
            </a:r>
            <a:r>
              <a:rPr spc="5" dirty="0"/>
              <a:t> </a:t>
            </a:r>
            <a:r>
              <a:rPr dirty="0"/>
              <a:t>ngữ</a:t>
            </a:r>
            <a:r>
              <a:rPr spc="5" dirty="0"/>
              <a:t> </a:t>
            </a:r>
            <a:r>
              <a:rPr dirty="0"/>
              <a:t>quan</a:t>
            </a:r>
            <a:r>
              <a:rPr spc="5" dirty="0"/>
              <a:t> </a:t>
            </a:r>
            <a:r>
              <a:rPr spc="-10" dirty="0"/>
              <a:t>trọng</a:t>
            </a:r>
            <a:endParaRPr spc="-10" dirty="0"/>
          </a:p>
          <a:p>
            <a:pPr marL="168910">
              <a:lnSpc>
                <a:spcPct val="100000"/>
              </a:lnSpc>
              <a:spcBef>
                <a:spcPts val="2470"/>
              </a:spcBef>
            </a:pPr>
            <a:r>
              <a:rPr dirty="0">
                <a:solidFill>
                  <a:srgbClr val="000000"/>
                </a:solidFill>
              </a:rPr>
              <a:t>Tên</a:t>
            </a:r>
            <a:r>
              <a:rPr spc="-1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miền:</a:t>
            </a:r>
            <a:r>
              <a:rPr spc="5" dirty="0">
                <a:solidFill>
                  <a:srgbClr val="000000"/>
                </a:solidFill>
              </a:rPr>
              <a:t> </a:t>
            </a:r>
            <a:r>
              <a:rPr b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địa chỉ dạng</a:t>
            </a:r>
            <a:r>
              <a:rPr b="0" spc="-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chữ dùng để</a:t>
            </a:r>
            <a:r>
              <a:rPr b="0" spc="-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truy</a:t>
            </a:r>
            <a:r>
              <a:rPr b="0" spc="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cập </a:t>
            </a:r>
            <a:r>
              <a:rPr b="0" spc="-1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website.</a:t>
            </a:r>
            <a:endParaRPr b="0" spc="-1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168910">
              <a:lnSpc>
                <a:spcPct val="100000"/>
              </a:lnSpc>
              <a:spcBef>
                <a:spcPts val="2550"/>
              </a:spcBef>
            </a:pPr>
            <a:r>
              <a:rPr dirty="0">
                <a:solidFill>
                  <a:srgbClr val="000000"/>
                </a:solidFill>
              </a:rPr>
              <a:t>URL</a:t>
            </a:r>
            <a:r>
              <a:rPr b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: địa chỉ</a:t>
            </a:r>
            <a:r>
              <a:rPr b="0" spc="1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đầy đủ</a:t>
            </a:r>
            <a:r>
              <a:rPr b="0" spc="1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của</a:t>
            </a:r>
            <a:r>
              <a:rPr b="0" spc="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tài nguyên (giao</a:t>
            </a:r>
            <a:r>
              <a:rPr b="0" spc="1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thức +</a:t>
            </a:r>
            <a:r>
              <a:rPr b="0" spc="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tên</a:t>
            </a:r>
            <a:r>
              <a:rPr b="0" spc="1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miền</a:t>
            </a:r>
            <a:r>
              <a:rPr b="0" spc="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+</a:t>
            </a:r>
            <a:r>
              <a:rPr b="0" spc="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đường</a:t>
            </a:r>
            <a:r>
              <a:rPr b="0" spc="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spc="-2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dẫn).</a:t>
            </a:r>
            <a:endParaRPr b="0" spc="-2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168910">
              <a:lnSpc>
                <a:spcPct val="100000"/>
              </a:lnSpc>
              <a:spcBef>
                <a:spcPts val="2555"/>
              </a:spcBef>
            </a:pPr>
            <a:r>
              <a:rPr dirty="0">
                <a:solidFill>
                  <a:srgbClr val="000000"/>
                </a:solidFill>
              </a:rPr>
              <a:t>Hosting</a:t>
            </a:r>
            <a:r>
              <a:rPr b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:</a:t>
            </a:r>
            <a:r>
              <a:rPr b="0" spc="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dịch vụ</a:t>
            </a:r>
            <a:r>
              <a:rPr b="0" spc="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lưu trữ</a:t>
            </a:r>
            <a:r>
              <a:rPr b="0" spc="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website</a:t>
            </a:r>
            <a:r>
              <a:rPr b="0" spc="-1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trên</a:t>
            </a:r>
            <a:r>
              <a:rPr b="0" spc="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máy chủ trực</a:t>
            </a:r>
            <a:r>
              <a:rPr b="0" spc="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spc="-1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tuyến.</a:t>
            </a:r>
            <a:endParaRPr b="0" spc="-1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168910">
              <a:lnSpc>
                <a:spcPct val="100000"/>
              </a:lnSpc>
              <a:spcBef>
                <a:spcPts val="2640"/>
              </a:spcBef>
            </a:pPr>
            <a:r>
              <a:rPr spc="-20" dirty="0">
                <a:solidFill>
                  <a:srgbClr val="000000"/>
                </a:solidFill>
              </a:rPr>
              <a:t>Trang</a:t>
            </a:r>
            <a:r>
              <a:rPr spc="-3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chủ:</a:t>
            </a:r>
            <a:r>
              <a:rPr spc="-10" dirty="0">
                <a:solidFill>
                  <a:srgbClr val="000000"/>
                </a:solidFill>
              </a:rPr>
              <a:t> </a:t>
            </a:r>
            <a:r>
              <a:rPr b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trang</a:t>
            </a:r>
            <a:r>
              <a:rPr b="0" spc="-1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đầu</a:t>
            </a:r>
            <a:r>
              <a:rPr b="0" spc="-2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tiên</a:t>
            </a:r>
            <a:r>
              <a:rPr b="0" spc="-1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khi</a:t>
            </a:r>
            <a:r>
              <a:rPr b="0" spc="-1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truy</a:t>
            </a:r>
            <a:r>
              <a:rPr b="0" spc="-15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cập</a:t>
            </a:r>
            <a:r>
              <a:rPr b="0" spc="-2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b="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một</a:t>
            </a:r>
            <a:r>
              <a:rPr b="0" spc="-10" dirty="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website.</a:t>
            </a:r>
            <a:endParaRPr b="0" spc="-10" dirty="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601345" y="10674350"/>
            <a:ext cx="5350510" cy="507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85" dirty="0">
                <a:solidFill>
                  <a:schemeClr val="tx1"/>
                </a:solidFill>
              </a:rPr>
              <a:t>THIẾT </a:t>
            </a:r>
            <a:r>
              <a:rPr spc="-110" dirty="0">
                <a:solidFill>
                  <a:schemeClr val="tx1"/>
                </a:solidFill>
              </a:rPr>
              <a:t>KẾ</a:t>
            </a:r>
            <a:r>
              <a:rPr spc="-190" dirty="0">
                <a:solidFill>
                  <a:schemeClr val="tx1"/>
                </a:solidFill>
              </a:rPr>
              <a:t> </a:t>
            </a:r>
            <a:r>
              <a:rPr spc="-110" dirty="0">
                <a:solidFill>
                  <a:schemeClr val="tx1"/>
                </a:solidFill>
              </a:rPr>
              <a:t>WEB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VÀ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45" dirty="0">
                <a:solidFill>
                  <a:schemeClr val="tx1"/>
                </a:solidFill>
              </a:rPr>
              <a:t>TRIỂN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KHAI</a:t>
            </a:r>
            <a:r>
              <a:rPr spc="-200" dirty="0">
                <a:solidFill>
                  <a:schemeClr val="tx1"/>
                </a:solidFill>
              </a:rPr>
              <a:t> </a:t>
            </a:r>
            <a:r>
              <a:rPr spc="-80" dirty="0">
                <a:solidFill>
                  <a:schemeClr val="tx1"/>
                </a:solidFill>
              </a:rPr>
              <a:t>HỆ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95" dirty="0">
                <a:solidFill>
                  <a:schemeClr val="tx1"/>
                </a:solidFill>
              </a:rPr>
              <a:t>THỐNG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75" dirty="0">
                <a:solidFill>
                  <a:schemeClr val="tx1"/>
                </a:solidFill>
              </a:rPr>
              <a:t>PHẦN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25" dirty="0">
                <a:solidFill>
                  <a:schemeClr val="tx1"/>
                </a:solidFill>
              </a:rPr>
              <a:t>MỀM</a:t>
            </a:r>
            <a:endParaRPr spc="-25" dirty="0">
              <a:solidFill>
                <a:schemeClr val="tx1"/>
              </a:solidFill>
            </a:endParaRPr>
          </a:p>
          <a:p>
            <a:pPr marL="12700">
              <a:lnSpc>
                <a:spcPct val="100000"/>
              </a:lnSpc>
            </a:pPr>
            <a:endParaRPr spc="-20" dirty="0">
              <a:solidFill>
                <a:schemeClr val="tx1"/>
              </a:solidFill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  <p:sp>
        <p:nvSpPr>
          <p:cNvPr id="16" name="object 6"/>
          <p:cNvSpPr/>
          <p:nvPr/>
        </p:nvSpPr>
        <p:spPr>
          <a:xfrm>
            <a:off x="523544" y="10447221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8063A1"/>
            </a:solidFill>
          </a:ln>
        </p:spPr>
        <p:txBody>
          <a:bodyPr wrap="square" lIns="0" tIns="0" rIns="0" bIns="0" rtlCol="0"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91847" y="292351"/>
            <a:ext cx="8718550" cy="1304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484" dirty="0"/>
              <a:t>CHƯƠNG</a:t>
            </a:r>
            <a:r>
              <a:rPr spc="-585" dirty="0"/>
              <a:t> </a:t>
            </a:r>
            <a:r>
              <a:rPr spc="-1170" dirty="0"/>
              <a:t>I</a:t>
            </a:r>
            <a:endParaRPr spc="-1170" dirty="0"/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2950" b="0" spc="-75" dirty="0">
                <a:solidFill>
                  <a:srgbClr val="000000"/>
                </a:solidFill>
                <a:latin typeface="Tahoma"/>
                <a:cs typeface="Tahoma"/>
              </a:rPr>
              <a:t>Giới</a:t>
            </a:r>
            <a:r>
              <a:rPr sz="2950" b="0" spc="-34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b="0" spc="-114" dirty="0">
                <a:solidFill>
                  <a:srgbClr val="000000"/>
                </a:solidFill>
                <a:latin typeface="Tahoma"/>
                <a:cs typeface="Tahoma"/>
              </a:rPr>
              <a:t>thiệu</a:t>
            </a:r>
            <a:r>
              <a:rPr sz="2950" b="0" spc="-34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b="0" spc="-190" dirty="0">
                <a:solidFill>
                  <a:srgbClr val="000000"/>
                </a:solidFill>
                <a:latin typeface="Tahoma"/>
                <a:cs typeface="Tahoma"/>
              </a:rPr>
              <a:t>về</a:t>
            </a:r>
            <a:r>
              <a:rPr sz="2950" b="0" spc="-33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b="0" spc="-114" dirty="0">
                <a:solidFill>
                  <a:srgbClr val="000000"/>
                </a:solidFill>
                <a:latin typeface="Tahoma"/>
                <a:cs typeface="Tahoma"/>
              </a:rPr>
              <a:t>thiết</a:t>
            </a:r>
            <a:r>
              <a:rPr sz="2950" b="0" spc="-33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b="0" spc="-145" dirty="0">
                <a:solidFill>
                  <a:srgbClr val="000000"/>
                </a:solidFill>
                <a:latin typeface="Tahoma"/>
                <a:cs typeface="Tahoma"/>
              </a:rPr>
              <a:t>kế</a:t>
            </a:r>
            <a:r>
              <a:rPr sz="2950" b="0" spc="-34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b="0" spc="-165" dirty="0">
                <a:solidFill>
                  <a:srgbClr val="000000"/>
                </a:solidFill>
                <a:latin typeface="Tahoma"/>
                <a:cs typeface="Tahoma"/>
              </a:rPr>
              <a:t>Web</a:t>
            </a:r>
            <a:r>
              <a:rPr sz="2950" b="0" spc="-34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b="0" spc="-190" dirty="0">
                <a:solidFill>
                  <a:srgbClr val="000000"/>
                </a:solidFill>
                <a:latin typeface="Tahoma"/>
                <a:cs typeface="Tahoma"/>
              </a:rPr>
              <a:t>và</a:t>
            </a:r>
            <a:r>
              <a:rPr sz="2950" b="0" spc="-33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b="0" spc="-114" dirty="0">
                <a:solidFill>
                  <a:srgbClr val="000000"/>
                </a:solidFill>
                <a:latin typeface="Tahoma"/>
                <a:cs typeface="Tahoma"/>
              </a:rPr>
              <a:t>triển</a:t>
            </a:r>
            <a:r>
              <a:rPr sz="2950" b="0" spc="-34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b="0" spc="-120" dirty="0">
                <a:solidFill>
                  <a:srgbClr val="000000"/>
                </a:solidFill>
                <a:latin typeface="Tahoma"/>
                <a:cs typeface="Tahoma"/>
              </a:rPr>
              <a:t>khai</a:t>
            </a:r>
            <a:r>
              <a:rPr sz="2950" b="0" spc="-34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b="0" spc="-140" dirty="0">
                <a:solidFill>
                  <a:srgbClr val="000000"/>
                </a:solidFill>
                <a:latin typeface="Tahoma"/>
                <a:cs typeface="Tahoma"/>
              </a:rPr>
              <a:t>hệ</a:t>
            </a:r>
            <a:r>
              <a:rPr sz="2950" b="0" spc="-34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b="0" spc="-175" dirty="0">
                <a:solidFill>
                  <a:srgbClr val="000000"/>
                </a:solidFill>
                <a:latin typeface="Tahoma"/>
                <a:cs typeface="Tahoma"/>
              </a:rPr>
              <a:t>thống</a:t>
            </a:r>
            <a:r>
              <a:rPr sz="2950" b="0" spc="-34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b="0" spc="-135" dirty="0">
                <a:solidFill>
                  <a:srgbClr val="000000"/>
                </a:solidFill>
                <a:latin typeface="Tahoma"/>
                <a:cs typeface="Tahoma"/>
              </a:rPr>
              <a:t>phần</a:t>
            </a:r>
            <a:r>
              <a:rPr sz="2950" b="0" spc="-34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b="0" spc="-25" dirty="0">
                <a:solidFill>
                  <a:srgbClr val="000000"/>
                </a:solidFill>
                <a:latin typeface="Tahoma"/>
                <a:cs typeface="Tahoma"/>
              </a:rPr>
              <a:t>mềm</a:t>
            </a:r>
            <a:endParaRPr sz="295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9593215" y="1702098"/>
            <a:ext cx="9552238" cy="2845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76246" y="2018861"/>
            <a:ext cx="15939769" cy="2622550"/>
          </a:xfrm>
          <a:prstGeom prst="rect">
            <a:avLst/>
          </a:prstGeom>
        </p:spPr>
        <p:txBody>
          <a:bodyPr vert="horz" wrap="square" lIns="0" tIns="3251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60"/>
              </a:spcBef>
            </a:pPr>
            <a:r>
              <a:rPr sz="3600" b="1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1.4</a:t>
            </a:r>
            <a:r>
              <a:rPr sz="3600" b="1" spc="-5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Công</a:t>
            </a:r>
            <a:r>
              <a:rPr sz="3600" b="1" spc="5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cụ</a:t>
            </a:r>
            <a:r>
              <a:rPr sz="3600" b="1" spc="5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thiết</a:t>
            </a:r>
            <a:r>
              <a:rPr sz="3600" b="1" spc="5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kế</a:t>
            </a:r>
            <a:r>
              <a:rPr sz="3600" b="1" spc="-60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spc="-25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Web</a:t>
            </a:r>
            <a:endParaRPr sz="3600">
              <a:latin typeface="Times New Roman" panose="02020603050405020304"/>
              <a:cs typeface="Times New Roman" panose="02020603050405020304"/>
            </a:endParaRPr>
          </a:p>
          <a:p>
            <a:pPr marL="257175" indent="-244475">
              <a:lnSpc>
                <a:spcPct val="100000"/>
              </a:lnSpc>
              <a:spcBef>
                <a:spcPts val="2470"/>
              </a:spcBef>
              <a:buFont typeface="Calibri"/>
              <a:buChar char="-"/>
              <a:tabLst>
                <a:tab pos="257175" algn="l"/>
              </a:tabLst>
            </a:pPr>
            <a:r>
              <a:rPr sz="3600" b="1" dirty="0">
                <a:latin typeface="Times New Roman" panose="02020603050405020304"/>
                <a:cs typeface="Times New Roman" panose="02020603050405020304"/>
              </a:rPr>
              <a:t>Visual</a:t>
            </a:r>
            <a:r>
              <a:rPr sz="36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dirty="0">
                <a:latin typeface="Times New Roman" panose="02020603050405020304"/>
                <a:cs typeface="Times New Roman" panose="02020603050405020304"/>
              </a:rPr>
              <a:t>Studio Code:</a:t>
            </a:r>
            <a:r>
              <a:rPr sz="36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đa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nền</a:t>
            </a:r>
            <a:r>
              <a:rPr sz="36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tảng,</a:t>
            </a:r>
            <a:r>
              <a:rPr sz="36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hỗ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trợ</a:t>
            </a:r>
            <a:r>
              <a:rPr sz="36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IntelliSense,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gỡ lỗi,</a:t>
            </a:r>
            <a:r>
              <a:rPr sz="36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Git,</a:t>
            </a:r>
            <a:r>
              <a:rPr sz="36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tiện</a:t>
            </a:r>
            <a:r>
              <a:rPr sz="36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ích mở</a:t>
            </a:r>
            <a:r>
              <a:rPr sz="36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rộng.</a:t>
            </a:r>
            <a:endParaRPr sz="3600">
              <a:latin typeface="Times New Roman" panose="02020603050405020304"/>
              <a:cs typeface="Times New Roman" panose="02020603050405020304"/>
            </a:endParaRPr>
          </a:p>
          <a:p>
            <a:pPr marL="257175" indent="-244475">
              <a:lnSpc>
                <a:spcPct val="100000"/>
              </a:lnSpc>
              <a:spcBef>
                <a:spcPts val="2550"/>
              </a:spcBef>
              <a:buFont typeface="Calibri"/>
              <a:buChar char="-"/>
              <a:tabLst>
                <a:tab pos="257175" algn="l"/>
              </a:tabLst>
            </a:pPr>
            <a:r>
              <a:rPr sz="3600" b="1" dirty="0">
                <a:latin typeface="Times New Roman" panose="02020603050405020304"/>
                <a:cs typeface="Times New Roman" panose="02020603050405020304"/>
              </a:rPr>
              <a:t>Adobe</a:t>
            </a:r>
            <a:r>
              <a:rPr sz="36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dirty="0">
                <a:latin typeface="Times New Roman" panose="02020603050405020304"/>
                <a:cs typeface="Times New Roman" panose="02020603050405020304"/>
              </a:rPr>
              <a:t>Dreamweaver:</a:t>
            </a:r>
            <a:r>
              <a:rPr sz="36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IDE</a:t>
            </a:r>
            <a:r>
              <a:rPr sz="3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trực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quan,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gợi</a:t>
            </a:r>
            <a:r>
              <a:rPr sz="36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ý</a:t>
            </a:r>
            <a:r>
              <a:rPr sz="3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mã,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Live</a:t>
            </a:r>
            <a:r>
              <a:rPr sz="36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65" dirty="0">
                <a:latin typeface="Times New Roman" panose="02020603050405020304"/>
                <a:cs typeface="Times New Roman" panose="02020603050405020304"/>
              </a:rPr>
              <a:t>View,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mẫu</a:t>
            </a:r>
            <a:r>
              <a:rPr sz="3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trang,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tích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dirty="0">
                <a:latin typeface="Times New Roman" panose="02020603050405020304"/>
                <a:cs typeface="Times New Roman" panose="02020603050405020304"/>
              </a:rPr>
              <a:t>hợp</a:t>
            </a:r>
            <a:r>
              <a:rPr sz="36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20" dirty="0">
                <a:latin typeface="Times New Roman" panose="02020603050405020304"/>
                <a:cs typeface="Times New Roman" panose="02020603050405020304"/>
              </a:rPr>
              <a:t>Git.</a:t>
            </a:r>
            <a:endParaRPr sz="3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601345" y="10674350"/>
            <a:ext cx="5526405" cy="507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85" dirty="0">
                <a:solidFill>
                  <a:schemeClr val="tx1"/>
                </a:solidFill>
              </a:rPr>
              <a:t>THIẾT </a:t>
            </a:r>
            <a:r>
              <a:rPr spc="-110" dirty="0">
                <a:solidFill>
                  <a:schemeClr val="tx1"/>
                </a:solidFill>
              </a:rPr>
              <a:t>KẾ</a:t>
            </a:r>
            <a:r>
              <a:rPr spc="-190" dirty="0">
                <a:solidFill>
                  <a:schemeClr val="tx1"/>
                </a:solidFill>
              </a:rPr>
              <a:t> </a:t>
            </a:r>
            <a:r>
              <a:rPr spc="-110" dirty="0">
                <a:solidFill>
                  <a:schemeClr val="tx1"/>
                </a:solidFill>
              </a:rPr>
              <a:t>WEB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VÀ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45" dirty="0">
                <a:solidFill>
                  <a:schemeClr val="tx1"/>
                </a:solidFill>
              </a:rPr>
              <a:t>TRIỂN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KHAI</a:t>
            </a:r>
            <a:r>
              <a:rPr spc="-200" dirty="0">
                <a:solidFill>
                  <a:schemeClr val="tx1"/>
                </a:solidFill>
              </a:rPr>
              <a:t> </a:t>
            </a:r>
            <a:r>
              <a:rPr spc="-80" dirty="0">
                <a:solidFill>
                  <a:schemeClr val="tx1"/>
                </a:solidFill>
              </a:rPr>
              <a:t>HỆ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95" dirty="0">
                <a:solidFill>
                  <a:schemeClr val="tx1"/>
                </a:solidFill>
              </a:rPr>
              <a:t>THỐNG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75" dirty="0">
                <a:solidFill>
                  <a:schemeClr val="tx1"/>
                </a:solidFill>
              </a:rPr>
              <a:t>PHẦN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25" dirty="0">
                <a:solidFill>
                  <a:schemeClr val="tx1"/>
                </a:solidFill>
              </a:rPr>
              <a:t>MỀM</a:t>
            </a:r>
            <a:endParaRPr spc="-25" dirty="0">
              <a:solidFill>
                <a:schemeClr val="tx1"/>
              </a:solidFill>
            </a:endParaRPr>
          </a:p>
          <a:p>
            <a:pPr marL="12700">
              <a:lnSpc>
                <a:spcPct val="100000"/>
              </a:lnSpc>
            </a:pPr>
            <a:endParaRPr spc="-20" dirty="0">
              <a:solidFill>
                <a:schemeClr val="tx1"/>
              </a:solidFill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  <p:sp>
        <p:nvSpPr>
          <p:cNvPr id="16" name="object 6"/>
          <p:cNvSpPr/>
          <p:nvPr/>
        </p:nvSpPr>
        <p:spPr>
          <a:xfrm>
            <a:off x="523544" y="10447221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8063A1"/>
            </a:solidFill>
          </a:ln>
        </p:spPr>
        <p:txBody>
          <a:bodyPr wrap="square" lIns="0" tIns="0" rIns="0" bIns="0" rtlCol="0"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11788" y="301003"/>
            <a:ext cx="1694119" cy="138271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452847"/>
            <a:ext cx="20104099" cy="85570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7022449" y="10706020"/>
            <a:ext cx="1542415" cy="337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350" dirty="0">
                <a:solidFill>
                  <a:srgbClr val="FFFFFF"/>
                </a:solidFill>
                <a:latin typeface="Arial MT"/>
                <a:cs typeface="Arial MT"/>
              </a:rPr>
              <a:t>Slide:</a:t>
            </a:r>
            <a:r>
              <a:rPr sz="235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50" spc="114" dirty="0">
                <a:solidFill>
                  <a:srgbClr val="FFFFFF"/>
                </a:solidFill>
                <a:latin typeface="Tahoma"/>
                <a:cs typeface="Tahoma"/>
              </a:rPr>
              <a:t>số….</a:t>
            </a:r>
            <a:endParaRPr sz="235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-60325"/>
            <a:ext cx="20110450" cy="11308715"/>
            <a:chOff x="1005344" y="-2"/>
            <a:chExt cx="18093690" cy="1130871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5344" y="-2"/>
              <a:ext cx="18093409" cy="1130855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5344" y="10452847"/>
              <a:ext cx="18093409" cy="85570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05344" y="0"/>
              <a:ext cx="5659443" cy="11308554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8854045" y="2480557"/>
            <a:ext cx="7019925" cy="230314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20"/>
              </a:spcBef>
            </a:pPr>
            <a:r>
              <a:rPr sz="74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CHƯƠNG</a:t>
            </a:r>
            <a:r>
              <a:rPr sz="7450" spc="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7450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II.</a:t>
            </a:r>
            <a:endParaRPr sz="7450">
              <a:latin typeface="Arial" panose="020B0604020202020204"/>
              <a:cs typeface="Arial" panose="020B0604020202020204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sz="74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HTML</a:t>
            </a:r>
            <a:r>
              <a:rPr sz="7450" spc="-13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745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7450" spc="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7450" spc="-1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HTML5</a:t>
            </a:r>
            <a:endParaRPr sz="745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5050" y="10400665"/>
            <a:ext cx="3822700" cy="9036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91847" y="292351"/>
            <a:ext cx="3195955" cy="1304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484" dirty="0"/>
              <a:t>CHƯƠNG</a:t>
            </a:r>
            <a:r>
              <a:rPr spc="-585" dirty="0"/>
              <a:t> </a:t>
            </a:r>
            <a:r>
              <a:rPr spc="-1145" dirty="0"/>
              <a:t>II</a:t>
            </a:r>
            <a:endParaRPr spc="-1145" dirty="0"/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2950" b="0" spc="-195" dirty="0">
                <a:solidFill>
                  <a:srgbClr val="000000"/>
                </a:solidFill>
                <a:latin typeface="Tahoma"/>
                <a:cs typeface="Tahoma"/>
              </a:rPr>
              <a:t>HTML</a:t>
            </a:r>
            <a:r>
              <a:rPr sz="2950" b="0" spc="-35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b="0" spc="-260" dirty="0">
                <a:solidFill>
                  <a:srgbClr val="000000"/>
                </a:solidFill>
                <a:latin typeface="Tahoma"/>
                <a:cs typeface="Tahoma"/>
              </a:rPr>
              <a:t>&amp;</a:t>
            </a:r>
            <a:r>
              <a:rPr sz="2950" b="0" spc="-35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b="0" spc="-20" dirty="0">
                <a:solidFill>
                  <a:srgbClr val="000000"/>
                </a:solidFill>
                <a:latin typeface="Tahoma"/>
                <a:cs typeface="Tahoma"/>
              </a:rPr>
              <a:t>HTML5</a:t>
            </a:r>
            <a:endParaRPr sz="295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9593215" y="1702098"/>
            <a:ext cx="9552238" cy="2845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76246" y="2322237"/>
            <a:ext cx="7833995" cy="38976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17525" lvl="1" indent="-504825">
              <a:lnSpc>
                <a:spcPct val="100000"/>
              </a:lnSpc>
              <a:spcBef>
                <a:spcPts val="135"/>
              </a:spcBef>
              <a:buAutoNum type="arabicPeriod"/>
              <a:tabLst>
                <a:tab pos="517525" algn="l"/>
              </a:tabLst>
            </a:pPr>
            <a:r>
              <a:rPr sz="2600" b="1" spc="-20" dirty="0">
                <a:solidFill>
                  <a:srgbClr val="F47320"/>
                </a:solidFill>
                <a:latin typeface="Calibri"/>
                <a:cs typeface="Calibri"/>
              </a:rPr>
              <a:t>Tổng</a:t>
            </a:r>
            <a:r>
              <a:rPr sz="2600" b="1" spc="-15" dirty="0">
                <a:solidFill>
                  <a:srgbClr val="F4732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F47320"/>
                </a:solidFill>
                <a:latin typeface="Calibri"/>
                <a:cs typeface="Calibri"/>
              </a:rPr>
              <a:t>quan</a:t>
            </a:r>
            <a:r>
              <a:rPr sz="2600" b="1" spc="-15" dirty="0">
                <a:solidFill>
                  <a:srgbClr val="F4732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F47320"/>
                </a:solidFill>
                <a:latin typeface="Calibri"/>
                <a:cs typeface="Calibri"/>
              </a:rPr>
              <a:t>về</a:t>
            </a:r>
            <a:r>
              <a:rPr sz="2600" b="1" spc="-5" dirty="0">
                <a:solidFill>
                  <a:srgbClr val="F47320"/>
                </a:solidFill>
                <a:latin typeface="Calibri"/>
                <a:cs typeface="Calibri"/>
              </a:rPr>
              <a:t> </a:t>
            </a:r>
            <a:r>
              <a:rPr sz="2600" b="1" spc="-20" dirty="0">
                <a:solidFill>
                  <a:srgbClr val="F47320"/>
                </a:solidFill>
                <a:latin typeface="Calibri"/>
                <a:cs typeface="Calibri"/>
              </a:rPr>
              <a:t>HTML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10"/>
              </a:spcBef>
            </a:pPr>
            <a:r>
              <a:rPr sz="2600" b="1" dirty="0">
                <a:latin typeface="Times New Roman" panose="02020603050405020304"/>
                <a:cs typeface="Times New Roman" panose="02020603050405020304"/>
              </a:rPr>
              <a:t>Khái</a:t>
            </a:r>
            <a:r>
              <a:rPr sz="2600" b="1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20" dirty="0">
                <a:latin typeface="Times New Roman" panose="02020603050405020304"/>
                <a:cs typeface="Times New Roman" panose="02020603050405020304"/>
              </a:rPr>
              <a:t>niệm: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483870" lvl="2" indent="-471170">
              <a:lnSpc>
                <a:spcPct val="100000"/>
              </a:lnSpc>
              <a:spcBef>
                <a:spcPts val="2330"/>
              </a:spcBef>
              <a:buSzPct val="88000"/>
              <a:buFont typeface="Tahoma"/>
              <a:buChar char="•"/>
              <a:tabLst>
                <a:tab pos="483870" algn="l"/>
              </a:tabLst>
            </a:pPr>
            <a:r>
              <a:rPr sz="2600" dirty="0">
                <a:latin typeface="Times New Roman" panose="02020603050405020304"/>
                <a:cs typeface="Times New Roman" panose="02020603050405020304"/>
              </a:rPr>
              <a:t>HTML</a:t>
            </a:r>
            <a:r>
              <a:rPr sz="2600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viết</a:t>
            </a:r>
            <a:r>
              <a:rPr sz="26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tắt</a:t>
            </a:r>
            <a:r>
              <a:rPr sz="26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của</a:t>
            </a:r>
            <a:r>
              <a:rPr sz="2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Hyper</a:t>
            </a:r>
            <a:r>
              <a:rPr sz="26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Text</a:t>
            </a:r>
            <a:r>
              <a:rPr sz="26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Markup</a:t>
            </a:r>
            <a:r>
              <a:rPr sz="2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10" dirty="0">
                <a:latin typeface="Times New Roman" panose="02020603050405020304"/>
                <a:cs typeface="Times New Roman" panose="02020603050405020304"/>
              </a:rPr>
              <a:t>Language.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483870" lvl="2" indent="-471170">
              <a:lnSpc>
                <a:spcPct val="100000"/>
              </a:lnSpc>
              <a:spcBef>
                <a:spcPts val="2325"/>
              </a:spcBef>
              <a:buSzPct val="88000"/>
              <a:buFont typeface="Tahoma"/>
              <a:buChar char="•"/>
              <a:tabLst>
                <a:tab pos="483870" algn="l"/>
              </a:tabLst>
            </a:pPr>
            <a:r>
              <a:rPr sz="2600" dirty="0">
                <a:latin typeface="Times New Roman" panose="02020603050405020304"/>
                <a:cs typeface="Times New Roman" panose="02020603050405020304"/>
              </a:rPr>
              <a:t>Là</a:t>
            </a:r>
            <a:r>
              <a:rPr sz="26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ngôn</a:t>
            </a:r>
            <a:r>
              <a:rPr sz="26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ngữ</a:t>
            </a:r>
            <a:r>
              <a:rPr sz="26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đánh</a:t>
            </a:r>
            <a:r>
              <a:rPr sz="26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dấu</a:t>
            </a:r>
            <a:r>
              <a:rPr sz="26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siêu</a:t>
            </a:r>
            <a:r>
              <a:rPr sz="26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văn</a:t>
            </a:r>
            <a:r>
              <a:rPr sz="26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20" dirty="0">
                <a:latin typeface="Times New Roman" panose="02020603050405020304"/>
                <a:cs typeface="Times New Roman" panose="02020603050405020304"/>
              </a:rPr>
              <a:t>bản.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483870" lvl="2" indent="-471170">
              <a:lnSpc>
                <a:spcPct val="100000"/>
              </a:lnSpc>
              <a:spcBef>
                <a:spcPts val="2330"/>
              </a:spcBef>
              <a:buSzPct val="88000"/>
              <a:buFont typeface="Tahoma"/>
              <a:buChar char="•"/>
              <a:tabLst>
                <a:tab pos="483870" algn="l"/>
              </a:tabLst>
            </a:pPr>
            <a:r>
              <a:rPr sz="2600" dirty="0">
                <a:latin typeface="Times New Roman" panose="02020603050405020304"/>
                <a:cs typeface="Times New Roman" panose="02020603050405020304"/>
              </a:rPr>
              <a:t>Không</a:t>
            </a:r>
            <a:r>
              <a:rPr sz="26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phải</a:t>
            </a:r>
            <a:r>
              <a:rPr sz="26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là</a:t>
            </a:r>
            <a:r>
              <a:rPr sz="26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ngôn</a:t>
            </a:r>
            <a:r>
              <a:rPr sz="26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ngữ</a:t>
            </a:r>
            <a:r>
              <a:rPr sz="26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lập</a:t>
            </a:r>
            <a:r>
              <a:rPr sz="26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10" dirty="0">
                <a:latin typeface="Times New Roman" panose="02020603050405020304"/>
                <a:cs typeface="Times New Roman" panose="02020603050405020304"/>
              </a:rPr>
              <a:t>trình.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483870" lvl="2" indent="-471170">
              <a:lnSpc>
                <a:spcPct val="100000"/>
              </a:lnSpc>
              <a:spcBef>
                <a:spcPts val="2330"/>
              </a:spcBef>
              <a:buSzPct val="88000"/>
              <a:buFont typeface="Tahoma"/>
              <a:buChar char="•"/>
              <a:tabLst>
                <a:tab pos="483870" algn="l"/>
              </a:tabLst>
            </a:pPr>
            <a:r>
              <a:rPr sz="2600" dirty="0">
                <a:latin typeface="Times New Roman" panose="02020603050405020304"/>
                <a:cs typeface="Times New Roman" panose="02020603050405020304"/>
              </a:rPr>
              <a:t>HTML</a:t>
            </a:r>
            <a:r>
              <a:rPr sz="26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có</a:t>
            </a:r>
            <a:r>
              <a:rPr sz="26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tác</a:t>
            </a:r>
            <a:r>
              <a:rPr sz="26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dụng</a:t>
            </a:r>
            <a:r>
              <a:rPr sz="26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tạo</a:t>
            </a:r>
            <a:r>
              <a:rPr sz="26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bố</a:t>
            </a:r>
            <a:r>
              <a:rPr sz="26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cục</a:t>
            </a:r>
            <a:r>
              <a:rPr sz="26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và</a:t>
            </a:r>
            <a:r>
              <a:rPr sz="26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định</a:t>
            </a:r>
            <a:r>
              <a:rPr sz="26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dạng</a:t>
            </a:r>
            <a:r>
              <a:rPr sz="26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trang</a:t>
            </a:r>
            <a:r>
              <a:rPr sz="26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20" dirty="0">
                <a:latin typeface="Times New Roman" panose="02020603050405020304"/>
                <a:cs typeface="Times New Roman" panose="02020603050405020304"/>
              </a:rPr>
              <a:t>web.</a:t>
            </a:r>
            <a:endParaRPr sz="26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9425576" y="3338712"/>
            <a:ext cx="2355850" cy="5534660"/>
            <a:chOff x="9425576" y="3338712"/>
            <a:chExt cx="2355850" cy="553466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98628" y="7378883"/>
              <a:ext cx="2050827" cy="139893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9428194" y="3341329"/>
              <a:ext cx="2350770" cy="5529580"/>
            </a:xfrm>
            <a:custGeom>
              <a:avLst/>
              <a:gdLst/>
              <a:ahLst/>
              <a:cxnLst/>
              <a:rect l="l" t="t" r="r" b="b"/>
              <a:pathLst>
                <a:path w="2350770" h="5529580">
                  <a:moveTo>
                    <a:pt x="0" y="5529046"/>
                  </a:moveTo>
                  <a:lnTo>
                    <a:pt x="2350225" y="5529046"/>
                  </a:lnTo>
                  <a:lnTo>
                    <a:pt x="2350225" y="0"/>
                  </a:lnTo>
                  <a:lnTo>
                    <a:pt x="0" y="0"/>
                  </a:lnTo>
                  <a:lnTo>
                    <a:pt x="0" y="5529046"/>
                  </a:lnTo>
                  <a:close/>
                </a:path>
              </a:pathLst>
            </a:custGeom>
            <a:ln w="5235">
              <a:solidFill>
                <a:srgbClr val="1F487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/>
          <p:cNvGrpSpPr/>
          <p:nvPr/>
        </p:nvGrpSpPr>
        <p:grpSpPr>
          <a:xfrm>
            <a:off x="12112266" y="3338781"/>
            <a:ext cx="2355850" cy="5534660"/>
            <a:chOff x="12112266" y="3338781"/>
            <a:chExt cx="2355850" cy="553466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117536" y="3344052"/>
              <a:ext cx="2343802" cy="552367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2114883" y="3341399"/>
              <a:ext cx="2350770" cy="5528945"/>
            </a:xfrm>
            <a:custGeom>
              <a:avLst/>
              <a:gdLst/>
              <a:ahLst/>
              <a:cxnLst/>
              <a:rect l="l" t="t" r="r" b="b"/>
              <a:pathLst>
                <a:path w="2350769" h="5528945">
                  <a:moveTo>
                    <a:pt x="0" y="5528906"/>
                  </a:moveTo>
                  <a:lnTo>
                    <a:pt x="2350225" y="5528906"/>
                  </a:lnTo>
                  <a:lnTo>
                    <a:pt x="2350225" y="0"/>
                  </a:lnTo>
                  <a:lnTo>
                    <a:pt x="0" y="0"/>
                  </a:lnTo>
                  <a:lnTo>
                    <a:pt x="0" y="5528906"/>
                  </a:lnTo>
                  <a:close/>
                </a:path>
              </a:pathLst>
            </a:custGeom>
            <a:ln w="5235">
              <a:solidFill>
                <a:srgbClr val="1F487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/>
          <p:cNvGrpSpPr/>
          <p:nvPr/>
        </p:nvGrpSpPr>
        <p:grpSpPr>
          <a:xfrm>
            <a:off x="14799025" y="3338712"/>
            <a:ext cx="2355850" cy="5534660"/>
            <a:chOff x="14799025" y="3338712"/>
            <a:chExt cx="2355850" cy="5534660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804296" y="3343982"/>
              <a:ext cx="2343802" cy="552374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4801643" y="3341329"/>
              <a:ext cx="2350770" cy="5529580"/>
            </a:xfrm>
            <a:custGeom>
              <a:avLst/>
              <a:gdLst/>
              <a:ahLst/>
              <a:cxnLst/>
              <a:rect l="l" t="t" r="r" b="b"/>
              <a:pathLst>
                <a:path w="2350769" h="5529580">
                  <a:moveTo>
                    <a:pt x="0" y="5528976"/>
                  </a:moveTo>
                  <a:lnTo>
                    <a:pt x="2350225" y="5528976"/>
                  </a:lnTo>
                  <a:lnTo>
                    <a:pt x="2350225" y="0"/>
                  </a:lnTo>
                  <a:lnTo>
                    <a:pt x="0" y="0"/>
                  </a:lnTo>
                  <a:lnTo>
                    <a:pt x="0" y="5528976"/>
                  </a:lnTo>
                  <a:close/>
                </a:path>
              </a:pathLst>
            </a:custGeom>
            <a:ln w="5235">
              <a:solidFill>
                <a:srgbClr val="1F487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/>
          <p:cNvGrpSpPr/>
          <p:nvPr/>
        </p:nvGrpSpPr>
        <p:grpSpPr>
          <a:xfrm>
            <a:off x="17485783" y="3338781"/>
            <a:ext cx="2186940" cy="5534660"/>
            <a:chOff x="17485783" y="3338781"/>
            <a:chExt cx="2186940" cy="5534660"/>
          </a:xfrm>
        </p:grpSpPr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808440" y="3343982"/>
              <a:ext cx="1858534" cy="552367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7488401" y="3341399"/>
              <a:ext cx="2181860" cy="5528945"/>
            </a:xfrm>
            <a:custGeom>
              <a:avLst/>
              <a:gdLst/>
              <a:ahLst/>
              <a:cxnLst/>
              <a:rect l="l" t="t" r="r" b="b"/>
              <a:pathLst>
                <a:path w="2181859" h="5528945">
                  <a:moveTo>
                    <a:pt x="0" y="5528906"/>
                  </a:moveTo>
                  <a:lnTo>
                    <a:pt x="2181364" y="5528906"/>
                  </a:lnTo>
                  <a:lnTo>
                    <a:pt x="2181364" y="0"/>
                  </a:lnTo>
                  <a:lnTo>
                    <a:pt x="0" y="0"/>
                  </a:lnTo>
                  <a:lnTo>
                    <a:pt x="0" y="5528906"/>
                  </a:lnTo>
                  <a:close/>
                </a:path>
              </a:pathLst>
            </a:custGeom>
            <a:ln w="5235">
              <a:solidFill>
                <a:srgbClr val="1F487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9226809" y="8876662"/>
            <a:ext cx="2753360" cy="4781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950" spc="-175" dirty="0">
                <a:latin typeface="Tahoma"/>
                <a:cs typeface="Tahoma"/>
              </a:rPr>
              <a:t>WORDS</a:t>
            </a:r>
            <a:r>
              <a:rPr sz="2950" spc="-350" dirty="0">
                <a:latin typeface="Tahoma"/>
                <a:cs typeface="Tahoma"/>
              </a:rPr>
              <a:t> </a:t>
            </a:r>
            <a:r>
              <a:rPr sz="2950" spc="-670" dirty="0">
                <a:latin typeface="Tahoma"/>
                <a:cs typeface="Tahoma"/>
              </a:rPr>
              <a:t>+</a:t>
            </a:r>
            <a:r>
              <a:rPr sz="2950" spc="-350" dirty="0">
                <a:latin typeface="Tahoma"/>
                <a:cs typeface="Tahoma"/>
              </a:rPr>
              <a:t> </a:t>
            </a:r>
            <a:r>
              <a:rPr sz="2950" spc="-150" dirty="0">
                <a:latin typeface="Tahoma"/>
                <a:cs typeface="Tahoma"/>
              </a:rPr>
              <a:t>IMAGES</a:t>
            </a:r>
            <a:endParaRPr sz="2950">
              <a:latin typeface="Tahoma"/>
              <a:cs typeface="Tahoma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dt" sz="half" idx="6"/>
          </p:nvPr>
        </p:nvSpPr>
        <p:spPr>
          <a:xfrm>
            <a:off x="601345" y="10674350"/>
            <a:ext cx="5274945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85" dirty="0">
                <a:solidFill>
                  <a:schemeClr val="tx1"/>
                </a:solidFill>
              </a:rPr>
              <a:t>THIẾT </a:t>
            </a:r>
            <a:r>
              <a:rPr spc="-110" dirty="0">
                <a:solidFill>
                  <a:schemeClr val="tx1"/>
                </a:solidFill>
              </a:rPr>
              <a:t>KẾ</a:t>
            </a:r>
            <a:r>
              <a:rPr spc="-190" dirty="0">
                <a:solidFill>
                  <a:schemeClr val="tx1"/>
                </a:solidFill>
              </a:rPr>
              <a:t> </a:t>
            </a:r>
            <a:r>
              <a:rPr spc="-110" dirty="0">
                <a:solidFill>
                  <a:schemeClr val="tx1"/>
                </a:solidFill>
              </a:rPr>
              <a:t>WEB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VÀ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45" dirty="0">
                <a:solidFill>
                  <a:schemeClr val="tx1"/>
                </a:solidFill>
              </a:rPr>
              <a:t>TRIỂN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KHAI</a:t>
            </a:r>
            <a:r>
              <a:rPr spc="-200" dirty="0">
                <a:solidFill>
                  <a:schemeClr val="tx1"/>
                </a:solidFill>
              </a:rPr>
              <a:t> </a:t>
            </a:r>
            <a:r>
              <a:rPr spc="-80" dirty="0">
                <a:solidFill>
                  <a:schemeClr val="tx1"/>
                </a:solidFill>
              </a:rPr>
              <a:t>HỆ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95" dirty="0">
                <a:solidFill>
                  <a:schemeClr val="tx1"/>
                </a:solidFill>
              </a:rPr>
              <a:t>THỐNG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75" dirty="0">
                <a:solidFill>
                  <a:schemeClr val="tx1"/>
                </a:solidFill>
              </a:rPr>
              <a:t>PHẦN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25" dirty="0">
                <a:solidFill>
                  <a:schemeClr val="tx1"/>
                </a:solidFill>
              </a:rPr>
              <a:t>MỀM</a:t>
            </a:r>
            <a:endParaRPr spc="-20" dirty="0">
              <a:solidFill>
                <a:schemeClr val="tx1"/>
              </a:solidFill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851899" y="8876662"/>
            <a:ext cx="878840" cy="4781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950" spc="-170" dirty="0">
                <a:latin typeface="Tahoma"/>
                <a:cs typeface="Tahoma"/>
              </a:rPr>
              <a:t>HTML</a:t>
            </a:r>
            <a:endParaRPr sz="295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649371" y="8876662"/>
            <a:ext cx="655320" cy="4781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950" spc="-25" dirty="0">
                <a:latin typeface="Tahoma"/>
                <a:cs typeface="Tahoma"/>
              </a:rPr>
              <a:t>CSS</a:t>
            </a:r>
            <a:endParaRPr sz="295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7658804" y="8876662"/>
            <a:ext cx="1842135" cy="4781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950" spc="-195" dirty="0">
                <a:latin typeface="Tahoma"/>
                <a:cs typeface="Tahoma"/>
              </a:rPr>
              <a:t>JAVASCRIPT</a:t>
            </a:r>
            <a:endParaRPr sz="2950">
              <a:latin typeface="Tahoma"/>
              <a:cs typeface="Tahoma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  <p:sp>
        <p:nvSpPr>
          <p:cNvPr id="27" name="object 6"/>
          <p:cNvSpPr/>
          <p:nvPr/>
        </p:nvSpPr>
        <p:spPr>
          <a:xfrm>
            <a:off x="523544" y="10447221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8063A1"/>
            </a:solidFill>
          </a:ln>
        </p:spPr>
        <p:txBody>
          <a:bodyPr wrap="square" lIns="0" tIns="0" rIns="0" bIns="0" rtlCol="0"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91847" y="292351"/>
            <a:ext cx="3195955" cy="1304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484" dirty="0"/>
              <a:t>CHƯƠNG</a:t>
            </a:r>
            <a:r>
              <a:rPr spc="-585" dirty="0"/>
              <a:t> </a:t>
            </a:r>
            <a:r>
              <a:rPr spc="-1145" dirty="0"/>
              <a:t>II</a:t>
            </a:r>
            <a:endParaRPr spc="-1145" dirty="0"/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2950" b="0" spc="-195" dirty="0">
                <a:solidFill>
                  <a:srgbClr val="000000"/>
                </a:solidFill>
                <a:latin typeface="Tahoma"/>
                <a:cs typeface="Tahoma"/>
              </a:rPr>
              <a:t>HTML</a:t>
            </a:r>
            <a:r>
              <a:rPr sz="2950" b="0" spc="-35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b="0" spc="-260" dirty="0">
                <a:solidFill>
                  <a:srgbClr val="000000"/>
                </a:solidFill>
                <a:latin typeface="Tahoma"/>
                <a:cs typeface="Tahoma"/>
              </a:rPr>
              <a:t>&amp;</a:t>
            </a:r>
            <a:r>
              <a:rPr sz="2950" b="0" spc="-35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b="0" spc="-20" dirty="0">
                <a:solidFill>
                  <a:srgbClr val="000000"/>
                </a:solidFill>
                <a:latin typeface="Tahoma"/>
                <a:cs typeface="Tahoma"/>
              </a:rPr>
              <a:t>HTML5</a:t>
            </a:r>
            <a:endParaRPr sz="295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9593215" y="1702098"/>
            <a:ext cx="9552238" cy="2845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76246" y="2185125"/>
            <a:ext cx="8484870" cy="1353820"/>
          </a:xfrm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sz="3600" b="1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2.2</a:t>
            </a:r>
            <a:r>
              <a:rPr sz="3600" b="1" spc="-5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Cấu</a:t>
            </a:r>
            <a:r>
              <a:rPr sz="3600" b="1" spc="10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trúc tổng</a:t>
            </a:r>
            <a:r>
              <a:rPr sz="3600" b="1" spc="5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quát</a:t>
            </a:r>
            <a:r>
              <a:rPr sz="3600" b="1" spc="15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trang </a:t>
            </a:r>
            <a:r>
              <a:rPr sz="3600" b="1" spc="-20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HTML</a:t>
            </a:r>
            <a:endParaRPr sz="3600">
              <a:latin typeface="Times New Roman" panose="02020603050405020304"/>
              <a:cs typeface="Times New Roman" panose="02020603050405020304"/>
            </a:endParaRPr>
          </a:p>
          <a:p>
            <a:pPr marL="99695">
              <a:lnSpc>
                <a:spcPct val="100000"/>
              </a:lnSpc>
              <a:spcBef>
                <a:spcPts val="1030"/>
              </a:spcBef>
            </a:pPr>
            <a:r>
              <a:rPr sz="3300" dirty="0">
                <a:latin typeface="Times New Roman" panose="02020603050405020304"/>
                <a:cs typeface="Times New Roman" panose="02020603050405020304"/>
              </a:rPr>
              <a:t>Cấu</a:t>
            </a:r>
            <a:r>
              <a:rPr sz="33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trúc</a:t>
            </a:r>
            <a:r>
              <a:rPr sz="33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tệp</a:t>
            </a:r>
            <a:r>
              <a:rPr sz="33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HTML</a:t>
            </a:r>
            <a:r>
              <a:rPr sz="33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và</a:t>
            </a:r>
            <a:r>
              <a:rPr sz="33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ý</a:t>
            </a:r>
            <a:r>
              <a:rPr sz="33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nghĩa</a:t>
            </a:r>
            <a:r>
              <a:rPr sz="33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của</a:t>
            </a:r>
            <a:r>
              <a:rPr sz="33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các</a:t>
            </a:r>
            <a:r>
              <a:rPr sz="33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thẻ</a:t>
            </a:r>
            <a:r>
              <a:rPr sz="33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cơ</a:t>
            </a:r>
            <a:r>
              <a:rPr sz="3300" spc="-25" dirty="0">
                <a:latin typeface="Times New Roman" panose="02020603050405020304"/>
                <a:cs typeface="Times New Roman" panose="02020603050405020304"/>
              </a:rPr>
              <a:t> bản</a:t>
            </a:r>
            <a:endParaRPr sz="33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65359" y="3705925"/>
            <a:ext cx="9653270" cy="6445885"/>
          </a:xfrm>
          <a:prstGeom prst="rect">
            <a:avLst/>
          </a:prstGeom>
          <a:solidFill>
            <a:srgbClr val="E1EFD9"/>
          </a:solidFill>
        </p:spPr>
        <p:txBody>
          <a:bodyPr vert="horz" wrap="square" lIns="0" tIns="571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45"/>
              </a:spcBef>
            </a:pPr>
            <a:r>
              <a:rPr sz="2950" dirty="0">
                <a:latin typeface="Consolas"/>
                <a:cs typeface="Consolas"/>
              </a:rPr>
              <a:t>&lt;!DOCTYPE</a:t>
            </a:r>
            <a:r>
              <a:rPr sz="2950" spc="15" dirty="0">
                <a:latin typeface="Consolas"/>
                <a:cs typeface="Consolas"/>
              </a:rPr>
              <a:t> </a:t>
            </a:r>
            <a:r>
              <a:rPr sz="2950" spc="-10" dirty="0">
                <a:latin typeface="Consolas"/>
                <a:cs typeface="Consolas"/>
              </a:rPr>
              <a:t>html&gt;</a:t>
            </a:r>
            <a:endParaRPr sz="2950">
              <a:latin typeface="Consolas"/>
              <a:cs typeface="Consolas"/>
            </a:endParaRPr>
          </a:p>
          <a:p>
            <a:pPr marL="50165">
              <a:lnSpc>
                <a:spcPct val="100000"/>
              </a:lnSpc>
              <a:spcBef>
                <a:spcPts val="25"/>
              </a:spcBef>
            </a:pPr>
            <a:r>
              <a:rPr sz="2950" spc="-10" dirty="0">
                <a:latin typeface="Consolas"/>
                <a:cs typeface="Consolas"/>
              </a:rPr>
              <a:t>&lt;html&gt;</a:t>
            </a:r>
            <a:endParaRPr sz="29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2950">
              <a:latin typeface="Consolas"/>
              <a:cs typeface="Consolas"/>
            </a:endParaRPr>
          </a:p>
          <a:p>
            <a:pPr marL="50165">
              <a:lnSpc>
                <a:spcPct val="100000"/>
              </a:lnSpc>
            </a:pPr>
            <a:r>
              <a:rPr sz="2950" spc="-10" dirty="0">
                <a:latin typeface="Consolas"/>
                <a:cs typeface="Consolas"/>
              </a:rPr>
              <a:t>&lt;head&gt;</a:t>
            </a:r>
            <a:endParaRPr sz="2950">
              <a:latin typeface="Consolas"/>
              <a:cs typeface="Consolas"/>
            </a:endParaRPr>
          </a:p>
          <a:p>
            <a:pPr marL="880745">
              <a:lnSpc>
                <a:spcPct val="100000"/>
              </a:lnSpc>
              <a:spcBef>
                <a:spcPts val="25"/>
              </a:spcBef>
            </a:pPr>
            <a:r>
              <a:rPr sz="2950" spc="-10" dirty="0">
                <a:latin typeface="Consolas"/>
                <a:cs typeface="Consolas"/>
              </a:rPr>
              <a:t>&lt;title&gt;</a:t>
            </a:r>
            <a:endParaRPr sz="2950">
              <a:latin typeface="Consolas"/>
              <a:cs typeface="Consolas"/>
            </a:endParaRPr>
          </a:p>
          <a:p>
            <a:pPr marL="1711960">
              <a:lnSpc>
                <a:spcPct val="100000"/>
              </a:lnSpc>
              <a:spcBef>
                <a:spcPts val="20"/>
              </a:spcBef>
            </a:pPr>
            <a:r>
              <a:rPr sz="2950" dirty="0">
                <a:latin typeface="Consolas"/>
                <a:cs typeface="Consolas"/>
              </a:rPr>
              <a:t>First</a:t>
            </a:r>
            <a:r>
              <a:rPr sz="2950" spc="15" dirty="0">
                <a:latin typeface="Consolas"/>
                <a:cs typeface="Consolas"/>
              </a:rPr>
              <a:t> </a:t>
            </a:r>
            <a:r>
              <a:rPr sz="2950" dirty="0">
                <a:latin typeface="Consolas"/>
                <a:cs typeface="Consolas"/>
              </a:rPr>
              <a:t>Web</a:t>
            </a:r>
            <a:r>
              <a:rPr sz="2950" spc="15" dirty="0">
                <a:latin typeface="Consolas"/>
                <a:cs typeface="Consolas"/>
              </a:rPr>
              <a:t> </a:t>
            </a:r>
            <a:r>
              <a:rPr sz="2950" spc="-20" dirty="0">
                <a:latin typeface="Consolas"/>
                <a:cs typeface="Consolas"/>
              </a:rPr>
              <a:t>Page</a:t>
            </a:r>
            <a:endParaRPr sz="2950">
              <a:latin typeface="Consolas"/>
              <a:cs typeface="Consolas"/>
            </a:endParaRPr>
          </a:p>
          <a:p>
            <a:pPr marL="880745">
              <a:lnSpc>
                <a:spcPct val="100000"/>
              </a:lnSpc>
              <a:spcBef>
                <a:spcPts val="25"/>
              </a:spcBef>
            </a:pPr>
            <a:r>
              <a:rPr sz="2950" spc="-10" dirty="0">
                <a:latin typeface="Consolas"/>
                <a:cs typeface="Consolas"/>
              </a:rPr>
              <a:t>&lt;/title&gt;</a:t>
            </a:r>
            <a:endParaRPr sz="2950">
              <a:latin typeface="Consolas"/>
              <a:cs typeface="Consolas"/>
            </a:endParaRPr>
          </a:p>
          <a:p>
            <a:pPr marL="50165">
              <a:lnSpc>
                <a:spcPct val="100000"/>
              </a:lnSpc>
              <a:spcBef>
                <a:spcPts val="20"/>
              </a:spcBef>
            </a:pPr>
            <a:r>
              <a:rPr sz="2950" spc="-10" dirty="0">
                <a:latin typeface="Consolas"/>
                <a:cs typeface="Consolas"/>
              </a:rPr>
              <a:t>&lt;/head&gt;</a:t>
            </a:r>
            <a:endParaRPr sz="29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2950">
              <a:latin typeface="Consolas"/>
              <a:cs typeface="Consolas"/>
            </a:endParaRPr>
          </a:p>
          <a:p>
            <a:pPr marL="50165">
              <a:lnSpc>
                <a:spcPct val="100000"/>
              </a:lnSpc>
            </a:pPr>
            <a:r>
              <a:rPr sz="2950" spc="-10" dirty="0">
                <a:latin typeface="Consolas"/>
                <a:cs typeface="Consolas"/>
              </a:rPr>
              <a:t>&lt;body&gt;</a:t>
            </a:r>
            <a:endParaRPr sz="2950">
              <a:latin typeface="Consolas"/>
              <a:cs typeface="Consolas"/>
            </a:endParaRPr>
          </a:p>
          <a:p>
            <a:pPr marL="880745">
              <a:lnSpc>
                <a:spcPct val="100000"/>
              </a:lnSpc>
              <a:spcBef>
                <a:spcPts val="20"/>
              </a:spcBef>
            </a:pPr>
            <a:r>
              <a:rPr sz="2950" dirty="0">
                <a:latin typeface="Consolas"/>
                <a:cs typeface="Consolas"/>
              </a:rPr>
              <a:t>Hello</a:t>
            </a:r>
            <a:r>
              <a:rPr sz="2950" spc="15" dirty="0">
                <a:latin typeface="Consolas"/>
                <a:cs typeface="Consolas"/>
              </a:rPr>
              <a:t> </a:t>
            </a:r>
            <a:r>
              <a:rPr sz="2950" spc="-10" dirty="0">
                <a:latin typeface="Consolas"/>
                <a:cs typeface="Consolas"/>
              </a:rPr>
              <a:t>World!</a:t>
            </a:r>
            <a:endParaRPr sz="2950">
              <a:latin typeface="Consolas"/>
              <a:cs typeface="Consolas"/>
            </a:endParaRPr>
          </a:p>
          <a:p>
            <a:pPr marL="50165">
              <a:lnSpc>
                <a:spcPct val="100000"/>
              </a:lnSpc>
              <a:spcBef>
                <a:spcPts val="25"/>
              </a:spcBef>
            </a:pPr>
            <a:r>
              <a:rPr sz="2950" spc="-10" dirty="0">
                <a:latin typeface="Consolas"/>
                <a:cs typeface="Consolas"/>
              </a:rPr>
              <a:t>&lt;/body&gt;</a:t>
            </a:r>
            <a:endParaRPr sz="29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2950">
              <a:latin typeface="Consolas"/>
              <a:cs typeface="Consolas"/>
            </a:endParaRPr>
          </a:p>
          <a:p>
            <a:pPr marL="50165">
              <a:lnSpc>
                <a:spcPct val="100000"/>
              </a:lnSpc>
            </a:pPr>
            <a:r>
              <a:rPr sz="2950" spc="-10" dirty="0">
                <a:latin typeface="Consolas"/>
                <a:cs typeface="Consolas"/>
              </a:rPr>
              <a:t>&lt;/html&gt;</a:t>
            </a:r>
            <a:endParaRPr sz="2950">
              <a:latin typeface="Consolas"/>
              <a:cs typeface="Consola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1583206" y="4144900"/>
            <a:ext cx="7948295" cy="4867275"/>
            <a:chOff x="11583206" y="4144900"/>
            <a:chExt cx="7948295" cy="486727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88407" y="4150170"/>
              <a:ext cx="7937558" cy="125003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585824" y="4147517"/>
              <a:ext cx="7943215" cy="4861560"/>
            </a:xfrm>
            <a:custGeom>
              <a:avLst/>
              <a:gdLst/>
              <a:ahLst/>
              <a:cxnLst/>
              <a:rect l="l" t="t" r="r" b="b"/>
              <a:pathLst>
                <a:path w="7943215" h="4861559">
                  <a:moveTo>
                    <a:pt x="0" y="4861492"/>
                  </a:moveTo>
                  <a:lnTo>
                    <a:pt x="7942794" y="4861492"/>
                  </a:lnTo>
                  <a:lnTo>
                    <a:pt x="7942794" y="0"/>
                  </a:lnTo>
                  <a:lnTo>
                    <a:pt x="0" y="0"/>
                  </a:lnTo>
                  <a:lnTo>
                    <a:pt x="0" y="4861492"/>
                  </a:lnTo>
                  <a:close/>
                </a:path>
              </a:pathLst>
            </a:custGeom>
            <a:ln w="523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xfrm>
            <a:off x="601345" y="10674350"/>
            <a:ext cx="5245100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85" dirty="0">
                <a:solidFill>
                  <a:schemeClr val="tx1"/>
                </a:solidFill>
              </a:rPr>
              <a:t>THIẾT </a:t>
            </a:r>
            <a:r>
              <a:rPr spc="-110" dirty="0">
                <a:solidFill>
                  <a:schemeClr val="tx1"/>
                </a:solidFill>
              </a:rPr>
              <a:t>KẾ</a:t>
            </a:r>
            <a:r>
              <a:rPr spc="-190" dirty="0">
                <a:solidFill>
                  <a:schemeClr val="tx1"/>
                </a:solidFill>
              </a:rPr>
              <a:t> </a:t>
            </a:r>
            <a:r>
              <a:rPr spc="-110" dirty="0">
                <a:solidFill>
                  <a:schemeClr val="tx1"/>
                </a:solidFill>
              </a:rPr>
              <a:t>WEB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VÀ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45" dirty="0">
                <a:solidFill>
                  <a:schemeClr val="tx1"/>
                </a:solidFill>
              </a:rPr>
              <a:t>TRIỂN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KHAI</a:t>
            </a:r>
            <a:r>
              <a:rPr spc="-200" dirty="0">
                <a:solidFill>
                  <a:schemeClr val="tx1"/>
                </a:solidFill>
              </a:rPr>
              <a:t> </a:t>
            </a:r>
            <a:r>
              <a:rPr spc="-80" dirty="0">
                <a:solidFill>
                  <a:schemeClr val="tx1"/>
                </a:solidFill>
              </a:rPr>
              <a:t>HỆ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95" dirty="0">
                <a:solidFill>
                  <a:schemeClr val="tx1"/>
                </a:solidFill>
              </a:rPr>
              <a:t>THỐNG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75" dirty="0">
                <a:solidFill>
                  <a:schemeClr val="tx1"/>
                </a:solidFill>
              </a:rPr>
              <a:t>PHẦN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25" dirty="0">
                <a:solidFill>
                  <a:schemeClr val="tx1"/>
                </a:solidFill>
              </a:rPr>
              <a:t>MỀM</a:t>
            </a:r>
            <a:endParaRPr spc="-20" dirty="0">
              <a:solidFill>
                <a:schemeClr val="tx1"/>
              </a:solidFill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  <p:sp>
        <p:nvSpPr>
          <p:cNvPr id="16" name="object 6"/>
          <p:cNvSpPr/>
          <p:nvPr/>
        </p:nvSpPr>
        <p:spPr>
          <a:xfrm>
            <a:off x="523544" y="10447221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8063A1"/>
            </a:solidFill>
          </a:ln>
        </p:spPr>
        <p:txBody>
          <a:bodyPr wrap="square" lIns="0" tIns="0" rIns="0" bIns="0" rtlCol="0"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91847" y="292351"/>
            <a:ext cx="3195955" cy="1304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484" dirty="0"/>
              <a:t>CHƯƠNG</a:t>
            </a:r>
            <a:r>
              <a:rPr spc="-585" dirty="0"/>
              <a:t> </a:t>
            </a:r>
            <a:r>
              <a:rPr spc="-1145" dirty="0"/>
              <a:t>II</a:t>
            </a:r>
            <a:endParaRPr spc="-1145" dirty="0"/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2950" b="0" spc="-195" dirty="0">
                <a:solidFill>
                  <a:srgbClr val="000000"/>
                </a:solidFill>
                <a:latin typeface="Tahoma"/>
                <a:cs typeface="Tahoma"/>
              </a:rPr>
              <a:t>HTML</a:t>
            </a:r>
            <a:r>
              <a:rPr sz="2950" b="0" spc="-35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b="0" spc="-260" dirty="0">
                <a:solidFill>
                  <a:srgbClr val="000000"/>
                </a:solidFill>
                <a:latin typeface="Tahoma"/>
                <a:cs typeface="Tahoma"/>
              </a:rPr>
              <a:t>&amp;</a:t>
            </a:r>
            <a:r>
              <a:rPr sz="2950" b="0" spc="-35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b="0" spc="-20" dirty="0">
                <a:solidFill>
                  <a:srgbClr val="000000"/>
                </a:solidFill>
                <a:latin typeface="Tahoma"/>
                <a:cs typeface="Tahoma"/>
              </a:rPr>
              <a:t>HTML5</a:t>
            </a:r>
            <a:endParaRPr sz="295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9593215" y="1702098"/>
            <a:ext cx="9552238" cy="2845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76246" y="2185125"/>
            <a:ext cx="8484870" cy="1353820"/>
          </a:xfrm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sz="3600" b="1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2.2</a:t>
            </a:r>
            <a:r>
              <a:rPr sz="3600" b="1" spc="-5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Cấu</a:t>
            </a:r>
            <a:r>
              <a:rPr sz="3600" b="1" spc="10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trúc tổng</a:t>
            </a:r>
            <a:r>
              <a:rPr sz="3600" b="1" spc="5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quát</a:t>
            </a:r>
            <a:r>
              <a:rPr sz="3600" b="1" spc="15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trang </a:t>
            </a:r>
            <a:r>
              <a:rPr sz="3600" b="1" spc="-20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HTML</a:t>
            </a:r>
            <a:endParaRPr sz="3600">
              <a:latin typeface="Times New Roman" panose="02020603050405020304"/>
              <a:cs typeface="Times New Roman" panose="02020603050405020304"/>
            </a:endParaRPr>
          </a:p>
          <a:p>
            <a:pPr marL="99695">
              <a:lnSpc>
                <a:spcPct val="100000"/>
              </a:lnSpc>
              <a:spcBef>
                <a:spcPts val="1030"/>
              </a:spcBef>
            </a:pPr>
            <a:r>
              <a:rPr sz="3300" dirty="0">
                <a:latin typeface="Times New Roman" panose="02020603050405020304"/>
                <a:cs typeface="Times New Roman" panose="02020603050405020304"/>
              </a:rPr>
              <a:t>Cấu</a:t>
            </a:r>
            <a:r>
              <a:rPr sz="33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trúc</a:t>
            </a:r>
            <a:r>
              <a:rPr sz="33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tệp</a:t>
            </a:r>
            <a:r>
              <a:rPr sz="33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HTML</a:t>
            </a:r>
            <a:r>
              <a:rPr sz="33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và</a:t>
            </a:r>
            <a:r>
              <a:rPr sz="33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ý</a:t>
            </a:r>
            <a:r>
              <a:rPr sz="33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nghĩa</a:t>
            </a:r>
            <a:r>
              <a:rPr sz="33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của</a:t>
            </a:r>
            <a:r>
              <a:rPr sz="33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các</a:t>
            </a:r>
            <a:r>
              <a:rPr sz="33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thẻ</a:t>
            </a:r>
            <a:r>
              <a:rPr sz="33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dirty="0">
                <a:latin typeface="Times New Roman" panose="02020603050405020304"/>
                <a:cs typeface="Times New Roman" panose="02020603050405020304"/>
              </a:rPr>
              <a:t>cơ</a:t>
            </a:r>
            <a:r>
              <a:rPr sz="3300" spc="-25" dirty="0">
                <a:latin typeface="Times New Roman" panose="02020603050405020304"/>
                <a:cs typeface="Times New Roman" panose="02020603050405020304"/>
              </a:rPr>
              <a:t> bản</a:t>
            </a:r>
            <a:endParaRPr sz="33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5344" y="3826969"/>
            <a:ext cx="8967470" cy="6141085"/>
          </a:xfrm>
          <a:prstGeom prst="rect">
            <a:avLst/>
          </a:prstGeom>
          <a:solidFill>
            <a:srgbClr val="E1EFD9"/>
          </a:solidFill>
        </p:spPr>
        <p:txBody>
          <a:bodyPr vert="horz" wrap="square" lIns="0" tIns="14604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115"/>
              </a:spcBef>
            </a:pPr>
            <a:r>
              <a:rPr sz="1950" dirty="0">
                <a:latin typeface="Consolas"/>
                <a:cs typeface="Consolas"/>
              </a:rPr>
              <a:t>&lt;!DOCTYPE</a:t>
            </a:r>
            <a:r>
              <a:rPr sz="1950" spc="75" dirty="0">
                <a:latin typeface="Consolas"/>
                <a:cs typeface="Consolas"/>
              </a:rPr>
              <a:t> </a:t>
            </a:r>
            <a:r>
              <a:rPr sz="1950" spc="-10" dirty="0">
                <a:latin typeface="Consolas"/>
                <a:cs typeface="Consolas"/>
              </a:rPr>
              <a:t>html&gt;</a:t>
            </a:r>
            <a:endParaRPr sz="19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1950">
              <a:latin typeface="Consolas"/>
              <a:cs typeface="Consolas"/>
            </a:endParaRPr>
          </a:p>
          <a:p>
            <a:pPr marL="50165">
              <a:lnSpc>
                <a:spcPct val="100000"/>
              </a:lnSpc>
            </a:pPr>
            <a:r>
              <a:rPr sz="1950" spc="-10" dirty="0">
                <a:latin typeface="Consolas"/>
                <a:cs typeface="Consolas"/>
              </a:rPr>
              <a:t>&lt;html&gt;</a:t>
            </a:r>
            <a:endParaRPr sz="19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1950">
              <a:latin typeface="Consolas"/>
              <a:cs typeface="Consolas"/>
            </a:endParaRPr>
          </a:p>
          <a:p>
            <a:pPr marL="50165">
              <a:lnSpc>
                <a:spcPct val="100000"/>
              </a:lnSpc>
            </a:pPr>
            <a:r>
              <a:rPr sz="1950" spc="-10" dirty="0">
                <a:latin typeface="Consolas"/>
                <a:cs typeface="Consolas"/>
              </a:rPr>
              <a:t>&lt;head&gt;</a:t>
            </a:r>
            <a:endParaRPr sz="1950">
              <a:latin typeface="Consolas"/>
              <a:cs typeface="Consolas"/>
            </a:endParaRPr>
          </a:p>
          <a:p>
            <a:pPr marL="601980">
              <a:lnSpc>
                <a:spcPct val="100000"/>
              </a:lnSpc>
              <a:spcBef>
                <a:spcPts val="35"/>
              </a:spcBef>
            </a:pPr>
            <a:r>
              <a:rPr sz="1950" spc="-10" dirty="0">
                <a:latin typeface="Consolas"/>
                <a:cs typeface="Consolas"/>
              </a:rPr>
              <a:t>&lt;title&gt;</a:t>
            </a:r>
            <a:endParaRPr sz="1950">
              <a:latin typeface="Consolas"/>
              <a:cs typeface="Consolas"/>
            </a:endParaRPr>
          </a:p>
          <a:p>
            <a:pPr marL="1153160">
              <a:lnSpc>
                <a:spcPct val="100000"/>
              </a:lnSpc>
              <a:spcBef>
                <a:spcPts val="35"/>
              </a:spcBef>
            </a:pPr>
            <a:r>
              <a:rPr sz="1950" dirty="0">
                <a:latin typeface="Consolas"/>
                <a:cs typeface="Consolas"/>
              </a:rPr>
              <a:t>First</a:t>
            </a:r>
            <a:r>
              <a:rPr sz="1950" spc="35" dirty="0">
                <a:latin typeface="Consolas"/>
                <a:cs typeface="Consolas"/>
              </a:rPr>
              <a:t> </a:t>
            </a:r>
            <a:r>
              <a:rPr sz="1950" dirty="0">
                <a:latin typeface="Consolas"/>
                <a:cs typeface="Consolas"/>
              </a:rPr>
              <a:t>Web</a:t>
            </a:r>
            <a:r>
              <a:rPr sz="1950" spc="25" dirty="0">
                <a:latin typeface="Consolas"/>
                <a:cs typeface="Consolas"/>
              </a:rPr>
              <a:t> </a:t>
            </a:r>
            <a:r>
              <a:rPr sz="1950" spc="-20" dirty="0">
                <a:latin typeface="Consolas"/>
                <a:cs typeface="Consolas"/>
              </a:rPr>
              <a:t>Page</a:t>
            </a:r>
            <a:endParaRPr sz="1950">
              <a:latin typeface="Consolas"/>
              <a:cs typeface="Consolas"/>
            </a:endParaRPr>
          </a:p>
          <a:p>
            <a:pPr marL="601980">
              <a:lnSpc>
                <a:spcPct val="100000"/>
              </a:lnSpc>
              <a:spcBef>
                <a:spcPts val="35"/>
              </a:spcBef>
            </a:pPr>
            <a:r>
              <a:rPr sz="1950" spc="-10" dirty="0">
                <a:latin typeface="Consolas"/>
                <a:cs typeface="Consolas"/>
              </a:rPr>
              <a:t>&lt;/title&gt;</a:t>
            </a:r>
            <a:endParaRPr sz="1950">
              <a:latin typeface="Consolas"/>
              <a:cs typeface="Consolas"/>
            </a:endParaRPr>
          </a:p>
          <a:p>
            <a:pPr marL="50165">
              <a:lnSpc>
                <a:spcPct val="100000"/>
              </a:lnSpc>
              <a:spcBef>
                <a:spcPts val="35"/>
              </a:spcBef>
            </a:pPr>
            <a:r>
              <a:rPr sz="1950" spc="-10" dirty="0">
                <a:latin typeface="Consolas"/>
                <a:cs typeface="Consolas"/>
              </a:rPr>
              <a:t>&lt;/head&gt;</a:t>
            </a:r>
            <a:endParaRPr sz="19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1950">
              <a:latin typeface="Consolas"/>
              <a:cs typeface="Consolas"/>
            </a:endParaRPr>
          </a:p>
          <a:p>
            <a:pPr marL="50165">
              <a:lnSpc>
                <a:spcPct val="100000"/>
              </a:lnSpc>
            </a:pPr>
            <a:r>
              <a:rPr sz="1950" spc="-10" dirty="0">
                <a:latin typeface="Consolas"/>
                <a:cs typeface="Consolas"/>
              </a:rPr>
              <a:t>&lt;body&gt;</a:t>
            </a:r>
            <a:endParaRPr sz="1950">
              <a:latin typeface="Consolas"/>
              <a:cs typeface="Consolas"/>
            </a:endParaRPr>
          </a:p>
          <a:p>
            <a:pPr marL="601980">
              <a:lnSpc>
                <a:spcPct val="100000"/>
              </a:lnSpc>
              <a:spcBef>
                <a:spcPts val="35"/>
              </a:spcBef>
            </a:pPr>
            <a:r>
              <a:rPr sz="1950" dirty="0">
                <a:latin typeface="Consolas"/>
                <a:cs typeface="Consolas"/>
              </a:rPr>
              <a:t>&lt;h1&gt;Hello</a:t>
            </a:r>
            <a:r>
              <a:rPr sz="1950" spc="60" dirty="0">
                <a:latin typeface="Consolas"/>
                <a:cs typeface="Consolas"/>
              </a:rPr>
              <a:t> </a:t>
            </a:r>
            <a:r>
              <a:rPr sz="1950" spc="-10" dirty="0">
                <a:latin typeface="Consolas"/>
                <a:cs typeface="Consolas"/>
              </a:rPr>
              <a:t>World!&lt;/h1&gt;</a:t>
            </a:r>
            <a:endParaRPr sz="1950">
              <a:latin typeface="Consolas"/>
              <a:cs typeface="Consolas"/>
            </a:endParaRPr>
          </a:p>
          <a:p>
            <a:pPr marL="601980">
              <a:lnSpc>
                <a:spcPct val="100000"/>
              </a:lnSpc>
              <a:spcBef>
                <a:spcPts val="35"/>
              </a:spcBef>
            </a:pPr>
            <a:r>
              <a:rPr sz="1950" dirty="0">
                <a:latin typeface="Consolas"/>
                <a:cs typeface="Consolas"/>
              </a:rPr>
              <a:t>&lt;h2&gt;Hello</a:t>
            </a:r>
            <a:r>
              <a:rPr sz="1950" spc="60" dirty="0">
                <a:latin typeface="Consolas"/>
                <a:cs typeface="Consolas"/>
              </a:rPr>
              <a:t> </a:t>
            </a:r>
            <a:r>
              <a:rPr sz="1950" spc="-10" dirty="0">
                <a:latin typeface="Consolas"/>
                <a:cs typeface="Consolas"/>
              </a:rPr>
              <a:t>World!&lt;/h2&gt;</a:t>
            </a:r>
            <a:endParaRPr sz="1950">
              <a:latin typeface="Consolas"/>
              <a:cs typeface="Consolas"/>
            </a:endParaRPr>
          </a:p>
          <a:p>
            <a:pPr marL="601980">
              <a:lnSpc>
                <a:spcPct val="100000"/>
              </a:lnSpc>
              <a:spcBef>
                <a:spcPts val="35"/>
              </a:spcBef>
            </a:pPr>
            <a:r>
              <a:rPr sz="1950" dirty="0">
                <a:latin typeface="Consolas"/>
                <a:cs typeface="Consolas"/>
              </a:rPr>
              <a:t>&lt;h3&gt;Hello</a:t>
            </a:r>
            <a:r>
              <a:rPr sz="1950" spc="60" dirty="0">
                <a:latin typeface="Consolas"/>
                <a:cs typeface="Consolas"/>
              </a:rPr>
              <a:t> </a:t>
            </a:r>
            <a:r>
              <a:rPr sz="1950" spc="-10" dirty="0">
                <a:latin typeface="Consolas"/>
                <a:cs typeface="Consolas"/>
              </a:rPr>
              <a:t>World!&lt;/h3&gt;</a:t>
            </a:r>
            <a:endParaRPr sz="1950">
              <a:latin typeface="Consolas"/>
              <a:cs typeface="Consolas"/>
            </a:endParaRPr>
          </a:p>
          <a:p>
            <a:pPr marL="601980">
              <a:lnSpc>
                <a:spcPct val="100000"/>
              </a:lnSpc>
              <a:spcBef>
                <a:spcPts val="35"/>
              </a:spcBef>
            </a:pPr>
            <a:r>
              <a:rPr sz="1950" dirty="0">
                <a:latin typeface="Consolas"/>
                <a:cs typeface="Consolas"/>
              </a:rPr>
              <a:t>&lt;h4&gt;Hello</a:t>
            </a:r>
            <a:r>
              <a:rPr sz="1950" spc="60" dirty="0">
                <a:latin typeface="Consolas"/>
                <a:cs typeface="Consolas"/>
              </a:rPr>
              <a:t> </a:t>
            </a:r>
            <a:r>
              <a:rPr sz="1950" spc="-10" dirty="0">
                <a:latin typeface="Consolas"/>
                <a:cs typeface="Consolas"/>
              </a:rPr>
              <a:t>World!&lt;/h4&gt;</a:t>
            </a:r>
            <a:endParaRPr sz="1950">
              <a:latin typeface="Consolas"/>
              <a:cs typeface="Consolas"/>
            </a:endParaRPr>
          </a:p>
          <a:p>
            <a:pPr marL="601980">
              <a:lnSpc>
                <a:spcPct val="100000"/>
              </a:lnSpc>
              <a:spcBef>
                <a:spcPts val="35"/>
              </a:spcBef>
            </a:pPr>
            <a:r>
              <a:rPr sz="1950" dirty="0">
                <a:latin typeface="Consolas"/>
                <a:cs typeface="Consolas"/>
              </a:rPr>
              <a:t>&lt;h5&gt;Hello</a:t>
            </a:r>
            <a:r>
              <a:rPr sz="1950" spc="60" dirty="0">
                <a:latin typeface="Consolas"/>
                <a:cs typeface="Consolas"/>
              </a:rPr>
              <a:t> </a:t>
            </a:r>
            <a:r>
              <a:rPr sz="1950" spc="-10" dirty="0">
                <a:latin typeface="Consolas"/>
                <a:cs typeface="Consolas"/>
              </a:rPr>
              <a:t>World!&lt;/h5&gt;</a:t>
            </a:r>
            <a:endParaRPr sz="1950">
              <a:latin typeface="Consolas"/>
              <a:cs typeface="Consolas"/>
            </a:endParaRPr>
          </a:p>
          <a:p>
            <a:pPr marL="601980">
              <a:lnSpc>
                <a:spcPct val="100000"/>
              </a:lnSpc>
              <a:spcBef>
                <a:spcPts val="35"/>
              </a:spcBef>
            </a:pPr>
            <a:r>
              <a:rPr sz="1950" dirty="0">
                <a:latin typeface="Consolas"/>
                <a:cs typeface="Consolas"/>
              </a:rPr>
              <a:t>&lt;h6&gt;Hello</a:t>
            </a:r>
            <a:r>
              <a:rPr sz="1950" spc="60" dirty="0">
                <a:latin typeface="Consolas"/>
                <a:cs typeface="Consolas"/>
              </a:rPr>
              <a:t> </a:t>
            </a:r>
            <a:r>
              <a:rPr sz="1950" spc="-10" dirty="0">
                <a:latin typeface="Consolas"/>
                <a:cs typeface="Consolas"/>
              </a:rPr>
              <a:t>World!&lt;/h6&gt;</a:t>
            </a:r>
            <a:endParaRPr sz="1950">
              <a:latin typeface="Consolas"/>
              <a:cs typeface="Consolas"/>
            </a:endParaRPr>
          </a:p>
          <a:p>
            <a:pPr marL="50165">
              <a:lnSpc>
                <a:spcPct val="100000"/>
              </a:lnSpc>
              <a:spcBef>
                <a:spcPts val="35"/>
              </a:spcBef>
            </a:pPr>
            <a:r>
              <a:rPr sz="1950" spc="-10" dirty="0">
                <a:latin typeface="Consolas"/>
                <a:cs typeface="Consolas"/>
              </a:rPr>
              <a:t>&lt;/body&gt;</a:t>
            </a:r>
            <a:endParaRPr sz="19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1950">
              <a:latin typeface="Consolas"/>
              <a:cs typeface="Consolas"/>
            </a:endParaRPr>
          </a:p>
          <a:p>
            <a:pPr marL="50165">
              <a:lnSpc>
                <a:spcPct val="100000"/>
              </a:lnSpc>
            </a:pPr>
            <a:r>
              <a:rPr sz="1950" spc="-10" dirty="0">
                <a:latin typeface="Consolas"/>
                <a:cs typeface="Consolas"/>
              </a:rPr>
              <a:t>&lt;/html&gt;</a:t>
            </a:r>
            <a:endParaRPr sz="1950">
              <a:latin typeface="Consolas"/>
              <a:cs typeface="Consola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0970660" y="4175684"/>
            <a:ext cx="8180070" cy="4996180"/>
            <a:chOff x="10970660" y="4175684"/>
            <a:chExt cx="8180070" cy="499618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75861" y="4180955"/>
              <a:ext cx="8169523" cy="455394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0973278" y="4178302"/>
              <a:ext cx="8174990" cy="4991100"/>
            </a:xfrm>
            <a:custGeom>
              <a:avLst/>
              <a:gdLst/>
              <a:ahLst/>
              <a:cxnLst/>
              <a:rect l="l" t="t" r="r" b="b"/>
              <a:pathLst>
                <a:path w="8174990" h="4991100">
                  <a:moveTo>
                    <a:pt x="0" y="4990772"/>
                  </a:moveTo>
                  <a:lnTo>
                    <a:pt x="8174759" y="4990772"/>
                  </a:lnTo>
                  <a:lnTo>
                    <a:pt x="8174759" y="0"/>
                  </a:lnTo>
                  <a:lnTo>
                    <a:pt x="0" y="0"/>
                  </a:lnTo>
                  <a:lnTo>
                    <a:pt x="0" y="4990772"/>
                  </a:lnTo>
                  <a:close/>
                </a:path>
              </a:pathLst>
            </a:custGeom>
            <a:ln w="5235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3520">
              <a:lnSpc>
                <a:spcPts val="2620"/>
              </a:lnSpc>
            </a:pPr>
            <a:r>
              <a:rPr dirty="0"/>
              <a:t>Slide:</a:t>
            </a:r>
            <a:r>
              <a:rPr spc="5" dirty="0"/>
              <a:t> </a:t>
            </a:r>
            <a:r>
              <a:rPr spc="114" dirty="0">
                <a:latin typeface="Tahoma"/>
                <a:cs typeface="Tahoma"/>
              </a:rPr>
              <a:t>số….</a:t>
            </a:r>
            <a:endParaRPr spc="114" dirty="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798515" y="10680394"/>
            <a:ext cx="1024255" cy="2971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210"/>
              </a:lnSpc>
            </a:pPr>
            <a:r>
              <a:rPr sz="1900" dirty="0">
                <a:solidFill>
                  <a:srgbClr val="FFFFFF"/>
                </a:solidFill>
                <a:latin typeface="Arial MT"/>
                <a:cs typeface="Arial MT"/>
              </a:rPr>
              <a:t>Slide:</a:t>
            </a:r>
            <a:r>
              <a:rPr sz="19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Tahoma"/>
                <a:cs typeface="Tahoma"/>
              </a:rPr>
              <a:t>số</a:t>
            </a:r>
            <a:r>
              <a:rPr sz="1900" spc="-25" dirty="0">
                <a:solidFill>
                  <a:srgbClr val="FFFFFF"/>
                </a:solidFill>
                <a:latin typeface="Arial MT"/>
                <a:cs typeface="Arial MT"/>
              </a:rPr>
              <a:t>:</a:t>
            </a:r>
            <a:endParaRPr sz="1900">
              <a:latin typeface="Arial MT"/>
              <a:cs typeface="Arial MT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  <p:sp>
        <p:nvSpPr>
          <p:cNvPr id="16" name="object 13"/>
          <p:cNvSpPr txBox="1">
            <a:spLocks noGrp="1"/>
          </p:cNvSpPr>
          <p:nvPr>
            <p:ph type="dt" sz="half" idx="6"/>
          </p:nvPr>
        </p:nvSpPr>
        <p:spPr>
          <a:xfrm>
            <a:off x="601345" y="10674350"/>
            <a:ext cx="5245100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 marL="12700">
              <a:lnSpc>
                <a:spcPts val="1980"/>
              </a:lnSpc>
            </a:pPr>
            <a:r>
              <a:rPr spc="-185" dirty="0">
                <a:solidFill>
                  <a:schemeClr val="tx1"/>
                </a:solidFill>
              </a:rPr>
              <a:t>THIẾT </a:t>
            </a:r>
            <a:r>
              <a:rPr spc="-110" dirty="0">
                <a:solidFill>
                  <a:schemeClr val="tx1"/>
                </a:solidFill>
              </a:rPr>
              <a:t>KẾ</a:t>
            </a:r>
            <a:r>
              <a:rPr spc="-190" dirty="0">
                <a:solidFill>
                  <a:schemeClr val="tx1"/>
                </a:solidFill>
              </a:rPr>
              <a:t> </a:t>
            </a:r>
            <a:r>
              <a:rPr spc="-110" dirty="0">
                <a:solidFill>
                  <a:schemeClr val="tx1"/>
                </a:solidFill>
              </a:rPr>
              <a:t>WEB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VÀ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45" dirty="0">
                <a:solidFill>
                  <a:schemeClr val="tx1"/>
                </a:solidFill>
              </a:rPr>
              <a:t>TRIỂN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KHAI</a:t>
            </a:r>
            <a:r>
              <a:rPr spc="-200" dirty="0">
                <a:solidFill>
                  <a:schemeClr val="tx1"/>
                </a:solidFill>
              </a:rPr>
              <a:t> </a:t>
            </a:r>
            <a:r>
              <a:rPr spc="-80" dirty="0">
                <a:solidFill>
                  <a:schemeClr val="tx1"/>
                </a:solidFill>
              </a:rPr>
              <a:t>HỆ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95" dirty="0">
                <a:solidFill>
                  <a:schemeClr val="tx1"/>
                </a:solidFill>
              </a:rPr>
              <a:t>THỐNG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75" dirty="0">
                <a:solidFill>
                  <a:schemeClr val="tx1"/>
                </a:solidFill>
              </a:rPr>
              <a:t>PHẦN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25" dirty="0">
                <a:solidFill>
                  <a:schemeClr val="tx1"/>
                </a:solidFill>
              </a:rPr>
              <a:t>MỀM</a:t>
            </a:r>
            <a:endParaRPr spc="-20" dirty="0">
              <a:solidFill>
                <a:schemeClr val="tx1"/>
              </a:solidFill>
            </a:endParaRPr>
          </a:p>
        </p:txBody>
      </p:sp>
      <p:sp>
        <p:nvSpPr>
          <p:cNvPr id="17" name="object 6"/>
          <p:cNvSpPr/>
          <p:nvPr/>
        </p:nvSpPr>
        <p:spPr>
          <a:xfrm>
            <a:off x="523544" y="10447221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8063A1"/>
            </a:solidFill>
          </a:ln>
        </p:spPr>
        <p:txBody>
          <a:bodyPr wrap="square" lIns="0" tIns="0" rIns="0" bIns="0" rtlCol="0"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91847" y="292351"/>
            <a:ext cx="3195955" cy="1304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484" dirty="0"/>
              <a:t>CHƯƠNG</a:t>
            </a:r>
            <a:r>
              <a:rPr spc="-585" dirty="0"/>
              <a:t> </a:t>
            </a:r>
            <a:r>
              <a:rPr spc="-1145" dirty="0"/>
              <a:t>II</a:t>
            </a:r>
            <a:endParaRPr spc="-1145" dirty="0"/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2950" b="0" spc="-195" dirty="0">
                <a:solidFill>
                  <a:srgbClr val="000000"/>
                </a:solidFill>
                <a:latin typeface="Tahoma"/>
                <a:cs typeface="Tahoma"/>
              </a:rPr>
              <a:t>HTML</a:t>
            </a:r>
            <a:r>
              <a:rPr sz="2950" b="0" spc="-35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b="0" spc="-260" dirty="0">
                <a:solidFill>
                  <a:srgbClr val="000000"/>
                </a:solidFill>
                <a:latin typeface="Tahoma"/>
                <a:cs typeface="Tahoma"/>
              </a:rPr>
              <a:t>&amp;</a:t>
            </a:r>
            <a:r>
              <a:rPr sz="2950" b="0" spc="-35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b="0" spc="-20" dirty="0">
                <a:solidFill>
                  <a:srgbClr val="000000"/>
                </a:solidFill>
                <a:latin typeface="Tahoma"/>
                <a:cs typeface="Tahoma"/>
              </a:rPr>
              <a:t>HTML5</a:t>
            </a:r>
            <a:endParaRPr sz="295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9593215" y="1702098"/>
            <a:ext cx="9552238" cy="2845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25114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25"/>
              </a:spcBef>
            </a:pPr>
            <a:r>
              <a:rPr dirty="0"/>
              <a:t>2.2</a:t>
            </a:r>
            <a:r>
              <a:rPr spc="-5" dirty="0"/>
              <a:t> </a:t>
            </a:r>
            <a:r>
              <a:rPr dirty="0"/>
              <a:t>Cấu</a:t>
            </a:r>
            <a:r>
              <a:rPr spc="10" dirty="0"/>
              <a:t> </a:t>
            </a:r>
            <a:r>
              <a:rPr dirty="0"/>
              <a:t>trúc tổng</a:t>
            </a:r>
            <a:r>
              <a:rPr spc="5" dirty="0"/>
              <a:t> </a:t>
            </a:r>
            <a:r>
              <a:rPr dirty="0"/>
              <a:t>quát</a:t>
            </a:r>
            <a:r>
              <a:rPr spc="15" dirty="0"/>
              <a:t> </a:t>
            </a:r>
            <a:r>
              <a:rPr dirty="0"/>
              <a:t>trang </a:t>
            </a:r>
            <a:r>
              <a:rPr spc="-20" dirty="0"/>
              <a:t>HTML</a:t>
            </a:r>
            <a:endParaRPr spc="-20" dirty="0"/>
          </a:p>
          <a:p>
            <a:pPr marL="356870" indent="-187960">
              <a:lnSpc>
                <a:spcPct val="100000"/>
              </a:lnSpc>
              <a:spcBef>
                <a:spcPts val="2840"/>
              </a:spcBef>
              <a:buSzPct val="41000"/>
              <a:buFont typeface="Tahoma"/>
              <a:buChar char="•"/>
              <a:tabLst>
                <a:tab pos="356870" algn="l"/>
              </a:tabLst>
            </a:pPr>
            <a:r>
              <a:rPr sz="2950" spc="-250" dirty="0">
                <a:solidFill>
                  <a:srgbClr val="000000"/>
                </a:solidFill>
                <a:latin typeface="Tahoma"/>
                <a:cs typeface="Tahoma"/>
              </a:rPr>
              <a:t>Cấu</a:t>
            </a:r>
            <a:r>
              <a:rPr sz="2950" spc="-32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spc="-260" dirty="0">
                <a:solidFill>
                  <a:srgbClr val="000000"/>
                </a:solidFill>
                <a:latin typeface="Tahoma"/>
                <a:cs typeface="Tahoma"/>
              </a:rPr>
              <a:t>trúc</a:t>
            </a:r>
            <a:r>
              <a:rPr sz="2950" spc="-32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spc="-280" dirty="0">
                <a:solidFill>
                  <a:srgbClr val="000000"/>
                </a:solidFill>
                <a:latin typeface="Tahoma"/>
                <a:cs typeface="Tahoma"/>
              </a:rPr>
              <a:t>tệp</a:t>
            </a:r>
            <a:r>
              <a:rPr sz="2950" spc="-31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spc="-405" dirty="0">
                <a:solidFill>
                  <a:srgbClr val="000000"/>
                </a:solidFill>
                <a:latin typeface="Tahoma"/>
                <a:cs typeface="Tahoma"/>
              </a:rPr>
              <a:t>HTML</a:t>
            </a:r>
            <a:r>
              <a:rPr sz="2950" spc="-33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spc="-350" dirty="0">
                <a:solidFill>
                  <a:srgbClr val="000000"/>
                </a:solidFill>
                <a:latin typeface="Tahoma"/>
                <a:cs typeface="Tahoma"/>
              </a:rPr>
              <a:t>và</a:t>
            </a:r>
            <a:r>
              <a:rPr sz="2950" spc="-32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spc="-395" dirty="0">
                <a:solidFill>
                  <a:srgbClr val="000000"/>
                </a:solidFill>
                <a:latin typeface="Tahoma"/>
                <a:cs typeface="Tahoma"/>
              </a:rPr>
              <a:t>ý</a:t>
            </a:r>
            <a:r>
              <a:rPr sz="2950" spc="-32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spc="-325" dirty="0">
                <a:solidFill>
                  <a:srgbClr val="000000"/>
                </a:solidFill>
                <a:latin typeface="Tahoma"/>
                <a:cs typeface="Tahoma"/>
              </a:rPr>
              <a:t>nghĩa</a:t>
            </a:r>
            <a:r>
              <a:rPr sz="2950" spc="-31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spc="-254" dirty="0">
                <a:solidFill>
                  <a:srgbClr val="000000"/>
                </a:solidFill>
                <a:latin typeface="Tahoma"/>
                <a:cs typeface="Tahoma"/>
              </a:rPr>
              <a:t>của</a:t>
            </a:r>
            <a:r>
              <a:rPr sz="2950" spc="-31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spc="-155" dirty="0">
                <a:solidFill>
                  <a:srgbClr val="000000"/>
                </a:solidFill>
                <a:latin typeface="Tahoma"/>
                <a:cs typeface="Tahoma"/>
              </a:rPr>
              <a:t>các</a:t>
            </a:r>
            <a:r>
              <a:rPr sz="2950" spc="-32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spc="-295" dirty="0">
                <a:solidFill>
                  <a:srgbClr val="000000"/>
                </a:solidFill>
                <a:latin typeface="Tahoma"/>
                <a:cs typeface="Tahoma"/>
              </a:rPr>
              <a:t>thẻ</a:t>
            </a:r>
            <a:r>
              <a:rPr sz="2950" spc="-31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spc="-160" dirty="0">
                <a:solidFill>
                  <a:srgbClr val="000000"/>
                </a:solidFill>
                <a:latin typeface="Tahoma"/>
                <a:cs typeface="Tahoma"/>
              </a:rPr>
              <a:t>cơ</a:t>
            </a:r>
            <a:r>
              <a:rPr sz="2950" spc="-320" dirty="0">
                <a:solidFill>
                  <a:srgbClr val="000000"/>
                </a:solidFill>
                <a:latin typeface="Tahoma"/>
                <a:cs typeface="Tahoma"/>
              </a:rPr>
              <a:t> bản:</a:t>
            </a:r>
            <a:endParaRPr sz="2950">
              <a:latin typeface="Tahoma"/>
              <a:cs typeface="Tahoma"/>
            </a:endParaRPr>
          </a:p>
          <a:p>
            <a:pPr marL="608330" marR="5080" lvl="1" indent="-188595">
              <a:lnSpc>
                <a:spcPct val="152000"/>
              </a:lnSpc>
              <a:spcBef>
                <a:spcPts val="80"/>
              </a:spcBef>
              <a:buClr>
                <a:srgbClr val="000000"/>
              </a:buClr>
              <a:buSzPct val="46000"/>
              <a:buFont typeface="Tahoma"/>
              <a:buChar char="•"/>
              <a:tabLst>
                <a:tab pos="608330" algn="l"/>
              </a:tabLst>
            </a:pPr>
            <a:r>
              <a:rPr sz="2600" b="1" dirty="0">
                <a:solidFill>
                  <a:srgbClr val="6F2F9F"/>
                </a:solidFill>
                <a:latin typeface="Arial" panose="020B0604020202020204"/>
                <a:cs typeface="Arial" panose="020B0604020202020204"/>
              </a:rPr>
              <a:t>&lt;!DOCTYPE</a:t>
            </a:r>
            <a:r>
              <a:rPr sz="2600" b="1" spc="45" dirty="0">
                <a:solidFill>
                  <a:srgbClr val="6F2F9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b="1" spc="-10" dirty="0">
                <a:solidFill>
                  <a:srgbClr val="6F2F9F"/>
                </a:solidFill>
                <a:latin typeface="Arial" panose="020B0604020202020204"/>
                <a:cs typeface="Arial" panose="020B0604020202020204"/>
              </a:rPr>
              <a:t>html&gt;</a:t>
            </a:r>
            <a:r>
              <a:rPr sz="2600" spc="-10" dirty="0">
                <a:latin typeface="Tahoma"/>
                <a:cs typeface="Tahoma"/>
              </a:rPr>
              <a:t>:</a:t>
            </a:r>
            <a:r>
              <a:rPr sz="2600" spc="-40" dirty="0">
                <a:latin typeface="Tahoma"/>
                <a:cs typeface="Tahoma"/>
              </a:rPr>
              <a:t> </a:t>
            </a:r>
            <a:r>
              <a:rPr sz="2600" spc="235" dirty="0">
                <a:latin typeface="Tahoma"/>
                <a:cs typeface="Tahoma"/>
              </a:rPr>
              <a:t>DOCTYPE</a:t>
            </a:r>
            <a:r>
              <a:rPr sz="2600" spc="-4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dịch</a:t>
            </a:r>
            <a:r>
              <a:rPr sz="2600" spc="-4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ra</a:t>
            </a:r>
            <a:r>
              <a:rPr sz="2600" spc="-3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là</a:t>
            </a:r>
            <a:r>
              <a:rPr sz="2600" spc="-4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kiểu</a:t>
            </a:r>
            <a:r>
              <a:rPr sz="2600" spc="-4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tài</a:t>
            </a:r>
            <a:r>
              <a:rPr sz="2600" spc="-4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liệu,</a:t>
            </a:r>
            <a:r>
              <a:rPr sz="2600" spc="-4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tức</a:t>
            </a:r>
            <a:r>
              <a:rPr sz="2600" spc="-4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là</a:t>
            </a:r>
            <a:r>
              <a:rPr sz="2600" spc="-4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để</a:t>
            </a:r>
            <a:r>
              <a:rPr sz="2600" spc="-3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khai</a:t>
            </a:r>
            <a:r>
              <a:rPr sz="2600" spc="-45" dirty="0">
                <a:latin typeface="Tahoma"/>
                <a:cs typeface="Tahoma"/>
              </a:rPr>
              <a:t> </a:t>
            </a:r>
            <a:r>
              <a:rPr sz="2600" spc="50" dirty="0">
                <a:latin typeface="Tahoma"/>
                <a:cs typeface="Tahoma"/>
              </a:rPr>
              <a:t>báo</a:t>
            </a:r>
            <a:r>
              <a:rPr sz="2600" spc="-2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đây</a:t>
            </a:r>
            <a:r>
              <a:rPr sz="2600" spc="-4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là</a:t>
            </a:r>
            <a:r>
              <a:rPr sz="2600" spc="-4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kiểu</a:t>
            </a:r>
            <a:r>
              <a:rPr sz="2600" spc="-4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tài</a:t>
            </a:r>
            <a:r>
              <a:rPr sz="2600" spc="-4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liệu</a:t>
            </a:r>
            <a:r>
              <a:rPr sz="2600" spc="-4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gì.</a:t>
            </a:r>
            <a:r>
              <a:rPr sz="2600" spc="-30" dirty="0">
                <a:latin typeface="Tahoma"/>
                <a:cs typeface="Tahoma"/>
              </a:rPr>
              <a:t> </a:t>
            </a:r>
            <a:r>
              <a:rPr sz="2600" spc="160" dirty="0">
                <a:latin typeface="Tahoma"/>
                <a:cs typeface="Tahoma"/>
              </a:rPr>
              <a:t>Cụ</a:t>
            </a:r>
            <a:r>
              <a:rPr sz="2600" spc="-4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thể</a:t>
            </a:r>
            <a:r>
              <a:rPr sz="2600" spc="-40" dirty="0">
                <a:latin typeface="Tahoma"/>
                <a:cs typeface="Tahoma"/>
              </a:rPr>
              <a:t> </a:t>
            </a:r>
            <a:r>
              <a:rPr sz="2600" spc="-20" dirty="0">
                <a:latin typeface="Tahoma"/>
                <a:cs typeface="Tahoma"/>
              </a:rPr>
              <a:t>html</a:t>
            </a:r>
            <a:r>
              <a:rPr sz="2600" spc="-45" dirty="0">
                <a:latin typeface="Tahoma"/>
                <a:cs typeface="Tahoma"/>
              </a:rPr>
              <a:t> </a:t>
            </a:r>
            <a:r>
              <a:rPr sz="2600" spc="75" dirty="0">
                <a:latin typeface="Tahoma"/>
                <a:cs typeface="Tahoma"/>
              </a:rPr>
              <a:t>có</a:t>
            </a:r>
            <a:r>
              <a:rPr sz="2600" spc="-25" dirty="0">
                <a:latin typeface="Tahoma"/>
                <a:cs typeface="Tahoma"/>
              </a:rPr>
              <a:t> </a:t>
            </a:r>
            <a:r>
              <a:rPr sz="2600" spc="50" dirty="0">
                <a:latin typeface="Tahoma"/>
                <a:cs typeface="Tahoma"/>
              </a:rPr>
              <a:t>nghĩa</a:t>
            </a:r>
            <a:r>
              <a:rPr sz="2600" spc="-3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là</a:t>
            </a:r>
            <a:r>
              <a:rPr sz="2600" spc="-45" dirty="0">
                <a:latin typeface="Tahoma"/>
                <a:cs typeface="Tahoma"/>
              </a:rPr>
              <a:t> </a:t>
            </a:r>
            <a:r>
              <a:rPr sz="2600" spc="-25" dirty="0">
                <a:latin typeface="Tahoma"/>
                <a:cs typeface="Tahoma"/>
              </a:rPr>
              <a:t>đây </a:t>
            </a:r>
            <a:r>
              <a:rPr sz="2600" dirty="0">
                <a:latin typeface="Tahoma"/>
                <a:cs typeface="Tahoma"/>
              </a:rPr>
              <a:t>là</a:t>
            </a:r>
            <a:r>
              <a:rPr sz="2600" spc="-4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tài</a:t>
            </a:r>
            <a:r>
              <a:rPr sz="2600" spc="-4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liệu</a:t>
            </a:r>
            <a:r>
              <a:rPr sz="2600" spc="-4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viết</a:t>
            </a:r>
            <a:r>
              <a:rPr sz="2600" spc="-4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bằng</a:t>
            </a:r>
            <a:r>
              <a:rPr sz="2600" spc="-30" dirty="0">
                <a:latin typeface="Tahoma"/>
                <a:cs typeface="Tahoma"/>
              </a:rPr>
              <a:t> </a:t>
            </a:r>
            <a:r>
              <a:rPr sz="2600" spc="140" dirty="0">
                <a:latin typeface="Tahoma"/>
                <a:cs typeface="Tahoma"/>
              </a:rPr>
              <a:t>HTML</a:t>
            </a:r>
            <a:r>
              <a:rPr sz="2600" spc="-4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(phiên</a:t>
            </a:r>
            <a:r>
              <a:rPr sz="2600" spc="-2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bản</a:t>
            </a:r>
            <a:r>
              <a:rPr sz="2600" spc="-4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5</a:t>
            </a:r>
            <a:r>
              <a:rPr sz="2600" spc="-2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–</a:t>
            </a:r>
            <a:r>
              <a:rPr sz="2600" spc="-45" dirty="0">
                <a:latin typeface="Tahoma"/>
                <a:cs typeface="Tahoma"/>
              </a:rPr>
              <a:t> </a:t>
            </a:r>
            <a:r>
              <a:rPr sz="2600" spc="-10" dirty="0">
                <a:latin typeface="Arial MT"/>
                <a:cs typeface="Arial MT"/>
              </a:rPr>
              <a:t>HTML5).</a:t>
            </a:r>
            <a:endParaRPr sz="2600">
              <a:latin typeface="Arial MT"/>
              <a:cs typeface="Arial MT"/>
            </a:endParaRPr>
          </a:p>
          <a:p>
            <a:pPr marL="608330" lvl="1" indent="-188595">
              <a:lnSpc>
                <a:spcPct val="100000"/>
              </a:lnSpc>
              <a:spcBef>
                <a:spcPts val="1625"/>
              </a:spcBef>
              <a:buClr>
                <a:srgbClr val="000000"/>
              </a:buClr>
              <a:buSzPct val="46000"/>
              <a:buFont typeface="Tahoma"/>
              <a:buChar char="•"/>
              <a:tabLst>
                <a:tab pos="608330" algn="l"/>
              </a:tabLst>
            </a:pPr>
            <a:r>
              <a:rPr sz="2600" dirty="0">
                <a:solidFill>
                  <a:srgbClr val="C00000"/>
                </a:solidFill>
                <a:latin typeface="Arial MT"/>
                <a:cs typeface="Arial MT"/>
              </a:rPr>
              <a:t>&lt;html&gt;&lt;/html&gt;</a:t>
            </a:r>
            <a:r>
              <a:rPr sz="2600" dirty="0">
                <a:latin typeface="Tahoma"/>
                <a:cs typeface="Tahoma"/>
              </a:rPr>
              <a:t>:</a:t>
            </a:r>
            <a:r>
              <a:rPr sz="2600" spc="-75" dirty="0">
                <a:latin typeface="Tahoma"/>
                <a:cs typeface="Tahoma"/>
              </a:rPr>
              <a:t> </a:t>
            </a:r>
            <a:r>
              <a:rPr sz="2600" spc="155" dirty="0">
                <a:latin typeface="Tahoma"/>
                <a:cs typeface="Tahoma"/>
              </a:rPr>
              <a:t>Cặp</a:t>
            </a:r>
            <a:r>
              <a:rPr sz="2600" spc="-6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thẻ</a:t>
            </a:r>
            <a:r>
              <a:rPr sz="2600" spc="-7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bắt</a:t>
            </a:r>
            <a:r>
              <a:rPr sz="2600" spc="-6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buộc,</a:t>
            </a:r>
            <a:r>
              <a:rPr sz="2600" spc="-6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element</a:t>
            </a:r>
            <a:r>
              <a:rPr sz="2600" spc="-50" dirty="0">
                <a:latin typeface="Tahoma"/>
                <a:cs typeface="Tahoma"/>
              </a:rPr>
              <a:t> </a:t>
            </a:r>
            <a:r>
              <a:rPr sz="2600" spc="75" dirty="0">
                <a:latin typeface="Tahoma"/>
                <a:cs typeface="Tahoma"/>
              </a:rPr>
              <a:t>cấp</a:t>
            </a:r>
            <a:r>
              <a:rPr sz="2600" spc="-70" dirty="0">
                <a:latin typeface="Tahoma"/>
                <a:cs typeface="Tahoma"/>
              </a:rPr>
              <a:t> </a:t>
            </a:r>
            <a:r>
              <a:rPr sz="2600" spc="85" dirty="0">
                <a:latin typeface="Tahoma"/>
                <a:cs typeface="Tahoma"/>
              </a:rPr>
              <a:t>cao</a:t>
            </a:r>
            <a:r>
              <a:rPr sz="2600" spc="-7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nhất,</a:t>
            </a:r>
            <a:r>
              <a:rPr sz="2600" spc="-50" dirty="0">
                <a:latin typeface="Tahoma"/>
                <a:cs typeface="Tahoma"/>
              </a:rPr>
              <a:t> </a:t>
            </a:r>
            <a:r>
              <a:rPr sz="2600" spc="75" dirty="0">
                <a:latin typeface="Tahoma"/>
                <a:cs typeface="Tahoma"/>
              </a:rPr>
              <a:t>có</a:t>
            </a:r>
            <a:r>
              <a:rPr sz="2600" spc="-7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nhiệm</a:t>
            </a:r>
            <a:r>
              <a:rPr sz="2600" spc="-6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vụ</a:t>
            </a:r>
            <a:r>
              <a:rPr sz="2600" spc="-7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đóng</a:t>
            </a:r>
            <a:r>
              <a:rPr sz="2600" spc="-6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gói</a:t>
            </a:r>
            <a:r>
              <a:rPr sz="2600" spc="-70" dirty="0">
                <a:latin typeface="Tahoma"/>
                <a:cs typeface="Tahoma"/>
              </a:rPr>
              <a:t> </a:t>
            </a:r>
            <a:r>
              <a:rPr sz="2600" spc="-35" dirty="0">
                <a:latin typeface="Tahoma"/>
                <a:cs typeface="Tahoma"/>
              </a:rPr>
              <a:t>tất</a:t>
            </a:r>
            <a:r>
              <a:rPr sz="2600" spc="-70" dirty="0">
                <a:latin typeface="Tahoma"/>
                <a:cs typeface="Tahoma"/>
              </a:rPr>
              <a:t> </a:t>
            </a:r>
            <a:r>
              <a:rPr sz="2600" spc="100" dirty="0">
                <a:latin typeface="Tahoma"/>
                <a:cs typeface="Tahoma"/>
              </a:rPr>
              <a:t>cả</a:t>
            </a:r>
            <a:r>
              <a:rPr sz="2600" spc="-7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nội</a:t>
            </a:r>
            <a:r>
              <a:rPr sz="2600" spc="-6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dung</a:t>
            </a:r>
            <a:r>
              <a:rPr sz="2600" spc="-60" dirty="0">
                <a:latin typeface="Tahoma"/>
                <a:cs typeface="Tahoma"/>
              </a:rPr>
              <a:t> </a:t>
            </a:r>
            <a:r>
              <a:rPr sz="2600" spc="75" dirty="0">
                <a:latin typeface="Tahoma"/>
                <a:cs typeface="Tahoma"/>
              </a:rPr>
              <a:t>của</a:t>
            </a:r>
            <a:r>
              <a:rPr sz="2600" spc="-7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trang</a:t>
            </a:r>
            <a:r>
              <a:rPr sz="2600" spc="-65" dirty="0">
                <a:latin typeface="Tahoma"/>
                <a:cs typeface="Tahoma"/>
              </a:rPr>
              <a:t> </a:t>
            </a:r>
            <a:r>
              <a:rPr sz="2600" spc="80" dirty="0">
                <a:latin typeface="Tahoma"/>
                <a:cs typeface="Tahoma"/>
              </a:rPr>
              <a:t>HTML.</a:t>
            </a:r>
            <a:endParaRPr sz="2600">
              <a:latin typeface="Tahoma"/>
              <a:cs typeface="Tahoma"/>
            </a:endParaRPr>
          </a:p>
          <a:p>
            <a:pPr marL="608330" lvl="1" indent="-188595">
              <a:lnSpc>
                <a:spcPct val="100000"/>
              </a:lnSpc>
              <a:spcBef>
                <a:spcPts val="1635"/>
              </a:spcBef>
              <a:buClr>
                <a:srgbClr val="000000"/>
              </a:buClr>
              <a:buSzPct val="46000"/>
              <a:buFont typeface="Tahoma"/>
              <a:buChar char="•"/>
              <a:tabLst>
                <a:tab pos="608330" algn="l"/>
              </a:tabLst>
            </a:pPr>
            <a:r>
              <a:rPr sz="2600" dirty="0">
                <a:solidFill>
                  <a:srgbClr val="C00000"/>
                </a:solidFill>
                <a:latin typeface="Arial MT"/>
                <a:cs typeface="Arial MT"/>
              </a:rPr>
              <a:t>&lt;head&gt;&lt;/head&gt;</a:t>
            </a:r>
            <a:r>
              <a:rPr sz="2600" dirty="0">
                <a:latin typeface="Arial MT"/>
                <a:cs typeface="Arial MT"/>
              </a:rPr>
              <a:t>:</a:t>
            </a:r>
            <a:r>
              <a:rPr sz="2600" spc="5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Khai</a:t>
            </a:r>
            <a:r>
              <a:rPr sz="2600" spc="3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báo</a:t>
            </a:r>
            <a:r>
              <a:rPr sz="2600" spc="3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các</a:t>
            </a:r>
            <a:r>
              <a:rPr sz="2600" spc="30" dirty="0"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F47320"/>
                </a:solidFill>
                <a:latin typeface="Arial MT"/>
                <a:cs typeface="Arial MT"/>
              </a:rPr>
              <a:t>thông</a:t>
            </a:r>
            <a:r>
              <a:rPr sz="2600" spc="55" dirty="0">
                <a:solidFill>
                  <a:srgbClr val="F47320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F47320"/>
                </a:solidFill>
                <a:latin typeface="Arial MT"/>
                <a:cs typeface="Arial MT"/>
              </a:rPr>
              <a:t>tin</a:t>
            </a:r>
            <a:r>
              <a:rPr sz="2600" spc="35" dirty="0">
                <a:solidFill>
                  <a:srgbClr val="F47320"/>
                </a:solidFill>
                <a:latin typeface="Arial MT"/>
                <a:cs typeface="Arial MT"/>
              </a:rPr>
              <a:t> </a:t>
            </a:r>
            <a:r>
              <a:rPr sz="2600" b="1" dirty="0">
                <a:solidFill>
                  <a:srgbClr val="F47320"/>
                </a:solidFill>
                <a:latin typeface="Arial" panose="020B0604020202020204"/>
                <a:cs typeface="Arial" panose="020B0604020202020204"/>
              </a:rPr>
              <a:t>meta</a:t>
            </a:r>
            <a:r>
              <a:rPr sz="2600" b="1" spc="30" dirty="0">
                <a:solidFill>
                  <a:srgbClr val="F4732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600" spc="75" dirty="0">
                <a:latin typeface="Tahoma"/>
                <a:cs typeface="Tahoma"/>
              </a:rPr>
              <a:t>của</a:t>
            </a:r>
            <a:r>
              <a:rPr sz="2600" spc="-6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trang</a:t>
            </a:r>
            <a:r>
              <a:rPr sz="2600" spc="-4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web</a:t>
            </a:r>
            <a:r>
              <a:rPr sz="2600" spc="-6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như:</a:t>
            </a:r>
            <a:r>
              <a:rPr sz="2600" spc="-5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tiêu</a:t>
            </a:r>
            <a:r>
              <a:rPr sz="2600" spc="-6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đề</a:t>
            </a:r>
            <a:r>
              <a:rPr sz="2600" spc="-55" dirty="0">
                <a:latin typeface="Tahoma"/>
                <a:cs typeface="Tahoma"/>
              </a:rPr>
              <a:t> </a:t>
            </a:r>
            <a:r>
              <a:rPr sz="2600" spc="-10" dirty="0">
                <a:latin typeface="Tahoma"/>
                <a:cs typeface="Tahoma"/>
              </a:rPr>
              <a:t>trang,</a:t>
            </a:r>
            <a:r>
              <a:rPr sz="2600" spc="-35" dirty="0">
                <a:latin typeface="Tahoma"/>
                <a:cs typeface="Tahoma"/>
              </a:rPr>
              <a:t> </a:t>
            </a:r>
            <a:r>
              <a:rPr sz="2600" spc="-10" dirty="0">
                <a:latin typeface="Tahoma"/>
                <a:cs typeface="Tahoma"/>
              </a:rPr>
              <a:t>charset.</a:t>
            </a:r>
            <a:endParaRPr sz="2600">
              <a:latin typeface="Tahoma"/>
              <a:cs typeface="Tahoma"/>
            </a:endParaRPr>
          </a:p>
          <a:p>
            <a:pPr marL="608330" lvl="1" indent="-188595">
              <a:lnSpc>
                <a:spcPct val="100000"/>
              </a:lnSpc>
              <a:spcBef>
                <a:spcPts val="1625"/>
              </a:spcBef>
              <a:buClr>
                <a:srgbClr val="000000"/>
              </a:buClr>
              <a:buSzPct val="46000"/>
              <a:buFont typeface="Tahoma"/>
              <a:buChar char="•"/>
              <a:tabLst>
                <a:tab pos="608330" algn="l"/>
              </a:tabLst>
            </a:pPr>
            <a:r>
              <a:rPr sz="2600" dirty="0">
                <a:solidFill>
                  <a:srgbClr val="C00000"/>
                </a:solidFill>
                <a:latin typeface="Arial MT"/>
                <a:cs typeface="Arial MT"/>
              </a:rPr>
              <a:t>&lt;title&gt;&lt;/title&gt;</a:t>
            </a:r>
            <a:r>
              <a:rPr sz="2600" dirty="0">
                <a:latin typeface="Tahoma"/>
                <a:cs typeface="Tahoma"/>
              </a:rPr>
              <a:t>:</a:t>
            </a:r>
            <a:r>
              <a:rPr sz="2600" spc="-75" dirty="0">
                <a:latin typeface="Tahoma"/>
                <a:cs typeface="Tahoma"/>
              </a:rPr>
              <a:t> </a:t>
            </a:r>
            <a:r>
              <a:rPr sz="2600" spc="140" dirty="0">
                <a:latin typeface="Tahoma"/>
                <a:cs typeface="Tahoma"/>
              </a:rPr>
              <a:t>Cặp</a:t>
            </a:r>
            <a:r>
              <a:rPr sz="2600" spc="-7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thẻ</a:t>
            </a:r>
            <a:r>
              <a:rPr sz="2600" spc="-6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nằm</a:t>
            </a:r>
            <a:r>
              <a:rPr sz="2600" spc="-6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bên</a:t>
            </a:r>
            <a:r>
              <a:rPr sz="2600" spc="-6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trong</a:t>
            </a:r>
            <a:r>
              <a:rPr sz="2600" spc="-6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thẻ</a:t>
            </a:r>
            <a:r>
              <a:rPr sz="2600" spc="-60" dirty="0">
                <a:latin typeface="Tahoma"/>
                <a:cs typeface="Tahoma"/>
              </a:rPr>
              <a:t> </a:t>
            </a:r>
            <a:r>
              <a:rPr sz="2600" spc="-70" dirty="0">
                <a:latin typeface="Tahoma"/>
                <a:cs typeface="Tahoma"/>
              </a:rPr>
              <a:t>&lt;head&gt;,</a:t>
            </a:r>
            <a:r>
              <a:rPr sz="2600" spc="-6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dùng</a:t>
            </a:r>
            <a:r>
              <a:rPr sz="2600" spc="-5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để</a:t>
            </a:r>
            <a:r>
              <a:rPr sz="2600" spc="-7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khai</a:t>
            </a:r>
            <a:r>
              <a:rPr sz="2600" spc="-65" dirty="0">
                <a:latin typeface="Tahoma"/>
                <a:cs typeface="Tahoma"/>
              </a:rPr>
              <a:t> </a:t>
            </a:r>
            <a:r>
              <a:rPr sz="2600" spc="50" dirty="0">
                <a:latin typeface="Tahoma"/>
                <a:cs typeface="Tahoma"/>
              </a:rPr>
              <a:t>báo</a:t>
            </a:r>
            <a:r>
              <a:rPr sz="2600" spc="-6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tiêu</a:t>
            </a:r>
            <a:r>
              <a:rPr sz="2600" spc="-6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đề</a:t>
            </a:r>
            <a:r>
              <a:rPr sz="2600" spc="-70" dirty="0">
                <a:latin typeface="Tahoma"/>
                <a:cs typeface="Tahoma"/>
              </a:rPr>
              <a:t> </a:t>
            </a:r>
            <a:r>
              <a:rPr sz="2600" spc="75" dirty="0">
                <a:latin typeface="Tahoma"/>
                <a:cs typeface="Tahoma"/>
              </a:rPr>
              <a:t>của</a:t>
            </a:r>
            <a:r>
              <a:rPr sz="2600" spc="-60" dirty="0">
                <a:latin typeface="Tahoma"/>
                <a:cs typeface="Tahoma"/>
              </a:rPr>
              <a:t> </a:t>
            </a:r>
            <a:r>
              <a:rPr sz="2600" spc="-10" dirty="0">
                <a:latin typeface="Tahoma"/>
                <a:cs typeface="Tahoma"/>
              </a:rPr>
              <a:t>trang.</a:t>
            </a:r>
            <a:endParaRPr sz="2600">
              <a:latin typeface="Tahoma"/>
              <a:cs typeface="Tahoma"/>
            </a:endParaRPr>
          </a:p>
          <a:p>
            <a:pPr marL="608330" lvl="1" indent="-188595">
              <a:lnSpc>
                <a:spcPct val="100000"/>
              </a:lnSpc>
              <a:spcBef>
                <a:spcPts val="1630"/>
              </a:spcBef>
              <a:buClr>
                <a:srgbClr val="000000"/>
              </a:buClr>
              <a:buSzPct val="46000"/>
              <a:buFont typeface="Tahoma"/>
              <a:buChar char="•"/>
              <a:tabLst>
                <a:tab pos="608330" algn="l"/>
              </a:tabLst>
            </a:pPr>
            <a:r>
              <a:rPr sz="2600" dirty="0">
                <a:solidFill>
                  <a:srgbClr val="C00000"/>
                </a:solidFill>
                <a:latin typeface="Arial MT"/>
                <a:cs typeface="Arial MT"/>
              </a:rPr>
              <a:t>&lt;body&gt;&lt;/body&gt;</a:t>
            </a:r>
            <a:r>
              <a:rPr sz="2600" dirty="0">
                <a:latin typeface="Tahoma"/>
                <a:cs typeface="Tahoma"/>
              </a:rPr>
              <a:t>:</a:t>
            </a:r>
            <a:r>
              <a:rPr sz="2600" spc="-60" dirty="0">
                <a:latin typeface="Tahoma"/>
                <a:cs typeface="Tahoma"/>
              </a:rPr>
              <a:t> </a:t>
            </a:r>
            <a:r>
              <a:rPr sz="2600" spc="140" dirty="0">
                <a:latin typeface="Tahoma"/>
                <a:cs typeface="Tahoma"/>
              </a:rPr>
              <a:t>Cặp</a:t>
            </a:r>
            <a:r>
              <a:rPr sz="2600" spc="-7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thẻ</a:t>
            </a:r>
            <a:r>
              <a:rPr sz="2600" spc="-7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dùng</a:t>
            </a:r>
            <a:r>
              <a:rPr sz="2600" spc="-6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để</a:t>
            </a:r>
            <a:r>
              <a:rPr sz="2600" spc="-8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đóng</a:t>
            </a:r>
            <a:r>
              <a:rPr sz="2600" spc="-6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gói</a:t>
            </a:r>
            <a:r>
              <a:rPr sz="2600" spc="-75" dirty="0">
                <a:latin typeface="Tahoma"/>
                <a:cs typeface="Tahoma"/>
              </a:rPr>
              <a:t> </a:t>
            </a:r>
            <a:r>
              <a:rPr sz="2600" spc="-40" dirty="0">
                <a:latin typeface="Tahoma"/>
                <a:cs typeface="Tahoma"/>
              </a:rPr>
              <a:t>tất</a:t>
            </a:r>
            <a:r>
              <a:rPr sz="2600" spc="-80" dirty="0">
                <a:latin typeface="Tahoma"/>
                <a:cs typeface="Tahoma"/>
              </a:rPr>
              <a:t> </a:t>
            </a:r>
            <a:r>
              <a:rPr sz="2600" spc="100" dirty="0">
                <a:latin typeface="Tahoma"/>
                <a:cs typeface="Tahoma"/>
              </a:rPr>
              <a:t>cả</a:t>
            </a:r>
            <a:r>
              <a:rPr sz="2600" spc="-70" dirty="0">
                <a:latin typeface="Tahoma"/>
                <a:cs typeface="Tahoma"/>
              </a:rPr>
              <a:t> </a:t>
            </a:r>
            <a:r>
              <a:rPr sz="2600" spc="110" dirty="0">
                <a:latin typeface="Tahoma"/>
                <a:cs typeface="Tahoma"/>
              </a:rPr>
              <a:t>các</a:t>
            </a:r>
            <a:r>
              <a:rPr sz="2600" spc="-8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nội</a:t>
            </a:r>
            <a:r>
              <a:rPr sz="2600" spc="-7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dung</a:t>
            </a:r>
            <a:r>
              <a:rPr sz="2600" spc="-65" dirty="0">
                <a:latin typeface="Tahoma"/>
                <a:cs typeface="Tahoma"/>
              </a:rPr>
              <a:t> </a:t>
            </a:r>
            <a:r>
              <a:rPr sz="2600" spc="120" dirty="0">
                <a:latin typeface="Tahoma"/>
                <a:cs typeface="Tahoma"/>
              </a:rPr>
              <a:t>sẽ</a:t>
            </a:r>
            <a:r>
              <a:rPr sz="2600" spc="-7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hiển</a:t>
            </a:r>
            <a:r>
              <a:rPr sz="2600" spc="-80" dirty="0">
                <a:latin typeface="Tahoma"/>
                <a:cs typeface="Tahoma"/>
              </a:rPr>
              <a:t> </a:t>
            </a:r>
            <a:r>
              <a:rPr sz="2600" spc="-20" dirty="0">
                <a:latin typeface="Tahoma"/>
                <a:cs typeface="Tahoma"/>
              </a:rPr>
              <a:t>thị</a:t>
            </a:r>
            <a:r>
              <a:rPr sz="2600" spc="-7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trên</a:t>
            </a:r>
            <a:r>
              <a:rPr sz="2600" spc="-75" dirty="0">
                <a:latin typeface="Tahoma"/>
                <a:cs typeface="Tahoma"/>
              </a:rPr>
              <a:t> </a:t>
            </a:r>
            <a:r>
              <a:rPr sz="2600" spc="-10" dirty="0">
                <a:latin typeface="Tahoma"/>
                <a:cs typeface="Tahoma"/>
              </a:rPr>
              <a:t>trang.</a:t>
            </a:r>
            <a:endParaRPr sz="2600">
              <a:latin typeface="Tahoma"/>
              <a:cs typeface="Tahoma"/>
            </a:endParaRPr>
          </a:p>
          <a:p>
            <a:pPr marL="608330" lvl="1" indent="-188595">
              <a:lnSpc>
                <a:spcPct val="100000"/>
              </a:lnSpc>
              <a:spcBef>
                <a:spcPts val="1630"/>
              </a:spcBef>
              <a:buClr>
                <a:srgbClr val="000000"/>
              </a:buClr>
              <a:buSzPct val="46000"/>
              <a:buFont typeface="Tahoma"/>
              <a:buChar char="•"/>
              <a:tabLst>
                <a:tab pos="608330" algn="l"/>
              </a:tabLst>
            </a:pPr>
            <a:r>
              <a:rPr sz="2600" dirty="0">
                <a:solidFill>
                  <a:srgbClr val="C00000"/>
                </a:solidFill>
                <a:latin typeface="Arial MT"/>
                <a:cs typeface="Arial MT"/>
              </a:rPr>
              <a:t>&lt;h1&gt;&lt;/h1&gt;</a:t>
            </a:r>
            <a:r>
              <a:rPr sz="2600" dirty="0">
                <a:latin typeface="Tahoma"/>
                <a:cs typeface="Tahoma"/>
              </a:rPr>
              <a:t>:</a:t>
            </a:r>
            <a:r>
              <a:rPr sz="2600" spc="-90" dirty="0">
                <a:latin typeface="Tahoma"/>
                <a:cs typeface="Tahoma"/>
              </a:rPr>
              <a:t> </a:t>
            </a:r>
            <a:r>
              <a:rPr sz="2600" spc="110" dirty="0">
                <a:latin typeface="Tahoma"/>
                <a:cs typeface="Tahoma"/>
              </a:rPr>
              <a:t>Phần</a:t>
            </a:r>
            <a:r>
              <a:rPr sz="2600" spc="-9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từ</a:t>
            </a:r>
            <a:r>
              <a:rPr sz="2600" spc="-90" dirty="0">
                <a:latin typeface="Tahoma"/>
                <a:cs typeface="Tahoma"/>
              </a:rPr>
              <a:t> </a:t>
            </a:r>
            <a:r>
              <a:rPr sz="2600" spc="75" dirty="0">
                <a:latin typeface="Tahoma"/>
                <a:cs typeface="Tahoma"/>
              </a:rPr>
              <a:t>xác</a:t>
            </a:r>
            <a:r>
              <a:rPr sz="2600" spc="-9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định</a:t>
            </a:r>
            <a:r>
              <a:rPr sz="2600" spc="-8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một</a:t>
            </a:r>
            <a:r>
              <a:rPr sz="2600" spc="-9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tiêu</a:t>
            </a:r>
            <a:r>
              <a:rPr sz="2600" spc="-8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đề</a:t>
            </a:r>
            <a:r>
              <a:rPr sz="2600" spc="-90" dirty="0">
                <a:latin typeface="Tahoma"/>
                <a:cs typeface="Tahoma"/>
              </a:rPr>
              <a:t> </a:t>
            </a:r>
            <a:r>
              <a:rPr sz="2600" spc="75" dirty="0">
                <a:latin typeface="Tahoma"/>
                <a:cs typeface="Tahoma"/>
              </a:rPr>
              <a:t>lớn</a:t>
            </a:r>
            <a:r>
              <a:rPr sz="2600" spc="-95" dirty="0">
                <a:latin typeface="Tahoma"/>
                <a:cs typeface="Tahoma"/>
              </a:rPr>
              <a:t> </a:t>
            </a:r>
            <a:r>
              <a:rPr sz="2600" spc="75" dirty="0">
                <a:latin typeface="Tahoma"/>
                <a:cs typeface="Tahoma"/>
              </a:rPr>
              <a:t>cấp</a:t>
            </a:r>
            <a:r>
              <a:rPr sz="2600" spc="-90" dirty="0">
                <a:latin typeface="Tahoma"/>
                <a:cs typeface="Tahoma"/>
              </a:rPr>
              <a:t> </a:t>
            </a:r>
            <a:r>
              <a:rPr sz="2600" spc="-25" dirty="0">
                <a:latin typeface="Tahoma"/>
                <a:cs typeface="Tahoma"/>
              </a:rPr>
              <a:t>1.</a:t>
            </a:r>
            <a:endParaRPr sz="2600">
              <a:latin typeface="Tahoma"/>
              <a:cs typeface="Tahoma"/>
            </a:endParaRPr>
          </a:p>
          <a:p>
            <a:pPr marL="608330" marR="57785" lvl="1" indent="-188595">
              <a:lnSpc>
                <a:spcPct val="152000"/>
              </a:lnSpc>
              <a:buClr>
                <a:srgbClr val="000000"/>
              </a:buClr>
              <a:buSzPct val="46000"/>
              <a:buFont typeface="Tahoma"/>
              <a:buChar char="•"/>
              <a:tabLst>
                <a:tab pos="608330" algn="l"/>
              </a:tabLst>
            </a:pPr>
            <a:r>
              <a:rPr sz="2600" dirty="0">
                <a:solidFill>
                  <a:srgbClr val="C00000"/>
                </a:solidFill>
                <a:latin typeface="Arial MT"/>
                <a:cs typeface="Arial MT"/>
              </a:rPr>
              <a:t>&lt;p&gt;&lt;/p&gt;</a:t>
            </a:r>
            <a:r>
              <a:rPr sz="2600" dirty="0">
                <a:latin typeface="Tahoma"/>
                <a:cs typeface="Tahoma"/>
              </a:rPr>
              <a:t>:</a:t>
            </a:r>
            <a:r>
              <a:rPr sz="2600" spc="-60" dirty="0">
                <a:latin typeface="Tahoma"/>
                <a:cs typeface="Tahoma"/>
              </a:rPr>
              <a:t> </a:t>
            </a:r>
            <a:r>
              <a:rPr sz="2600" spc="110" dirty="0">
                <a:latin typeface="Tahoma"/>
                <a:cs typeface="Tahoma"/>
              </a:rPr>
              <a:t>Phần</a:t>
            </a:r>
            <a:r>
              <a:rPr sz="2600" spc="-5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tử</a:t>
            </a:r>
            <a:r>
              <a:rPr sz="2600" spc="-65" dirty="0">
                <a:latin typeface="Tahoma"/>
                <a:cs typeface="Tahoma"/>
              </a:rPr>
              <a:t> </a:t>
            </a:r>
            <a:r>
              <a:rPr sz="2600" spc="75" dirty="0">
                <a:latin typeface="Tahoma"/>
                <a:cs typeface="Tahoma"/>
              </a:rPr>
              <a:t>xác</a:t>
            </a:r>
            <a:r>
              <a:rPr sz="2600" spc="-5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định</a:t>
            </a:r>
            <a:r>
              <a:rPr sz="2600" spc="-4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một</a:t>
            </a:r>
            <a:r>
              <a:rPr sz="2600" spc="-6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đoạn</a:t>
            </a:r>
            <a:r>
              <a:rPr sz="2600" spc="-4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văn</a:t>
            </a:r>
            <a:r>
              <a:rPr sz="2600" spc="-4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bản</a:t>
            </a:r>
            <a:r>
              <a:rPr sz="2600" spc="-30" dirty="0">
                <a:latin typeface="Tahoma"/>
                <a:cs typeface="Tahoma"/>
              </a:rPr>
              <a:t> </a:t>
            </a:r>
            <a:r>
              <a:rPr sz="2600" spc="105" dirty="0">
                <a:latin typeface="Tahoma"/>
                <a:cs typeface="Tahoma"/>
              </a:rPr>
              <a:t>►Mặc</a:t>
            </a:r>
            <a:r>
              <a:rPr sz="2600" spc="-5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định</a:t>
            </a:r>
            <a:r>
              <a:rPr sz="2600" spc="-5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nếu</a:t>
            </a:r>
            <a:r>
              <a:rPr sz="2600" spc="-4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văn</a:t>
            </a:r>
            <a:r>
              <a:rPr sz="2600" spc="-5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bản</a:t>
            </a:r>
            <a:r>
              <a:rPr sz="2600" spc="-5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không</a:t>
            </a:r>
            <a:r>
              <a:rPr sz="2600" spc="-45" dirty="0">
                <a:latin typeface="Tahoma"/>
                <a:cs typeface="Tahoma"/>
              </a:rPr>
              <a:t> </a:t>
            </a:r>
            <a:r>
              <a:rPr sz="2600" spc="125" dirty="0">
                <a:latin typeface="Tahoma"/>
                <a:cs typeface="Tahoma"/>
              </a:rPr>
              <a:t>được</a:t>
            </a:r>
            <a:r>
              <a:rPr sz="2600" spc="-5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chỉ</a:t>
            </a:r>
            <a:r>
              <a:rPr sz="2600" spc="-5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định</a:t>
            </a:r>
            <a:r>
              <a:rPr sz="2600" spc="-50" dirty="0">
                <a:latin typeface="Tahoma"/>
                <a:cs typeface="Tahoma"/>
              </a:rPr>
              <a:t> </a:t>
            </a:r>
            <a:r>
              <a:rPr sz="2600" spc="60" dirty="0">
                <a:latin typeface="Tahoma"/>
                <a:cs typeface="Tahoma"/>
              </a:rPr>
              <a:t>tường</a:t>
            </a:r>
            <a:r>
              <a:rPr sz="2600" spc="-5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minh</a:t>
            </a:r>
            <a:r>
              <a:rPr sz="2600" spc="-55" dirty="0">
                <a:latin typeface="Tahoma"/>
                <a:cs typeface="Tahoma"/>
              </a:rPr>
              <a:t> </a:t>
            </a:r>
            <a:r>
              <a:rPr sz="2600" spc="-10" dirty="0">
                <a:latin typeface="Tahoma"/>
                <a:cs typeface="Tahoma"/>
              </a:rPr>
              <a:t>trong</a:t>
            </a:r>
            <a:r>
              <a:rPr sz="2600" spc="-40" dirty="0">
                <a:latin typeface="Tahoma"/>
                <a:cs typeface="Tahoma"/>
              </a:rPr>
              <a:t> </a:t>
            </a:r>
            <a:r>
              <a:rPr sz="2600" spc="75" dirty="0">
                <a:latin typeface="Tahoma"/>
                <a:cs typeface="Tahoma"/>
              </a:rPr>
              <a:t>cặp</a:t>
            </a:r>
            <a:r>
              <a:rPr sz="2600" spc="-5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thẻ</a:t>
            </a:r>
            <a:r>
              <a:rPr sz="2600" spc="-45" dirty="0">
                <a:latin typeface="Tahoma"/>
                <a:cs typeface="Tahoma"/>
              </a:rPr>
              <a:t> </a:t>
            </a:r>
            <a:r>
              <a:rPr sz="2600" spc="25" dirty="0">
                <a:latin typeface="Tahoma"/>
                <a:cs typeface="Tahoma"/>
              </a:rPr>
              <a:t>nào </a:t>
            </a:r>
            <a:r>
              <a:rPr sz="2600" dirty="0">
                <a:latin typeface="Tahoma"/>
                <a:cs typeface="Tahoma"/>
              </a:rPr>
              <a:t>thì</a:t>
            </a:r>
            <a:r>
              <a:rPr sz="2600" spc="-65" dirty="0">
                <a:latin typeface="Tahoma"/>
                <a:cs typeface="Tahoma"/>
              </a:rPr>
              <a:t> </a:t>
            </a:r>
            <a:r>
              <a:rPr sz="2600" spc="125" dirty="0">
                <a:latin typeface="Tahoma"/>
                <a:cs typeface="Tahoma"/>
              </a:rPr>
              <a:t>được</a:t>
            </a:r>
            <a:r>
              <a:rPr sz="2600" spc="-5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định</a:t>
            </a:r>
            <a:r>
              <a:rPr sz="2600" spc="-5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dạng</a:t>
            </a:r>
            <a:r>
              <a:rPr sz="2600" spc="-50" dirty="0">
                <a:latin typeface="Tahoma"/>
                <a:cs typeface="Tahoma"/>
              </a:rPr>
              <a:t> </a:t>
            </a:r>
            <a:r>
              <a:rPr sz="2600" spc="70" dirty="0">
                <a:latin typeface="Tahoma"/>
                <a:cs typeface="Tahoma"/>
              </a:rPr>
              <a:t>như</a:t>
            </a:r>
            <a:r>
              <a:rPr sz="2600" spc="-6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thẻ</a:t>
            </a:r>
            <a:r>
              <a:rPr sz="2600" spc="-55" dirty="0">
                <a:latin typeface="Tahoma"/>
                <a:cs typeface="Tahoma"/>
              </a:rPr>
              <a:t> </a:t>
            </a:r>
            <a:r>
              <a:rPr sz="2600" spc="-25" dirty="0">
                <a:latin typeface="Tahoma"/>
                <a:cs typeface="Tahoma"/>
              </a:rPr>
              <a:t>p.</a:t>
            </a:r>
            <a:endParaRPr sz="2600">
              <a:latin typeface="Tahoma"/>
              <a:cs typeface="Tahoma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xfrm>
            <a:off x="601345" y="10674350"/>
            <a:ext cx="5245100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85" dirty="0">
                <a:solidFill>
                  <a:schemeClr val="tx1"/>
                </a:solidFill>
              </a:rPr>
              <a:t>THIẾT </a:t>
            </a:r>
            <a:r>
              <a:rPr spc="-110" dirty="0">
                <a:solidFill>
                  <a:schemeClr val="tx1"/>
                </a:solidFill>
              </a:rPr>
              <a:t>KẾ</a:t>
            </a:r>
            <a:r>
              <a:rPr spc="-190" dirty="0">
                <a:solidFill>
                  <a:schemeClr val="tx1"/>
                </a:solidFill>
              </a:rPr>
              <a:t> </a:t>
            </a:r>
            <a:r>
              <a:rPr spc="-110" dirty="0">
                <a:solidFill>
                  <a:schemeClr val="tx1"/>
                </a:solidFill>
              </a:rPr>
              <a:t>WEB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VÀ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45" dirty="0">
                <a:solidFill>
                  <a:schemeClr val="tx1"/>
                </a:solidFill>
              </a:rPr>
              <a:t>TRIỂN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KHAI</a:t>
            </a:r>
            <a:r>
              <a:rPr spc="-200" dirty="0">
                <a:solidFill>
                  <a:schemeClr val="tx1"/>
                </a:solidFill>
              </a:rPr>
              <a:t> </a:t>
            </a:r>
            <a:r>
              <a:rPr spc="-80" dirty="0">
                <a:solidFill>
                  <a:schemeClr val="tx1"/>
                </a:solidFill>
              </a:rPr>
              <a:t>HỆ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95" dirty="0">
                <a:solidFill>
                  <a:schemeClr val="tx1"/>
                </a:solidFill>
              </a:rPr>
              <a:t>THỐNG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75" dirty="0">
                <a:solidFill>
                  <a:schemeClr val="tx1"/>
                </a:solidFill>
              </a:rPr>
              <a:t>PHẦN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25" dirty="0">
                <a:solidFill>
                  <a:schemeClr val="tx1"/>
                </a:solidFill>
              </a:rPr>
              <a:t>MỀM</a:t>
            </a:r>
            <a:endParaRPr spc="-20" dirty="0">
              <a:solidFill>
                <a:schemeClr val="tx1"/>
              </a:solidFill>
            </a:endParaRPr>
          </a:p>
        </p:txBody>
      </p:sp>
      <p:sp>
        <p:nvSpPr>
          <p:cNvPr id="16" name="object 6"/>
          <p:cNvSpPr/>
          <p:nvPr/>
        </p:nvSpPr>
        <p:spPr>
          <a:xfrm>
            <a:off x="523544" y="10447221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8063A1"/>
            </a:solidFill>
          </a:ln>
        </p:spPr>
        <p:txBody>
          <a:bodyPr wrap="square" lIns="0" tIns="0" rIns="0" bIns="0" rtlCol="0"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91847" y="292351"/>
            <a:ext cx="3195955" cy="1304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484" dirty="0"/>
              <a:t>CHƯƠNG</a:t>
            </a:r>
            <a:r>
              <a:rPr spc="-585" dirty="0"/>
              <a:t> </a:t>
            </a:r>
            <a:r>
              <a:rPr spc="-1145" dirty="0"/>
              <a:t>II</a:t>
            </a:r>
            <a:endParaRPr spc="-1145" dirty="0"/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2950" b="0" spc="-195" dirty="0">
                <a:solidFill>
                  <a:srgbClr val="000000"/>
                </a:solidFill>
                <a:latin typeface="Tahoma"/>
                <a:cs typeface="Tahoma"/>
              </a:rPr>
              <a:t>HTML</a:t>
            </a:r>
            <a:r>
              <a:rPr sz="2950" b="0" spc="-35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b="0" spc="-260" dirty="0">
                <a:solidFill>
                  <a:srgbClr val="000000"/>
                </a:solidFill>
                <a:latin typeface="Tahoma"/>
                <a:cs typeface="Tahoma"/>
              </a:rPr>
              <a:t>&amp;</a:t>
            </a:r>
            <a:r>
              <a:rPr sz="2950" b="0" spc="-35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b="0" spc="-20" dirty="0">
                <a:solidFill>
                  <a:srgbClr val="000000"/>
                </a:solidFill>
                <a:latin typeface="Tahoma"/>
                <a:cs typeface="Tahoma"/>
              </a:rPr>
              <a:t>HTML5</a:t>
            </a:r>
            <a:endParaRPr sz="295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393392" y="1017775"/>
            <a:ext cx="3716020" cy="52133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endParaRPr sz="33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9593215" y="1702098"/>
            <a:ext cx="9552238" cy="2845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76246" y="2328101"/>
            <a:ext cx="12671425" cy="743013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600" b="1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2.2</a:t>
            </a:r>
            <a:r>
              <a:rPr sz="3600" b="1" spc="-5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Cấu</a:t>
            </a:r>
            <a:r>
              <a:rPr sz="3600" b="1" spc="10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trúc tổng</a:t>
            </a:r>
            <a:r>
              <a:rPr sz="3600" b="1" spc="5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quát</a:t>
            </a:r>
            <a:r>
              <a:rPr sz="3600" b="1" spc="15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trang </a:t>
            </a:r>
            <a:r>
              <a:rPr sz="3600" b="1" spc="-20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HTML</a:t>
            </a:r>
            <a:endParaRPr sz="3600">
              <a:latin typeface="Times New Roman" panose="02020603050405020304"/>
              <a:cs typeface="Times New Roman" panose="02020603050405020304"/>
            </a:endParaRPr>
          </a:p>
          <a:p>
            <a:pPr marL="200660" indent="-187960">
              <a:lnSpc>
                <a:spcPct val="100000"/>
              </a:lnSpc>
              <a:spcBef>
                <a:spcPts val="2840"/>
              </a:spcBef>
              <a:buSzPct val="41000"/>
              <a:buFont typeface="Tahoma"/>
              <a:buChar char="•"/>
              <a:tabLst>
                <a:tab pos="200660" algn="l"/>
              </a:tabLst>
            </a:pPr>
            <a:r>
              <a:rPr sz="2950" b="1" spc="-365" dirty="0">
                <a:latin typeface="Tahoma"/>
                <a:cs typeface="Tahoma"/>
              </a:rPr>
              <a:t>Một</a:t>
            </a:r>
            <a:r>
              <a:rPr sz="2950" b="1" spc="-320" dirty="0">
                <a:latin typeface="Tahoma"/>
                <a:cs typeface="Tahoma"/>
              </a:rPr>
              <a:t> </a:t>
            </a:r>
            <a:r>
              <a:rPr sz="2950" b="1" spc="-245" dirty="0">
                <a:latin typeface="Tahoma"/>
                <a:cs typeface="Tahoma"/>
              </a:rPr>
              <a:t>số</a:t>
            </a:r>
            <a:r>
              <a:rPr sz="2950" b="1" spc="-330" dirty="0">
                <a:latin typeface="Tahoma"/>
                <a:cs typeface="Tahoma"/>
              </a:rPr>
              <a:t> </a:t>
            </a:r>
            <a:r>
              <a:rPr sz="2950" b="1" spc="-295" dirty="0">
                <a:latin typeface="Tahoma"/>
                <a:cs typeface="Tahoma"/>
              </a:rPr>
              <a:t>thẻ</a:t>
            </a:r>
            <a:r>
              <a:rPr sz="2950" b="1" spc="-320" dirty="0">
                <a:latin typeface="Tahoma"/>
                <a:cs typeface="Tahoma"/>
              </a:rPr>
              <a:t> </a:t>
            </a:r>
            <a:r>
              <a:rPr sz="2950" b="1" spc="-500" dirty="0">
                <a:latin typeface="Tahoma"/>
                <a:cs typeface="Tahoma"/>
              </a:rPr>
              <a:t>&lt;meta&gt;:</a:t>
            </a:r>
            <a:endParaRPr sz="2950">
              <a:latin typeface="Tahoma"/>
              <a:cs typeface="Tahoma"/>
            </a:endParaRPr>
          </a:p>
          <a:p>
            <a:pPr marL="452120" lvl="1" indent="-188595">
              <a:lnSpc>
                <a:spcPct val="100000"/>
              </a:lnSpc>
              <a:spcBef>
                <a:spcPts val="1705"/>
              </a:spcBef>
              <a:buSzPct val="46000"/>
              <a:buFont typeface="Tahoma"/>
              <a:buChar char="•"/>
              <a:tabLst>
                <a:tab pos="452120" algn="l"/>
              </a:tabLst>
            </a:pPr>
            <a:r>
              <a:rPr sz="2600" dirty="0">
                <a:latin typeface="Arial MT"/>
                <a:cs typeface="Arial MT"/>
              </a:rPr>
              <a:t>&lt;meta</a:t>
            </a:r>
            <a:r>
              <a:rPr sz="2600" spc="21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charset="UTF-</a:t>
            </a:r>
            <a:r>
              <a:rPr sz="2600" spc="-25" dirty="0">
                <a:latin typeface="Arial MT"/>
                <a:cs typeface="Arial MT"/>
              </a:rPr>
              <a:t>8"&gt;</a:t>
            </a:r>
            <a:endParaRPr sz="2600">
              <a:latin typeface="Arial MT"/>
              <a:cs typeface="Arial MT"/>
            </a:endParaRPr>
          </a:p>
          <a:p>
            <a:pPr marL="703580" lvl="2" indent="-188595">
              <a:lnSpc>
                <a:spcPct val="100000"/>
              </a:lnSpc>
              <a:spcBef>
                <a:spcPts val="1630"/>
              </a:spcBef>
              <a:buSzPct val="46000"/>
              <a:buChar char="•"/>
              <a:tabLst>
                <a:tab pos="703580" algn="l"/>
              </a:tabLst>
            </a:pPr>
            <a:r>
              <a:rPr sz="2600" spc="145" dirty="0">
                <a:latin typeface="Tahoma"/>
                <a:cs typeface="Tahoma"/>
              </a:rPr>
              <a:t>Xác</a:t>
            </a:r>
            <a:r>
              <a:rPr sz="2600" spc="-6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định</a:t>
            </a:r>
            <a:r>
              <a:rPr sz="2600" spc="-5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bộ</a:t>
            </a:r>
            <a:r>
              <a:rPr sz="2600" spc="-6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ký</a:t>
            </a:r>
            <a:r>
              <a:rPr sz="2600" spc="-5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tự</a:t>
            </a:r>
            <a:r>
              <a:rPr sz="2600" spc="-70" dirty="0">
                <a:latin typeface="Tahoma"/>
                <a:cs typeface="Tahoma"/>
              </a:rPr>
              <a:t> </a:t>
            </a:r>
            <a:r>
              <a:rPr sz="2600" spc="125" dirty="0">
                <a:latin typeface="Tahoma"/>
                <a:cs typeface="Tahoma"/>
              </a:rPr>
              <a:t>được</a:t>
            </a:r>
            <a:r>
              <a:rPr sz="2600" spc="-60" dirty="0">
                <a:latin typeface="Tahoma"/>
                <a:cs typeface="Tahoma"/>
              </a:rPr>
              <a:t> </a:t>
            </a:r>
            <a:r>
              <a:rPr sz="2600" spc="160" dirty="0">
                <a:latin typeface="Tahoma"/>
                <a:cs typeface="Tahoma"/>
              </a:rPr>
              <a:t>sử</a:t>
            </a:r>
            <a:r>
              <a:rPr sz="2600" spc="-7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dụng,</a:t>
            </a:r>
            <a:r>
              <a:rPr sz="2600" spc="-30" dirty="0">
                <a:latin typeface="Tahoma"/>
                <a:cs typeface="Tahoma"/>
              </a:rPr>
              <a:t> </a:t>
            </a:r>
            <a:r>
              <a:rPr sz="2600" spc="-60" dirty="0">
                <a:latin typeface="Tahoma"/>
                <a:cs typeface="Tahoma"/>
              </a:rPr>
              <a:t>utf</a:t>
            </a:r>
            <a:r>
              <a:rPr sz="2600" spc="-60" dirty="0">
                <a:latin typeface="Arial MT"/>
                <a:cs typeface="Arial MT"/>
              </a:rPr>
              <a:t>-</a:t>
            </a:r>
            <a:r>
              <a:rPr sz="2600" dirty="0">
                <a:latin typeface="Tahoma"/>
                <a:cs typeface="Tahoma"/>
              </a:rPr>
              <a:t>8</a:t>
            </a:r>
            <a:r>
              <a:rPr sz="2600" spc="-5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để</a:t>
            </a:r>
            <a:r>
              <a:rPr sz="2600" spc="-6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hỗ</a:t>
            </a:r>
            <a:r>
              <a:rPr sz="2600" spc="-4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trợ</a:t>
            </a:r>
            <a:r>
              <a:rPr sz="2600" spc="-6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hiển</a:t>
            </a:r>
            <a:r>
              <a:rPr sz="2600" spc="-55" dirty="0">
                <a:latin typeface="Tahoma"/>
                <a:cs typeface="Tahoma"/>
              </a:rPr>
              <a:t> </a:t>
            </a:r>
            <a:r>
              <a:rPr sz="2600" spc="-20" dirty="0">
                <a:latin typeface="Tahoma"/>
                <a:cs typeface="Tahoma"/>
              </a:rPr>
              <a:t>thị</a:t>
            </a:r>
            <a:r>
              <a:rPr sz="2600" spc="-5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tiếng</a:t>
            </a:r>
            <a:r>
              <a:rPr sz="2600" spc="-60" dirty="0">
                <a:latin typeface="Tahoma"/>
                <a:cs typeface="Tahoma"/>
              </a:rPr>
              <a:t> </a:t>
            </a:r>
            <a:r>
              <a:rPr sz="2600" spc="-10" dirty="0">
                <a:latin typeface="Tahoma"/>
                <a:cs typeface="Tahoma"/>
              </a:rPr>
              <a:t>Việt.</a:t>
            </a:r>
            <a:endParaRPr sz="2600">
              <a:latin typeface="Tahoma"/>
              <a:cs typeface="Tahoma"/>
            </a:endParaRPr>
          </a:p>
          <a:p>
            <a:pPr marL="452120" lvl="1" indent="-188595">
              <a:lnSpc>
                <a:spcPct val="100000"/>
              </a:lnSpc>
              <a:spcBef>
                <a:spcPts val="1630"/>
              </a:spcBef>
              <a:buSzPct val="46000"/>
              <a:buFont typeface="Tahoma"/>
              <a:buChar char="•"/>
              <a:tabLst>
                <a:tab pos="452120" algn="l"/>
              </a:tabLst>
            </a:pPr>
            <a:r>
              <a:rPr sz="2600" dirty="0">
                <a:latin typeface="Arial MT"/>
                <a:cs typeface="Arial MT"/>
              </a:rPr>
              <a:t>&lt;meta</a:t>
            </a:r>
            <a:r>
              <a:rPr sz="2600" spc="114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name="keywords"</a:t>
            </a:r>
            <a:r>
              <a:rPr sz="2600" spc="13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content="HTML,</a:t>
            </a:r>
            <a:r>
              <a:rPr sz="2600" spc="1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CSS,</a:t>
            </a:r>
            <a:r>
              <a:rPr sz="2600" spc="12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JavaScript"&gt;</a:t>
            </a:r>
            <a:endParaRPr sz="2600">
              <a:latin typeface="Arial MT"/>
              <a:cs typeface="Arial MT"/>
            </a:endParaRPr>
          </a:p>
          <a:p>
            <a:pPr marL="703580" lvl="2" indent="-188595">
              <a:lnSpc>
                <a:spcPct val="100000"/>
              </a:lnSpc>
              <a:spcBef>
                <a:spcPts val="1630"/>
              </a:spcBef>
              <a:buSzPct val="46000"/>
              <a:buChar char="•"/>
              <a:tabLst>
                <a:tab pos="703580" algn="l"/>
              </a:tabLst>
            </a:pPr>
            <a:r>
              <a:rPr sz="2600" spc="145" dirty="0">
                <a:latin typeface="Tahoma"/>
                <a:cs typeface="Tahoma"/>
              </a:rPr>
              <a:t>Xác</a:t>
            </a:r>
            <a:r>
              <a:rPr sz="2600" spc="-5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định</a:t>
            </a:r>
            <a:r>
              <a:rPr sz="2600" spc="-4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từ</a:t>
            </a:r>
            <a:r>
              <a:rPr sz="2600" spc="-6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khóa</a:t>
            </a:r>
            <a:r>
              <a:rPr sz="2600" spc="-45" dirty="0">
                <a:latin typeface="Tahoma"/>
                <a:cs typeface="Tahoma"/>
              </a:rPr>
              <a:t> </a:t>
            </a:r>
            <a:r>
              <a:rPr sz="2600" spc="50" dirty="0">
                <a:latin typeface="Tahoma"/>
                <a:cs typeface="Tahoma"/>
              </a:rPr>
              <a:t>cho</a:t>
            </a:r>
            <a:r>
              <a:rPr sz="2600" spc="-55" dirty="0">
                <a:latin typeface="Tahoma"/>
                <a:cs typeface="Tahoma"/>
              </a:rPr>
              <a:t> </a:t>
            </a:r>
            <a:r>
              <a:rPr sz="2600" spc="50" dirty="0">
                <a:latin typeface="Tahoma"/>
                <a:cs typeface="Tahoma"/>
              </a:rPr>
              <a:t>công</a:t>
            </a:r>
            <a:r>
              <a:rPr sz="2600" spc="-35" dirty="0">
                <a:latin typeface="Tahoma"/>
                <a:cs typeface="Tahoma"/>
              </a:rPr>
              <a:t> </a:t>
            </a:r>
            <a:r>
              <a:rPr sz="2600" spc="60" dirty="0">
                <a:latin typeface="Tahoma"/>
                <a:cs typeface="Tahoma"/>
              </a:rPr>
              <a:t>cụ</a:t>
            </a:r>
            <a:r>
              <a:rPr sz="2600" spc="-5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tìm</a:t>
            </a:r>
            <a:r>
              <a:rPr sz="2600" spc="-55" dirty="0">
                <a:latin typeface="Tahoma"/>
                <a:cs typeface="Tahoma"/>
              </a:rPr>
              <a:t> </a:t>
            </a:r>
            <a:r>
              <a:rPr sz="2600" spc="-10" dirty="0">
                <a:latin typeface="Tahoma"/>
                <a:cs typeface="Tahoma"/>
              </a:rPr>
              <a:t>kiếm.</a:t>
            </a:r>
            <a:endParaRPr sz="2600">
              <a:latin typeface="Tahoma"/>
              <a:cs typeface="Tahoma"/>
            </a:endParaRPr>
          </a:p>
          <a:p>
            <a:pPr marL="452120" lvl="1" indent="-188595">
              <a:lnSpc>
                <a:spcPct val="100000"/>
              </a:lnSpc>
              <a:spcBef>
                <a:spcPts val="1630"/>
              </a:spcBef>
              <a:buSzPct val="46000"/>
              <a:buFont typeface="Tahoma"/>
              <a:buChar char="•"/>
              <a:tabLst>
                <a:tab pos="452120" algn="l"/>
              </a:tabLst>
            </a:pPr>
            <a:r>
              <a:rPr sz="2600" dirty="0">
                <a:latin typeface="Arial MT"/>
                <a:cs typeface="Arial MT"/>
              </a:rPr>
              <a:t>&lt;meta</a:t>
            </a:r>
            <a:r>
              <a:rPr sz="2600" spc="11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name="description"</a:t>
            </a:r>
            <a:r>
              <a:rPr sz="2600" spc="14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content="Free</a:t>
            </a:r>
            <a:r>
              <a:rPr sz="2600" spc="1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Web</a:t>
            </a:r>
            <a:r>
              <a:rPr sz="2600" spc="11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tutorials"&gt;</a:t>
            </a:r>
            <a:endParaRPr sz="2600">
              <a:latin typeface="Arial MT"/>
              <a:cs typeface="Arial MT"/>
            </a:endParaRPr>
          </a:p>
          <a:p>
            <a:pPr marL="703580" lvl="2" indent="-188595">
              <a:lnSpc>
                <a:spcPct val="100000"/>
              </a:lnSpc>
              <a:spcBef>
                <a:spcPts val="1630"/>
              </a:spcBef>
              <a:buSzPct val="46000"/>
              <a:buChar char="•"/>
              <a:tabLst>
                <a:tab pos="703580" algn="l"/>
              </a:tabLst>
            </a:pPr>
            <a:r>
              <a:rPr sz="2600" spc="145" dirty="0">
                <a:latin typeface="Tahoma"/>
                <a:cs typeface="Tahoma"/>
              </a:rPr>
              <a:t>Xác</a:t>
            </a:r>
            <a:r>
              <a:rPr sz="2600" spc="-8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định</a:t>
            </a:r>
            <a:r>
              <a:rPr sz="2600" spc="-7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mô</a:t>
            </a:r>
            <a:r>
              <a:rPr sz="2600" spc="-8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tả</a:t>
            </a:r>
            <a:r>
              <a:rPr sz="2600" spc="-80" dirty="0">
                <a:latin typeface="Tahoma"/>
                <a:cs typeface="Tahoma"/>
              </a:rPr>
              <a:t> </a:t>
            </a:r>
            <a:r>
              <a:rPr sz="2600" spc="50" dirty="0">
                <a:latin typeface="Tahoma"/>
                <a:cs typeface="Tahoma"/>
              </a:rPr>
              <a:t>về</a:t>
            </a:r>
            <a:r>
              <a:rPr sz="2600" spc="-8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trang</a:t>
            </a:r>
            <a:r>
              <a:rPr sz="2600" spc="-6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web</a:t>
            </a:r>
            <a:r>
              <a:rPr sz="2600" spc="-80" dirty="0">
                <a:latin typeface="Tahoma"/>
                <a:cs typeface="Tahoma"/>
              </a:rPr>
              <a:t> </a:t>
            </a:r>
            <a:r>
              <a:rPr sz="2600" spc="75" dirty="0">
                <a:latin typeface="Tahoma"/>
                <a:cs typeface="Tahoma"/>
              </a:rPr>
              <a:t>của</a:t>
            </a:r>
            <a:r>
              <a:rPr sz="2600" spc="-80" dirty="0">
                <a:latin typeface="Tahoma"/>
                <a:cs typeface="Tahoma"/>
              </a:rPr>
              <a:t> </a:t>
            </a:r>
            <a:r>
              <a:rPr sz="2600" spc="-20" dirty="0">
                <a:latin typeface="Tahoma"/>
                <a:cs typeface="Tahoma"/>
              </a:rPr>
              <a:t>bạn.</a:t>
            </a:r>
            <a:endParaRPr sz="2600">
              <a:latin typeface="Tahoma"/>
              <a:cs typeface="Tahoma"/>
            </a:endParaRPr>
          </a:p>
          <a:p>
            <a:pPr marL="452120" lvl="1" indent="-188595">
              <a:lnSpc>
                <a:spcPct val="100000"/>
              </a:lnSpc>
              <a:spcBef>
                <a:spcPts val="1625"/>
              </a:spcBef>
              <a:buSzPct val="46000"/>
              <a:buFont typeface="Tahoma"/>
              <a:buChar char="•"/>
              <a:tabLst>
                <a:tab pos="452120" algn="l"/>
              </a:tabLst>
            </a:pPr>
            <a:r>
              <a:rPr sz="2600" dirty="0">
                <a:latin typeface="Arial MT"/>
                <a:cs typeface="Arial MT"/>
              </a:rPr>
              <a:t>&lt;meta</a:t>
            </a:r>
            <a:r>
              <a:rPr sz="2600" spc="10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name="author"</a:t>
            </a:r>
            <a:r>
              <a:rPr sz="2600" spc="13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content="John</a:t>
            </a:r>
            <a:r>
              <a:rPr sz="2600" spc="14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Doe"&gt;</a:t>
            </a:r>
            <a:endParaRPr sz="2600">
              <a:latin typeface="Arial MT"/>
              <a:cs typeface="Arial MT"/>
            </a:endParaRPr>
          </a:p>
          <a:p>
            <a:pPr marL="703580" lvl="2" indent="-188595">
              <a:lnSpc>
                <a:spcPct val="100000"/>
              </a:lnSpc>
              <a:spcBef>
                <a:spcPts val="1630"/>
              </a:spcBef>
              <a:buSzPct val="46000"/>
              <a:buChar char="•"/>
              <a:tabLst>
                <a:tab pos="703580" algn="l"/>
              </a:tabLst>
            </a:pPr>
            <a:r>
              <a:rPr sz="2600" spc="145" dirty="0">
                <a:latin typeface="Tahoma"/>
                <a:cs typeface="Tahoma"/>
              </a:rPr>
              <a:t>Xác</a:t>
            </a:r>
            <a:r>
              <a:rPr sz="2600" spc="-7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định</a:t>
            </a:r>
            <a:r>
              <a:rPr sz="2600" spc="-5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tác</a:t>
            </a:r>
            <a:r>
              <a:rPr sz="2600" spc="-6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giả</a:t>
            </a:r>
            <a:r>
              <a:rPr sz="2600" spc="-65" dirty="0">
                <a:latin typeface="Tahoma"/>
                <a:cs typeface="Tahoma"/>
              </a:rPr>
              <a:t> </a:t>
            </a:r>
            <a:r>
              <a:rPr sz="2600" spc="75" dirty="0">
                <a:latin typeface="Tahoma"/>
                <a:cs typeface="Tahoma"/>
              </a:rPr>
              <a:t>của</a:t>
            </a:r>
            <a:r>
              <a:rPr sz="2600" spc="-6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một</a:t>
            </a:r>
            <a:r>
              <a:rPr sz="2600" spc="-65" dirty="0">
                <a:latin typeface="Tahoma"/>
                <a:cs typeface="Tahoma"/>
              </a:rPr>
              <a:t> </a:t>
            </a:r>
            <a:r>
              <a:rPr sz="2600" spc="-10" dirty="0">
                <a:latin typeface="Tahoma"/>
                <a:cs typeface="Tahoma"/>
              </a:rPr>
              <a:t>trang.</a:t>
            </a:r>
            <a:endParaRPr sz="2600">
              <a:latin typeface="Tahoma"/>
              <a:cs typeface="Tahoma"/>
            </a:endParaRPr>
          </a:p>
          <a:p>
            <a:pPr marL="452120" lvl="1" indent="-188595">
              <a:lnSpc>
                <a:spcPct val="100000"/>
              </a:lnSpc>
              <a:spcBef>
                <a:spcPts val="1630"/>
              </a:spcBef>
              <a:buSzPct val="46000"/>
              <a:buFont typeface="Tahoma"/>
              <a:buChar char="•"/>
              <a:tabLst>
                <a:tab pos="452120" algn="l"/>
              </a:tabLst>
            </a:pPr>
            <a:r>
              <a:rPr sz="2600" dirty="0">
                <a:latin typeface="Arial MT"/>
                <a:cs typeface="Arial MT"/>
              </a:rPr>
              <a:t>&lt;meta</a:t>
            </a:r>
            <a:r>
              <a:rPr sz="2600" spc="18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name="viewport"</a:t>
            </a:r>
            <a:r>
              <a:rPr sz="2600" spc="21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content="width=device-width,</a:t>
            </a:r>
            <a:r>
              <a:rPr sz="2600" spc="21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initial-</a:t>
            </a:r>
            <a:r>
              <a:rPr sz="2600" spc="-10" dirty="0">
                <a:latin typeface="Arial MT"/>
                <a:cs typeface="Arial MT"/>
              </a:rPr>
              <a:t>scale=1.0"&gt;</a:t>
            </a:r>
            <a:endParaRPr sz="2600">
              <a:latin typeface="Arial MT"/>
              <a:cs typeface="Arial MT"/>
            </a:endParaRPr>
          </a:p>
          <a:p>
            <a:pPr marL="703580" lvl="2" indent="-188595">
              <a:lnSpc>
                <a:spcPct val="100000"/>
              </a:lnSpc>
              <a:spcBef>
                <a:spcPts val="1630"/>
              </a:spcBef>
              <a:buSzPct val="46000"/>
              <a:buChar char="•"/>
              <a:tabLst>
                <a:tab pos="703580" algn="l"/>
              </a:tabLst>
            </a:pPr>
            <a:r>
              <a:rPr sz="2600" dirty="0">
                <a:latin typeface="Tahoma"/>
                <a:cs typeface="Tahoma"/>
              </a:rPr>
              <a:t>Đặt</a:t>
            </a:r>
            <a:r>
              <a:rPr sz="2600" spc="-75" dirty="0">
                <a:latin typeface="Tahoma"/>
                <a:cs typeface="Tahoma"/>
              </a:rPr>
              <a:t> </a:t>
            </a:r>
            <a:r>
              <a:rPr sz="2600" spc="75" dirty="0">
                <a:latin typeface="Tahoma"/>
                <a:cs typeface="Tahoma"/>
              </a:rPr>
              <a:t>chế</a:t>
            </a:r>
            <a:r>
              <a:rPr sz="2600" spc="-6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độ</a:t>
            </a:r>
            <a:r>
              <a:rPr sz="2600" spc="-7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xem</a:t>
            </a:r>
            <a:r>
              <a:rPr sz="2600" spc="-6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để</a:t>
            </a:r>
            <a:r>
              <a:rPr sz="2600" spc="-7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làm</a:t>
            </a:r>
            <a:r>
              <a:rPr sz="2600" spc="-75" dirty="0">
                <a:latin typeface="Tahoma"/>
                <a:cs typeface="Tahoma"/>
              </a:rPr>
              <a:t> </a:t>
            </a:r>
            <a:r>
              <a:rPr sz="2600" spc="50" dirty="0">
                <a:latin typeface="Tahoma"/>
                <a:cs typeface="Tahoma"/>
              </a:rPr>
              <a:t>cho</a:t>
            </a:r>
            <a:r>
              <a:rPr sz="2600" spc="-6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trang</a:t>
            </a:r>
            <a:r>
              <a:rPr sz="2600" spc="-6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web</a:t>
            </a:r>
            <a:r>
              <a:rPr sz="2600" spc="-70" dirty="0">
                <a:latin typeface="Tahoma"/>
                <a:cs typeface="Tahoma"/>
              </a:rPr>
              <a:t> </a:t>
            </a:r>
            <a:r>
              <a:rPr sz="2600" spc="75" dirty="0">
                <a:latin typeface="Tahoma"/>
                <a:cs typeface="Tahoma"/>
              </a:rPr>
              <a:t>của</a:t>
            </a:r>
            <a:r>
              <a:rPr sz="2600" spc="-6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bạn</a:t>
            </a:r>
            <a:r>
              <a:rPr sz="2600" spc="-7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hiển</a:t>
            </a:r>
            <a:r>
              <a:rPr sz="2600" spc="-65" dirty="0">
                <a:latin typeface="Tahoma"/>
                <a:cs typeface="Tahoma"/>
              </a:rPr>
              <a:t> </a:t>
            </a:r>
            <a:r>
              <a:rPr sz="2600" spc="-20" dirty="0">
                <a:latin typeface="Tahoma"/>
                <a:cs typeface="Tahoma"/>
              </a:rPr>
              <a:t>thị</a:t>
            </a:r>
            <a:r>
              <a:rPr sz="2600" spc="-70" dirty="0">
                <a:latin typeface="Tahoma"/>
                <a:cs typeface="Tahoma"/>
              </a:rPr>
              <a:t> </a:t>
            </a:r>
            <a:r>
              <a:rPr sz="2600" spc="-65" dirty="0">
                <a:latin typeface="Tahoma"/>
                <a:cs typeface="Tahoma"/>
              </a:rPr>
              <a:t>tốt</a:t>
            </a:r>
            <a:r>
              <a:rPr sz="2600" spc="-7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trên</a:t>
            </a:r>
            <a:r>
              <a:rPr sz="2600" spc="-70" dirty="0">
                <a:latin typeface="Tahoma"/>
                <a:cs typeface="Tahoma"/>
              </a:rPr>
              <a:t> </a:t>
            </a:r>
            <a:r>
              <a:rPr sz="2600" spc="-35" dirty="0">
                <a:latin typeface="Tahoma"/>
                <a:cs typeface="Tahoma"/>
              </a:rPr>
              <a:t>tất</a:t>
            </a:r>
            <a:r>
              <a:rPr sz="2600" spc="-65" dirty="0">
                <a:latin typeface="Tahoma"/>
                <a:cs typeface="Tahoma"/>
              </a:rPr>
              <a:t> </a:t>
            </a:r>
            <a:r>
              <a:rPr sz="2600" spc="100" dirty="0">
                <a:latin typeface="Tahoma"/>
                <a:cs typeface="Tahoma"/>
              </a:rPr>
              <a:t>cả</a:t>
            </a:r>
            <a:r>
              <a:rPr sz="2600" spc="-70" dirty="0">
                <a:latin typeface="Tahoma"/>
                <a:cs typeface="Tahoma"/>
              </a:rPr>
              <a:t> </a:t>
            </a:r>
            <a:r>
              <a:rPr sz="2600" spc="110" dirty="0">
                <a:latin typeface="Tahoma"/>
                <a:cs typeface="Tahoma"/>
              </a:rPr>
              <a:t>các</a:t>
            </a:r>
            <a:r>
              <a:rPr sz="2600" spc="-75" dirty="0">
                <a:latin typeface="Tahoma"/>
                <a:cs typeface="Tahoma"/>
              </a:rPr>
              <a:t> </a:t>
            </a:r>
            <a:r>
              <a:rPr sz="2600" spc="-20" dirty="0">
                <a:latin typeface="Tahoma"/>
                <a:cs typeface="Tahoma"/>
              </a:rPr>
              <a:t>thiết</a:t>
            </a:r>
            <a:r>
              <a:rPr sz="2600" spc="-60" dirty="0">
                <a:latin typeface="Tahoma"/>
                <a:cs typeface="Tahoma"/>
              </a:rPr>
              <a:t> </a:t>
            </a:r>
            <a:r>
              <a:rPr sz="2600" spc="-25" dirty="0">
                <a:latin typeface="Tahoma"/>
                <a:cs typeface="Tahoma"/>
              </a:rPr>
              <a:t>bị.</a:t>
            </a:r>
            <a:endParaRPr sz="2600">
              <a:latin typeface="Tahoma"/>
              <a:cs typeface="Tahoma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xfrm>
            <a:off x="601345" y="10674350"/>
            <a:ext cx="5245100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85" dirty="0">
                <a:solidFill>
                  <a:schemeClr val="tx1"/>
                </a:solidFill>
              </a:rPr>
              <a:t>THIẾT </a:t>
            </a:r>
            <a:r>
              <a:rPr spc="-110" dirty="0">
                <a:solidFill>
                  <a:schemeClr val="tx1"/>
                </a:solidFill>
              </a:rPr>
              <a:t>KẾ</a:t>
            </a:r>
            <a:r>
              <a:rPr spc="-190" dirty="0">
                <a:solidFill>
                  <a:schemeClr val="tx1"/>
                </a:solidFill>
              </a:rPr>
              <a:t> </a:t>
            </a:r>
            <a:r>
              <a:rPr spc="-110" dirty="0">
                <a:solidFill>
                  <a:schemeClr val="tx1"/>
                </a:solidFill>
              </a:rPr>
              <a:t>WEB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VÀ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45" dirty="0">
                <a:solidFill>
                  <a:schemeClr val="tx1"/>
                </a:solidFill>
              </a:rPr>
              <a:t>TRIỂN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KHAI</a:t>
            </a:r>
            <a:r>
              <a:rPr spc="-200" dirty="0">
                <a:solidFill>
                  <a:schemeClr val="tx1"/>
                </a:solidFill>
              </a:rPr>
              <a:t> </a:t>
            </a:r>
            <a:r>
              <a:rPr spc="-80" dirty="0">
                <a:solidFill>
                  <a:schemeClr val="tx1"/>
                </a:solidFill>
              </a:rPr>
              <a:t>HỆ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95" dirty="0">
                <a:solidFill>
                  <a:schemeClr val="tx1"/>
                </a:solidFill>
              </a:rPr>
              <a:t>THỐNG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75" dirty="0">
                <a:solidFill>
                  <a:schemeClr val="tx1"/>
                </a:solidFill>
              </a:rPr>
              <a:t>PHẦN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25" dirty="0">
                <a:solidFill>
                  <a:schemeClr val="tx1"/>
                </a:solidFill>
              </a:rPr>
              <a:t>MỀM</a:t>
            </a:r>
            <a:endParaRPr spc="-20" dirty="0">
              <a:solidFill>
                <a:schemeClr val="tx1"/>
              </a:solidFill>
            </a:endParaRPr>
          </a:p>
        </p:txBody>
      </p:sp>
      <p:sp>
        <p:nvSpPr>
          <p:cNvPr id="16" name="object 6"/>
          <p:cNvSpPr/>
          <p:nvPr/>
        </p:nvSpPr>
        <p:spPr>
          <a:xfrm>
            <a:off x="523544" y="10447221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8063A1"/>
            </a:solidFill>
          </a:ln>
        </p:spPr>
        <p:txBody>
          <a:bodyPr wrap="square" lIns="0" tIns="0" rIns="0" bIns="0" rtlCol="0"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91847" y="292351"/>
            <a:ext cx="3195955" cy="1304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484" dirty="0"/>
              <a:t>CHƯƠNG</a:t>
            </a:r>
            <a:r>
              <a:rPr spc="-585" dirty="0"/>
              <a:t> </a:t>
            </a:r>
            <a:r>
              <a:rPr spc="-1145" dirty="0"/>
              <a:t>II</a:t>
            </a:r>
            <a:endParaRPr spc="-1145" dirty="0"/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2950" b="0" spc="-195" dirty="0">
                <a:solidFill>
                  <a:srgbClr val="000000"/>
                </a:solidFill>
                <a:latin typeface="Tahoma"/>
                <a:cs typeface="Tahoma"/>
              </a:rPr>
              <a:t>HTML</a:t>
            </a:r>
            <a:r>
              <a:rPr sz="2950" b="0" spc="-35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b="0" spc="-260" dirty="0">
                <a:solidFill>
                  <a:srgbClr val="000000"/>
                </a:solidFill>
                <a:latin typeface="Tahoma"/>
                <a:cs typeface="Tahoma"/>
              </a:rPr>
              <a:t>&amp;</a:t>
            </a:r>
            <a:r>
              <a:rPr sz="2950" b="0" spc="-35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b="0" spc="-20" dirty="0">
                <a:solidFill>
                  <a:srgbClr val="000000"/>
                </a:solidFill>
                <a:latin typeface="Tahoma"/>
                <a:cs typeface="Tahoma"/>
              </a:rPr>
              <a:t>HTML5</a:t>
            </a:r>
            <a:endParaRPr sz="295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9593215" y="1702098"/>
            <a:ext cx="9552238" cy="2845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7748" y="2328101"/>
            <a:ext cx="10090150" cy="41097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71120">
              <a:lnSpc>
                <a:spcPct val="100000"/>
              </a:lnSpc>
              <a:spcBef>
                <a:spcPts val="125"/>
              </a:spcBef>
            </a:pPr>
            <a:r>
              <a:rPr sz="3600" b="1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2.2</a:t>
            </a:r>
            <a:r>
              <a:rPr sz="3600" b="1" spc="-5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Cấu</a:t>
            </a:r>
            <a:r>
              <a:rPr sz="3600" b="1" spc="10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trúc tổng</a:t>
            </a:r>
            <a:r>
              <a:rPr sz="3600" b="1" spc="5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quát</a:t>
            </a:r>
            <a:r>
              <a:rPr sz="3600" b="1" spc="15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trang </a:t>
            </a:r>
            <a:r>
              <a:rPr sz="3600" b="1" spc="-20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HTML</a:t>
            </a:r>
            <a:endParaRPr sz="3600">
              <a:latin typeface="Times New Roman" panose="02020603050405020304"/>
              <a:cs typeface="Times New Roman" panose="02020603050405020304"/>
            </a:endParaRPr>
          </a:p>
          <a:p>
            <a:pPr marL="200660" indent="-187960">
              <a:lnSpc>
                <a:spcPct val="100000"/>
              </a:lnSpc>
              <a:spcBef>
                <a:spcPts val="2900"/>
              </a:spcBef>
              <a:buSzPct val="41000"/>
              <a:buFont typeface="Tahoma"/>
              <a:buChar char="•"/>
              <a:tabLst>
                <a:tab pos="200660" algn="l"/>
              </a:tabLst>
            </a:pPr>
            <a:r>
              <a:rPr sz="2950" b="1" spc="-305" dirty="0">
                <a:latin typeface="Tahoma"/>
                <a:cs typeface="Tahoma"/>
              </a:rPr>
              <a:t>Comments</a:t>
            </a:r>
            <a:r>
              <a:rPr sz="2950" b="1" spc="-315" dirty="0">
                <a:latin typeface="Tahoma"/>
                <a:cs typeface="Tahoma"/>
              </a:rPr>
              <a:t> </a:t>
            </a:r>
            <a:r>
              <a:rPr sz="2950" b="1" spc="-300" dirty="0">
                <a:latin typeface="Tahoma"/>
                <a:cs typeface="Tahoma"/>
              </a:rPr>
              <a:t>(chú</a:t>
            </a:r>
            <a:r>
              <a:rPr sz="2950" b="1" spc="-310" dirty="0">
                <a:latin typeface="Tahoma"/>
                <a:cs typeface="Tahoma"/>
              </a:rPr>
              <a:t> </a:t>
            </a:r>
            <a:r>
              <a:rPr sz="2950" b="1" spc="-290" dirty="0">
                <a:latin typeface="Tahoma"/>
                <a:cs typeface="Tahoma"/>
              </a:rPr>
              <a:t>thích)</a:t>
            </a:r>
            <a:endParaRPr sz="2950">
              <a:latin typeface="Tahoma"/>
              <a:cs typeface="Tahoma"/>
            </a:endParaRPr>
          </a:p>
          <a:p>
            <a:pPr marL="452120" marR="5080" lvl="1" indent="-188595">
              <a:lnSpc>
                <a:spcPts val="5340"/>
              </a:lnSpc>
              <a:spcBef>
                <a:spcPts val="480"/>
              </a:spcBef>
              <a:buSzPct val="41000"/>
              <a:buChar char="•"/>
              <a:tabLst>
                <a:tab pos="452120" algn="l"/>
              </a:tabLst>
            </a:pPr>
            <a:r>
              <a:rPr sz="2950" spc="-114" dirty="0">
                <a:latin typeface="Tahoma"/>
                <a:cs typeface="Tahoma"/>
              </a:rPr>
              <a:t>Là</a:t>
            </a:r>
            <a:r>
              <a:rPr sz="2950" spc="-35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các</a:t>
            </a:r>
            <a:r>
              <a:rPr sz="2950" spc="-355" dirty="0">
                <a:latin typeface="Tahoma"/>
                <a:cs typeface="Tahoma"/>
              </a:rPr>
              <a:t> </a:t>
            </a:r>
            <a:r>
              <a:rPr sz="2950" spc="-90" dirty="0">
                <a:latin typeface="Tahoma"/>
                <a:cs typeface="Tahoma"/>
              </a:rPr>
              <a:t>chú</a:t>
            </a:r>
            <a:r>
              <a:rPr sz="2950" spc="-350" dirty="0">
                <a:latin typeface="Tahoma"/>
                <a:cs typeface="Tahoma"/>
              </a:rPr>
              <a:t> </a:t>
            </a:r>
            <a:r>
              <a:rPr sz="2950" spc="-85" dirty="0">
                <a:latin typeface="Tahoma"/>
                <a:cs typeface="Tahoma"/>
              </a:rPr>
              <a:t>thích</a:t>
            </a:r>
            <a:r>
              <a:rPr sz="2950" spc="-355" dirty="0">
                <a:latin typeface="Tahoma"/>
                <a:cs typeface="Tahoma"/>
              </a:rPr>
              <a:t> </a:t>
            </a:r>
            <a:r>
              <a:rPr sz="2950" spc="-155" dirty="0">
                <a:latin typeface="Tahoma"/>
                <a:cs typeface="Tahoma"/>
              </a:rPr>
              <a:t>để</a:t>
            </a:r>
            <a:r>
              <a:rPr sz="2950" spc="-355" dirty="0">
                <a:latin typeface="Tahoma"/>
                <a:cs typeface="Tahoma"/>
              </a:rPr>
              <a:t> </a:t>
            </a:r>
            <a:r>
              <a:rPr sz="2950" spc="-120" dirty="0">
                <a:latin typeface="Tahoma"/>
                <a:cs typeface="Tahoma"/>
              </a:rPr>
              <a:t>dễ</a:t>
            </a:r>
            <a:r>
              <a:rPr sz="2950" spc="-350" dirty="0">
                <a:latin typeface="Tahoma"/>
                <a:cs typeface="Tahoma"/>
              </a:rPr>
              <a:t> </a:t>
            </a:r>
            <a:r>
              <a:rPr sz="2950" spc="-150" dirty="0">
                <a:latin typeface="Tahoma"/>
                <a:cs typeface="Tahoma"/>
              </a:rPr>
              <a:t>nhớ,</a:t>
            </a:r>
            <a:r>
              <a:rPr sz="2950" spc="-355" dirty="0">
                <a:latin typeface="Tahoma"/>
                <a:cs typeface="Tahoma"/>
              </a:rPr>
              <a:t> </a:t>
            </a:r>
            <a:r>
              <a:rPr sz="2950" spc="-190" dirty="0">
                <a:latin typeface="Tahoma"/>
                <a:cs typeface="Tahoma"/>
              </a:rPr>
              <a:t>và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20" dirty="0">
                <a:latin typeface="Tahoma"/>
                <a:cs typeface="Tahoma"/>
              </a:rPr>
              <a:t>dễ</a:t>
            </a:r>
            <a:r>
              <a:rPr sz="2950" spc="-355" dirty="0">
                <a:latin typeface="Tahoma"/>
                <a:cs typeface="Tahoma"/>
              </a:rPr>
              <a:t> </a:t>
            </a:r>
            <a:r>
              <a:rPr sz="2950" spc="-120" dirty="0">
                <a:latin typeface="Tahoma"/>
                <a:cs typeface="Tahoma"/>
              </a:rPr>
              <a:t>nhìn</a:t>
            </a:r>
            <a:r>
              <a:rPr sz="2950" spc="-355" dirty="0">
                <a:latin typeface="Tahoma"/>
                <a:cs typeface="Tahoma"/>
              </a:rPr>
              <a:t> </a:t>
            </a:r>
            <a:r>
              <a:rPr sz="2950" spc="-150" dirty="0">
                <a:latin typeface="Tahoma"/>
                <a:cs typeface="Tahoma"/>
              </a:rPr>
              <a:t>hơn,</a:t>
            </a:r>
            <a:r>
              <a:rPr sz="2950" spc="-350" dirty="0">
                <a:latin typeface="Tahoma"/>
                <a:cs typeface="Tahoma"/>
              </a:rPr>
              <a:t> </a:t>
            </a:r>
            <a:r>
              <a:rPr sz="2950" spc="-120" dirty="0">
                <a:latin typeface="Tahoma"/>
                <a:cs typeface="Tahoma"/>
              </a:rPr>
              <a:t>hiểu</a:t>
            </a:r>
            <a:r>
              <a:rPr sz="2950" spc="-355" dirty="0">
                <a:latin typeface="Tahoma"/>
                <a:cs typeface="Tahoma"/>
              </a:rPr>
              <a:t> </a:t>
            </a:r>
            <a:r>
              <a:rPr sz="2950" spc="-105" dirty="0">
                <a:latin typeface="Tahoma"/>
                <a:cs typeface="Tahoma"/>
              </a:rPr>
              <a:t>được</a:t>
            </a:r>
            <a:r>
              <a:rPr sz="2950" spc="-355" dirty="0">
                <a:latin typeface="Tahoma"/>
                <a:cs typeface="Tahoma"/>
              </a:rPr>
              <a:t> </a:t>
            </a:r>
            <a:r>
              <a:rPr sz="2950" spc="-135" dirty="0">
                <a:latin typeface="Tahoma"/>
                <a:cs typeface="Tahoma"/>
              </a:rPr>
              <a:t>đoạn</a:t>
            </a:r>
            <a:r>
              <a:rPr sz="2950" spc="-350" dirty="0">
                <a:latin typeface="Tahoma"/>
                <a:cs typeface="Tahoma"/>
              </a:rPr>
              <a:t> </a:t>
            </a:r>
            <a:r>
              <a:rPr sz="2950" spc="-20" dirty="0">
                <a:latin typeface="Tahoma"/>
                <a:cs typeface="Tahoma"/>
              </a:rPr>
              <a:t>code </a:t>
            </a:r>
            <a:r>
              <a:rPr sz="2950" spc="-185" dirty="0">
                <a:latin typeface="Tahoma"/>
                <a:cs typeface="Tahoma"/>
              </a:rPr>
              <a:t>đấy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35" dirty="0">
                <a:latin typeface="Tahoma"/>
                <a:cs typeface="Tahoma"/>
              </a:rPr>
              <a:t>có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254" dirty="0">
                <a:latin typeface="Tahoma"/>
                <a:cs typeface="Tahoma"/>
              </a:rPr>
              <a:t>ý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55" dirty="0">
                <a:latin typeface="Tahoma"/>
                <a:cs typeface="Tahoma"/>
              </a:rPr>
              <a:t>nghĩa</a:t>
            </a:r>
            <a:r>
              <a:rPr sz="2950" spc="-335" dirty="0">
                <a:latin typeface="Tahoma"/>
                <a:cs typeface="Tahoma"/>
              </a:rPr>
              <a:t> </a:t>
            </a:r>
            <a:r>
              <a:rPr sz="2950" spc="-45" dirty="0">
                <a:latin typeface="Tahoma"/>
                <a:cs typeface="Tahoma"/>
              </a:rPr>
              <a:t>là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60" dirty="0">
                <a:latin typeface="Tahoma"/>
                <a:cs typeface="Tahoma"/>
              </a:rPr>
              <a:t>gì.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90" dirty="0">
                <a:latin typeface="Tahoma"/>
                <a:cs typeface="Tahoma"/>
              </a:rPr>
              <a:t>Không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20" dirty="0">
                <a:latin typeface="Tahoma"/>
                <a:cs typeface="Tahoma"/>
              </a:rPr>
              <a:t>hiển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00" dirty="0">
                <a:latin typeface="Tahoma"/>
                <a:cs typeface="Tahoma"/>
              </a:rPr>
              <a:t>thị</a:t>
            </a:r>
            <a:r>
              <a:rPr sz="2950" spc="-330" dirty="0">
                <a:latin typeface="Tahoma"/>
                <a:cs typeface="Tahoma"/>
              </a:rPr>
              <a:t> </a:t>
            </a:r>
            <a:r>
              <a:rPr sz="2950" spc="-85" dirty="0">
                <a:latin typeface="Tahoma"/>
                <a:cs typeface="Tahoma"/>
              </a:rPr>
              <a:t>lên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45" dirty="0">
                <a:latin typeface="Tahoma"/>
                <a:cs typeface="Tahoma"/>
              </a:rPr>
              <a:t>giao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05" dirty="0">
                <a:latin typeface="Tahoma"/>
                <a:cs typeface="Tahoma"/>
              </a:rPr>
              <a:t>diện</a:t>
            </a:r>
            <a:r>
              <a:rPr sz="2950" spc="-330" dirty="0">
                <a:latin typeface="Tahoma"/>
                <a:cs typeface="Tahoma"/>
              </a:rPr>
              <a:t> </a:t>
            </a:r>
            <a:r>
              <a:rPr sz="2950" spc="-10" dirty="0">
                <a:latin typeface="Tahoma"/>
                <a:cs typeface="Tahoma"/>
              </a:rPr>
              <a:t>website.</a:t>
            </a:r>
            <a:endParaRPr sz="2950">
              <a:latin typeface="Tahoma"/>
              <a:cs typeface="Tahoma"/>
            </a:endParaRPr>
          </a:p>
          <a:p>
            <a:pPr marL="452120" lvl="1" indent="-188595">
              <a:lnSpc>
                <a:spcPct val="100000"/>
              </a:lnSpc>
              <a:spcBef>
                <a:spcPts val="1325"/>
              </a:spcBef>
              <a:buSzPct val="41000"/>
              <a:buChar char="•"/>
              <a:tabLst>
                <a:tab pos="452120" algn="l"/>
              </a:tabLst>
            </a:pPr>
            <a:r>
              <a:rPr sz="2950" spc="-25" dirty="0">
                <a:latin typeface="Tahoma"/>
                <a:cs typeface="Tahoma"/>
              </a:rPr>
              <a:t>Cú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55" dirty="0">
                <a:latin typeface="Tahoma"/>
                <a:cs typeface="Tahoma"/>
              </a:rPr>
              <a:t>pháp: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275" dirty="0">
                <a:latin typeface="Tahoma"/>
                <a:cs typeface="Tahoma"/>
              </a:rPr>
              <a:t>&lt;!-</a:t>
            </a:r>
            <a:r>
              <a:rPr sz="2950" spc="-180" dirty="0">
                <a:latin typeface="Tahoma"/>
                <a:cs typeface="Tahoma"/>
              </a:rPr>
              <a:t>-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80" dirty="0">
                <a:latin typeface="Tahoma"/>
                <a:cs typeface="Tahoma"/>
              </a:rPr>
              <a:t>Nội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90" dirty="0">
                <a:latin typeface="Tahoma"/>
                <a:cs typeface="Tahoma"/>
              </a:rPr>
              <a:t>dung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14" dirty="0">
                <a:latin typeface="Tahoma"/>
                <a:cs typeface="Tahoma"/>
              </a:rPr>
              <a:t>comment</a:t>
            </a:r>
            <a:r>
              <a:rPr sz="2950" spc="-335" dirty="0">
                <a:latin typeface="Tahoma"/>
                <a:cs typeface="Tahoma"/>
              </a:rPr>
              <a:t> </a:t>
            </a:r>
            <a:r>
              <a:rPr sz="2950" spc="-180" dirty="0">
                <a:latin typeface="Tahoma"/>
                <a:cs typeface="Tahoma"/>
              </a:rPr>
              <a:t>--</a:t>
            </a:r>
            <a:r>
              <a:rPr sz="2950" spc="-720" dirty="0">
                <a:latin typeface="Tahoma"/>
                <a:cs typeface="Tahoma"/>
              </a:rPr>
              <a:t>&gt;</a:t>
            </a:r>
            <a:endParaRPr sz="2950">
              <a:latin typeface="Tahoma"/>
              <a:cs typeface="Tahoma"/>
            </a:endParaRPr>
          </a:p>
          <a:p>
            <a:pPr marL="452120" lvl="1" indent="-188595">
              <a:lnSpc>
                <a:spcPct val="100000"/>
              </a:lnSpc>
              <a:spcBef>
                <a:spcPts val="1805"/>
              </a:spcBef>
              <a:buSzPct val="41000"/>
              <a:buChar char="•"/>
              <a:tabLst>
                <a:tab pos="452120" algn="l"/>
              </a:tabLst>
            </a:pPr>
            <a:r>
              <a:rPr sz="2950" spc="-110" dirty="0">
                <a:latin typeface="Tahoma"/>
                <a:cs typeface="Tahoma"/>
              </a:rPr>
              <a:t>Phím</a:t>
            </a:r>
            <a:r>
              <a:rPr sz="2950" spc="-350" dirty="0">
                <a:latin typeface="Tahoma"/>
                <a:cs typeface="Tahoma"/>
              </a:rPr>
              <a:t> </a:t>
            </a:r>
            <a:r>
              <a:rPr sz="2950" spc="-160" dirty="0">
                <a:latin typeface="Tahoma"/>
                <a:cs typeface="Tahoma"/>
              </a:rPr>
              <a:t>tắt: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40" dirty="0">
                <a:latin typeface="Tahoma"/>
                <a:cs typeface="Tahoma"/>
              </a:rPr>
              <a:t>Ctrl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670" dirty="0">
                <a:latin typeface="Tahoma"/>
                <a:cs typeface="Tahoma"/>
              </a:rPr>
              <a:t>+</a:t>
            </a:r>
            <a:r>
              <a:rPr sz="2950" spc="-350" dirty="0">
                <a:latin typeface="Tahoma"/>
                <a:cs typeface="Tahoma"/>
              </a:rPr>
              <a:t> </a:t>
            </a:r>
            <a:r>
              <a:rPr sz="2950" spc="-210" dirty="0">
                <a:latin typeface="Tahoma"/>
                <a:cs typeface="Tahoma"/>
              </a:rPr>
              <a:t>/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65" dirty="0">
                <a:latin typeface="Tahoma"/>
                <a:cs typeface="Tahoma"/>
              </a:rPr>
              <a:t>(Windows)</a:t>
            </a:r>
            <a:r>
              <a:rPr sz="2950" spc="-350" dirty="0">
                <a:latin typeface="Tahoma"/>
                <a:cs typeface="Tahoma"/>
              </a:rPr>
              <a:t> </a:t>
            </a:r>
            <a:r>
              <a:rPr sz="2950" spc="-85" dirty="0">
                <a:latin typeface="Tahoma"/>
                <a:cs typeface="Tahoma"/>
              </a:rPr>
              <a:t>hoặc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70" dirty="0">
                <a:latin typeface="Tahoma"/>
                <a:cs typeface="Tahoma"/>
              </a:rPr>
              <a:t>Cmd</a:t>
            </a:r>
            <a:r>
              <a:rPr sz="2950" spc="-350" dirty="0">
                <a:latin typeface="Tahoma"/>
                <a:cs typeface="Tahoma"/>
              </a:rPr>
              <a:t> </a:t>
            </a:r>
            <a:r>
              <a:rPr sz="2950" spc="-670" dirty="0">
                <a:latin typeface="Tahoma"/>
                <a:cs typeface="Tahoma"/>
              </a:rPr>
              <a:t>+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210" dirty="0">
                <a:latin typeface="Tahoma"/>
                <a:cs typeface="Tahoma"/>
              </a:rPr>
              <a:t>/</a:t>
            </a:r>
            <a:r>
              <a:rPr sz="2950" spc="-350" dirty="0">
                <a:latin typeface="Tahoma"/>
                <a:cs typeface="Tahoma"/>
              </a:rPr>
              <a:t> </a:t>
            </a:r>
            <a:r>
              <a:rPr sz="2950" spc="-10" dirty="0">
                <a:latin typeface="Tahoma"/>
                <a:cs typeface="Tahoma"/>
              </a:rPr>
              <a:t>(Mac)</a:t>
            </a:r>
            <a:endParaRPr sz="295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1341818" y="3215574"/>
            <a:ext cx="8456930" cy="2441575"/>
            <a:chOff x="11341818" y="3215574"/>
            <a:chExt cx="8456930" cy="2441575"/>
          </a:xfrm>
        </p:grpSpPr>
        <p:sp>
          <p:nvSpPr>
            <p:cNvPr id="8" name="object 8"/>
            <p:cNvSpPr/>
            <p:nvPr/>
          </p:nvSpPr>
          <p:spPr>
            <a:xfrm>
              <a:off x="11344436" y="3218191"/>
              <a:ext cx="8451850" cy="2436495"/>
            </a:xfrm>
            <a:custGeom>
              <a:avLst/>
              <a:gdLst/>
              <a:ahLst/>
              <a:cxnLst/>
              <a:rect l="l" t="t" r="r" b="b"/>
              <a:pathLst>
                <a:path w="8451850" h="2436495">
                  <a:moveTo>
                    <a:pt x="8451609" y="0"/>
                  </a:moveTo>
                  <a:lnTo>
                    <a:pt x="0" y="0"/>
                  </a:lnTo>
                  <a:lnTo>
                    <a:pt x="0" y="2436086"/>
                  </a:lnTo>
                  <a:lnTo>
                    <a:pt x="8451609" y="2436086"/>
                  </a:lnTo>
                  <a:lnTo>
                    <a:pt x="8451609" y="0"/>
                  </a:lnTo>
                  <a:close/>
                </a:path>
              </a:pathLst>
            </a:custGeom>
            <a:solidFill>
              <a:srgbClr val="FCEAD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1344436" y="3218191"/>
              <a:ext cx="8451850" cy="2436495"/>
            </a:xfrm>
            <a:custGeom>
              <a:avLst/>
              <a:gdLst/>
              <a:ahLst/>
              <a:cxnLst/>
              <a:rect l="l" t="t" r="r" b="b"/>
              <a:pathLst>
                <a:path w="8451850" h="2436495">
                  <a:moveTo>
                    <a:pt x="0" y="2436086"/>
                  </a:moveTo>
                  <a:lnTo>
                    <a:pt x="8451609" y="2436086"/>
                  </a:lnTo>
                  <a:lnTo>
                    <a:pt x="8451609" y="0"/>
                  </a:lnTo>
                  <a:lnTo>
                    <a:pt x="0" y="0"/>
                  </a:lnTo>
                  <a:lnTo>
                    <a:pt x="0" y="2436086"/>
                  </a:lnTo>
                  <a:close/>
                </a:path>
              </a:pathLst>
            </a:custGeom>
            <a:ln w="52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7539641" y="4548766"/>
            <a:ext cx="222123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2600" spc="-10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information</a:t>
            </a:r>
            <a:endParaRPr sz="26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395185" y="3141270"/>
            <a:ext cx="5772785" cy="2442845"/>
          </a:xfrm>
          <a:prstGeom prst="rect">
            <a:avLst/>
          </a:prstGeom>
        </p:spPr>
        <p:txBody>
          <a:bodyPr vert="horz" wrap="square" lIns="0" tIns="2184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720"/>
              </a:spcBef>
            </a:pPr>
            <a:r>
              <a:rPr sz="2600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&lt;!--</a:t>
            </a:r>
            <a:r>
              <a:rPr sz="2600" spc="55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600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This</a:t>
            </a:r>
            <a:r>
              <a:rPr sz="2600" spc="60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600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is</a:t>
            </a:r>
            <a:r>
              <a:rPr sz="2600" spc="55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600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a</a:t>
            </a:r>
            <a:r>
              <a:rPr sz="2600" spc="55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600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comment</a:t>
            </a:r>
            <a:r>
              <a:rPr sz="2600" spc="45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600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--</a:t>
            </a:r>
            <a:r>
              <a:rPr sz="2600" spc="-50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&gt;</a:t>
            </a:r>
            <a:endParaRPr sz="2600">
              <a:latin typeface="Courier New" panose="02070309020205020404"/>
              <a:cs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1630"/>
              </a:spcBef>
            </a:pPr>
            <a:r>
              <a:rPr sz="260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&lt;p&gt;</a:t>
            </a:r>
            <a:r>
              <a:rPr sz="2600" b="1" dirty="0">
                <a:latin typeface="Courier New" panose="02070309020205020404"/>
                <a:cs typeface="Courier New" panose="02070309020205020404"/>
              </a:rPr>
              <a:t>This</a:t>
            </a:r>
            <a:r>
              <a:rPr sz="2600" b="1" spc="3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600" b="1" dirty="0">
                <a:latin typeface="Courier New" panose="02070309020205020404"/>
                <a:cs typeface="Courier New" panose="02070309020205020404"/>
              </a:rPr>
              <a:t>is</a:t>
            </a:r>
            <a:r>
              <a:rPr sz="2600" b="1" spc="5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600" b="1" dirty="0">
                <a:latin typeface="Courier New" panose="02070309020205020404"/>
                <a:cs typeface="Courier New" panose="02070309020205020404"/>
              </a:rPr>
              <a:t>a</a:t>
            </a:r>
            <a:r>
              <a:rPr sz="2600" b="1" spc="5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600" b="1" spc="-10" dirty="0">
                <a:latin typeface="Courier New" panose="02070309020205020404"/>
                <a:cs typeface="Courier New" panose="02070309020205020404"/>
              </a:rPr>
              <a:t>paragraph.</a:t>
            </a:r>
            <a:r>
              <a:rPr sz="2600" spc="-1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&lt;/p&gt;</a:t>
            </a:r>
            <a:endParaRPr sz="2600">
              <a:latin typeface="Courier New" panose="02070309020205020404"/>
              <a:cs typeface="Courier New" panose="02070309020205020404"/>
            </a:endParaRPr>
          </a:p>
          <a:p>
            <a:pPr marR="5080">
              <a:lnSpc>
                <a:spcPts val="4780"/>
              </a:lnSpc>
              <a:spcBef>
                <a:spcPts val="205"/>
              </a:spcBef>
              <a:tabLst>
                <a:tab pos="1188085" algn="l"/>
                <a:tab pos="3179445" algn="l"/>
                <a:tab pos="3966845" algn="l"/>
                <a:tab pos="4955540" algn="l"/>
              </a:tabLst>
            </a:pPr>
            <a:r>
              <a:rPr sz="2600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&lt;!-</a:t>
            </a:r>
            <a:r>
              <a:rPr sz="2600" spc="-50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-</a:t>
            </a:r>
            <a:r>
              <a:rPr sz="2600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	</a:t>
            </a:r>
            <a:r>
              <a:rPr sz="2600" spc="-10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Remember</a:t>
            </a:r>
            <a:r>
              <a:rPr sz="2600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	</a:t>
            </a:r>
            <a:r>
              <a:rPr sz="2600" spc="-25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to</a:t>
            </a:r>
            <a:r>
              <a:rPr sz="2600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	</a:t>
            </a:r>
            <a:r>
              <a:rPr sz="2600" spc="-25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add</a:t>
            </a:r>
            <a:r>
              <a:rPr sz="2600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	</a:t>
            </a:r>
            <a:r>
              <a:rPr sz="2600" spc="-20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more </a:t>
            </a:r>
            <a:r>
              <a:rPr sz="2600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here</a:t>
            </a:r>
            <a:r>
              <a:rPr sz="2600" spc="65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600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--</a:t>
            </a:r>
            <a:r>
              <a:rPr sz="2600" spc="-50" dirty="0">
                <a:solidFill>
                  <a:srgbClr val="008000"/>
                </a:solidFill>
                <a:latin typeface="Courier New" panose="02070309020205020404"/>
                <a:cs typeface="Courier New" panose="02070309020205020404"/>
              </a:rPr>
              <a:t>&gt;</a:t>
            </a:r>
            <a:endParaRPr sz="2600">
              <a:latin typeface="Courier New" panose="02070309020205020404"/>
              <a:cs typeface="Courier New" panose="02070309020205020404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  <p:sp>
        <p:nvSpPr>
          <p:cNvPr id="16" name="object 13"/>
          <p:cNvSpPr txBox="1">
            <a:spLocks noGrp="1"/>
          </p:cNvSpPr>
          <p:nvPr>
            <p:ph type="dt" sz="half" idx="6"/>
          </p:nvPr>
        </p:nvSpPr>
        <p:spPr>
          <a:xfrm>
            <a:off x="601345" y="10674350"/>
            <a:ext cx="5245100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85" dirty="0">
                <a:solidFill>
                  <a:schemeClr val="tx1"/>
                </a:solidFill>
              </a:rPr>
              <a:t>THIẾT </a:t>
            </a:r>
            <a:r>
              <a:rPr spc="-110" dirty="0">
                <a:solidFill>
                  <a:schemeClr val="tx1"/>
                </a:solidFill>
              </a:rPr>
              <a:t>KẾ</a:t>
            </a:r>
            <a:r>
              <a:rPr spc="-190" dirty="0">
                <a:solidFill>
                  <a:schemeClr val="tx1"/>
                </a:solidFill>
              </a:rPr>
              <a:t> </a:t>
            </a:r>
            <a:r>
              <a:rPr spc="-110" dirty="0">
                <a:solidFill>
                  <a:schemeClr val="tx1"/>
                </a:solidFill>
              </a:rPr>
              <a:t>WEB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VÀ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45" dirty="0">
                <a:solidFill>
                  <a:schemeClr val="tx1"/>
                </a:solidFill>
              </a:rPr>
              <a:t>TRIỂN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KHAI</a:t>
            </a:r>
            <a:r>
              <a:rPr spc="-200" dirty="0">
                <a:solidFill>
                  <a:schemeClr val="tx1"/>
                </a:solidFill>
              </a:rPr>
              <a:t> </a:t>
            </a:r>
            <a:r>
              <a:rPr spc="-80" dirty="0">
                <a:solidFill>
                  <a:schemeClr val="tx1"/>
                </a:solidFill>
              </a:rPr>
              <a:t>HỆ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95" dirty="0">
                <a:solidFill>
                  <a:schemeClr val="tx1"/>
                </a:solidFill>
              </a:rPr>
              <a:t>THỐNG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75" dirty="0">
                <a:solidFill>
                  <a:schemeClr val="tx1"/>
                </a:solidFill>
              </a:rPr>
              <a:t>PHẦN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25" dirty="0">
                <a:solidFill>
                  <a:schemeClr val="tx1"/>
                </a:solidFill>
              </a:rPr>
              <a:t>MỀM</a:t>
            </a:r>
            <a:endParaRPr spc="-20" dirty="0">
              <a:solidFill>
                <a:schemeClr val="tx1"/>
              </a:solidFill>
            </a:endParaRPr>
          </a:p>
        </p:txBody>
      </p:sp>
      <p:sp>
        <p:nvSpPr>
          <p:cNvPr id="17" name="object 6"/>
          <p:cNvSpPr/>
          <p:nvPr/>
        </p:nvSpPr>
        <p:spPr>
          <a:xfrm>
            <a:off x="523544" y="10447221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8063A1"/>
            </a:solidFill>
          </a:ln>
        </p:spPr>
        <p:txBody>
          <a:bodyPr wrap="square" lIns="0" tIns="0" rIns="0" bIns="0" rtlCol="0"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91847" y="292351"/>
            <a:ext cx="3195955" cy="1304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484" dirty="0"/>
              <a:t>CHƯƠNG</a:t>
            </a:r>
            <a:r>
              <a:rPr spc="-585" dirty="0"/>
              <a:t> </a:t>
            </a:r>
            <a:r>
              <a:rPr spc="-1145" dirty="0"/>
              <a:t>II</a:t>
            </a:r>
            <a:endParaRPr spc="-1145" dirty="0"/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2950" b="0" spc="-195" dirty="0">
                <a:solidFill>
                  <a:srgbClr val="000000"/>
                </a:solidFill>
                <a:latin typeface="Tahoma"/>
                <a:cs typeface="Tahoma"/>
              </a:rPr>
              <a:t>HTML</a:t>
            </a:r>
            <a:r>
              <a:rPr sz="2950" b="0" spc="-35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b="0" spc="-260" dirty="0">
                <a:solidFill>
                  <a:srgbClr val="000000"/>
                </a:solidFill>
                <a:latin typeface="Tahoma"/>
                <a:cs typeface="Tahoma"/>
              </a:rPr>
              <a:t>&amp;</a:t>
            </a:r>
            <a:r>
              <a:rPr sz="2950" b="0" spc="-35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b="0" spc="-20" dirty="0">
                <a:solidFill>
                  <a:srgbClr val="000000"/>
                </a:solidFill>
                <a:latin typeface="Tahoma"/>
                <a:cs typeface="Tahoma"/>
              </a:rPr>
              <a:t>HTML5</a:t>
            </a:r>
            <a:endParaRPr sz="295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393392" y="1017775"/>
            <a:ext cx="3716020" cy="5302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300" spc="254" dirty="0">
                <a:solidFill>
                  <a:srgbClr val="FF6600"/>
                </a:solidFill>
                <a:latin typeface="Tahoma"/>
                <a:cs typeface="Tahoma"/>
              </a:rPr>
              <a:t>HỌC</a:t>
            </a:r>
            <a:r>
              <a:rPr sz="3300" spc="-110" dirty="0">
                <a:solidFill>
                  <a:srgbClr val="FF6600"/>
                </a:solidFill>
                <a:latin typeface="Tahoma"/>
                <a:cs typeface="Tahoma"/>
              </a:rPr>
              <a:t> </a:t>
            </a:r>
            <a:r>
              <a:rPr sz="3300" spc="204" dirty="0">
                <a:solidFill>
                  <a:srgbClr val="FF6600"/>
                </a:solidFill>
                <a:latin typeface="Tahoma"/>
                <a:cs typeface="Tahoma"/>
              </a:rPr>
              <a:t>ĐỂ</a:t>
            </a:r>
            <a:r>
              <a:rPr sz="3300" spc="-165" dirty="0">
                <a:solidFill>
                  <a:srgbClr val="FF6600"/>
                </a:solidFill>
                <a:latin typeface="Tahoma"/>
                <a:cs typeface="Tahoma"/>
              </a:rPr>
              <a:t> </a:t>
            </a:r>
            <a:r>
              <a:rPr sz="3300" spc="130" dirty="0">
                <a:solidFill>
                  <a:srgbClr val="FF6600"/>
                </a:solidFill>
                <a:latin typeface="Tahoma"/>
                <a:cs typeface="Tahoma"/>
              </a:rPr>
              <a:t>THAY</a:t>
            </a:r>
            <a:r>
              <a:rPr sz="3300" spc="-185" dirty="0">
                <a:solidFill>
                  <a:srgbClr val="FF6600"/>
                </a:solidFill>
                <a:latin typeface="Tahoma"/>
                <a:cs typeface="Tahoma"/>
              </a:rPr>
              <a:t> </a:t>
            </a:r>
            <a:r>
              <a:rPr sz="3300" spc="-25" dirty="0">
                <a:solidFill>
                  <a:srgbClr val="FF6600"/>
                </a:solidFill>
                <a:latin typeface="Tahoma"/>
                <a:cs typeface="Tahoma"/>
              </a:rPr>
              <a:t>ĐỔI</a:t>
            </a:r>
            <a:endParaRPr sz="33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9593215" y="1702098"/>
            <a:ext cx="9552238" cy="2845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76246" y="2328101"/>
            <a:ext cx="7181215" cy="578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600" b="1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2.2</a:t>
            </a:r>
            <a:r>
              <a:rPr sz="3600" b="1" spc="-5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Cấu</a:t>
            </a:r>
            <a:r>
              <a:rPr sz="3600" b="1" spc="10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trúc tổng</a:t>
            </a:r>
            <a:r>
              <a:rPr sz="3600" b="1" spc="5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quát</a:t>
            </a:r>
            <a:r>
              <a:rPr sz="3600" b="1" spc="15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trang </a:t>
            </a:r>
            <a:r>
              <a:rPr sz="3600" b="1" spc="-20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HTML</a:t>
            </a:r>
            <a:endParaRPr sz="3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942214" y="3335605"/>
            <a:ext cx="8451850" cy="2893060"/>
          </a:xfrm>
          <a:prstGeom prst="rect">
            <a:avLst/>
          </a:prstGeom>
          <a:solidFill>
            <a:srgbClr val="FCEADA"/>
          </a:solidFill>
          <a:ln w="523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0165">
              <a:lnSpc>
                <a:spcPts val="3050"/>
              </a:lnSpc>
            </a:pPr>
            <a:r>
              <a:rPr sz="2600" dirty="0">
                <a:latin typeface="Courier New" panose="02070309020205020404"/>
                <a:cs typeface="Courier New" panose="02070309020205020404"/>
              </a:rPr>
              <a:t>&lt;!DOCTYPE</a:t>
            </a:r>
            <a:r>
              <a:rPr sz="2600" spc="10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600" spc="-10" dirty="0">
                <a:latin typeface="Courier New" panose="02070309020205020404"/>
                <a:cs typeface="Courier New" panose="02070309020205020404"/>
              </a:rPr>
              <a:t>html&gt;</a:t>
            </a:r>
            <a:endParaRPr sz="2600">
              <a:latin typeface="Courier New" panose="02070309020205020404"/>
              <a:cs typeface="Courier New" panose="02070309020205020404"/>
            </a:endParaRPr>
          </a:p>
          <a:p>
            <a:pPr marL="50165">
              <a:lnSpc>
                <a:spcPct val="100000"/>
              </a:lnSpc>
              <a:spcBef>
                <a:spcPts val="45"/>
              </a:spcBef>
            </a:pPr>
            <a:r>
              <a:rPr sz="2600" spc="-1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&lt;html&gt;</a:t>
            </a:r>
            <a:endParaRPr sz="2600">
              <a:latin typeface="Courier New" panose="02070309020205020404"/>
              <a:cs typeface="Courier New" panose="02070309020205020404"/>
            </a:endParaRPr>
          </a:p>
          <a:p>
            <a:pPr marL="729615">
              <a:lnSpc>
                <a:spcPct val="100000"/>
              </a:lnSpc>
              <a:spcBef>
                <a:spcPts val="45"/>
              </a:spcBef>
            </a:pPr>
            <a:r>
              <a:rPr sz="2600" spc="-1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&lt;body&gt;</a:t>
            </a:r>
            <a:endParaRPr sz="2600">
              <a:latin typeface="Courier New" panose="02070309020205020404"/>
              <a:cs typeface="Courier New" panose="02070309020205020404"/>
            </a:endParaRPr>
          </a:p>
          <a:p>
            <a:pPr marL="1409700">
              <a:lnSpc>
                <a:spcPct val="100000"/>
              </a:lnSpc>
              <a:spcBef>
                <a:spcPts val="45"/>
              </a:spcBef>
            </a:pPr>
            <a:r>
              <a:rPr sz="260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&lt;h1&gt;</a:t>
            </a:r>
            <a:r>
              <a:rPr sz="2600" b="1" dirty="0">
                <a:latin typeface="Courier New" panose="02070309020205020404"/>
                <a:cs typeface="Courier New" panose="02070309020205020404"/>
              </a:rPr>
              <a:t>My</a:t>
            </a:r>
            <a:r>
              <a:rPr sz="2600" b="1" spc="7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600" b="1" dirty="0">
                <a:latin typeface="Courier New" panose="02070309020205020404"/>
                <a:cs typeface="Courier New" panose="02070309020205020404"/>
              </a:rPr>
              <a:t>First</a:t>
            </a:r>
            <a:r>
              <a:rPr sz="2600" b="1" spc="7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600" b="1" spc="-10" dirty="0">
                <a:latin typeface="Courier New" panose="02070309020205020404"/>
                <a:cs typeface="Courier New" panose="02070309020205020404"/>
              </a:rPr>
              <a:t>Heading</a:t>
            </a:r>
            <a:r>
              <a:rPr sz="2600" spc="-1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&lt;/h1&gt;</a:t>
            </a:r>
            <a:endParaRPr sz="2600">
              <a:latin typeface="Courier New" panose="02070309020205020404"/>
              <a:cs typeface="Courier New" panose="02070309020205020404"/>
            </a:endParaRPr>
          </a:p>
          <a:p>
            <a:pPr marL="1409700">
              <a:lnSpc>
                <a:spcPct val="100000"/>
              </a:lnSpc>
              <a:spcBef>
                <a:spcPts val="50"/>
              </a:spcBef>
            </a:pPr>
            <a:r>
              <a:rPr sz="260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&lt;p&gt;</a:t>
            </a:r>
            <a:r>
              <a:rPr sz="2600" b="1" dirty="0">
                <a:latin typeface="Courier New" panose="02070309020205020404"/>
                <a:cs typeface="Courier New" panose="02070309020205020404"/>
              </a:rPr>
              <a:t>My</a:t>
            </a:r>
            <a:r>
              <a:rPr sz="2600" b="1" spc="6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600" b="1" dirty="0">
                <a:latin typeface="Courier New" panose="02070309020205020404"/>
                <a:cs typeface="Courier New" panose="02070309020205020404"/>
              </a:rPr>
              <a:t>first</a:t>
            </a:r>
            <a:r>
              <a:rPr sz="2600" b="1" spc="5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600" b="1" spc="-10" dirty="0">
                <a:latin typeface="Courier New" panose="02070309020205020404"/>
                <a:cs typeface="Courier New" panose="02070309020205020404"/>
              </a:rPr>
              <a:t>paragraph.</a:t>
            </a:r>
            <a:r>
              <a:rPr sz="2600" spc="-1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&lt;/p&gt;</a:t>
            </a:r>
            <a:endParaRPr sz="2600">
              <a:latin typeface="Courier New" panose="02070309020205020404"/>
              <a:cs typeface="Courier New" panose="02070309020205020404"/>
            </a:endParaRPr>
          </a:p>
          <a:p>
            <a:pPr marL="729615">
              <a:lnSpc>
                <a:spcPct val="100000"/>
              </a:lnSpc>
              <a:spcBef>
                <a:spcPts val="45"/>
              </a:spcBef>
            </a:pPr>
            <a:r>
              <a:rPr sz="2600" spc="-1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&lt;/body&gt;</a:t>
            </a:r>
            <a:endParaRPr sz="2600">
              <a:latin typeface="Courier New" panose="02070309020205020404"/>
              <a:cs typeface="Courier New" panose="02070309020205020404"/>
            </a:endParaRPr>
          </a:p>
          <a:p>
            <a:pPr marL="50165">
              <a:lnSpc>
                <a:spcPct val="100000"/>
              </a:lnSpc>
              <a:spcBef>
                <a:spcPts val="80"/>
              </a:spcBef>
            </a:pPr>
            <a:r>
              <a:rPr sz="2600" spc="-1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&lt;/html&gt;</a:t>
            </a:r>
            <a:endParaRPr sz="26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7550" y="3155950"/>
            <a:ext cx="6557645" cy="1966595"/>
          </a:xfrm>
          <a:prstGeom prst="rect">
            <a:avLst/>
          </a:prstGeom>
        </p:spPr>
        <p:txBody>
          <a:bodyPr vert="horz" wrap="square" lIns="0" tIns="170180" rIns="0" bIns="0" rtlCol="0">
            <a:spAutoFit/>
          </a:bodyPr>
          <a:lstStyle/>
          <a:p>
            <a:pPr marL="326390" indent="-313690">
              <a:lnSpc>
                <a:spcPct val="100000"/>
              </a:lnSpc>
              <a:spcBef>
                <a:spcPts val="1340"/>
              </a:spcBef>
              <a:buSzPct val="50000"/>
              <a:buFont typeface="Wingdings"/>
              <a:buChar char=""/>
              <a:tabLst>
                <a:tab pos="326390" algn="l"/>
              </a:tabLst>
            </a:pPr>
            <a:r>
              <a:rPr sz="2400" b="1" spc="-225" dirty="0">
                <a:latin typeface="Tahoma"/>
                <a:cs typeface="Tahoma"/>
              </a:rPr>
              <a:t>Elements</a:t>
            </a:r>
            <a:r>
              <a:rPr sz="2400" b="1" spc="-280" dirty="0">
                <a:latin typeface="Tahoma"/>
                <a:cs typeface="Tahoma"/>
              </a:rPr>
              <a:t> </a:t>
            </a:r>
            <a:r>
              <a:rPr sz="2400" b="1" spc="-275" dirty="0">
                <a:latin typeface="Tahoma"/>
                <a:cs typeface="Tahoma"/>
              </a:rPr>
              <a:t>(phần</a:t>
            </a:r>
            <a:r>
              <a:rPr sz="2400" b="1" spc="-265" dirty="0">
                <a:latin typeface="Tahoma"/>
                <a:cs typeface="Tahoma"/>
              </a:rPr>
              <a:t> </a:t>
            </a:r>
            <a:r>
              <a:rPr sz="2400" b="1" spc="-280" dirty="0">
                <a:latin typeface="Tahoma"/>
                <a:cs typeface="Tahoma"/>
              </a:rPr>
              <a:t>tử):</a:t>
            </a:r>
            <a:r>
              <a:rPr sz="2400" b="1" spc="-270" dirty="0">
                <a:latin typeface="Tahoma"/>
                <a:cs typeface="Tahoma"/>
              </a:rPr>
              <a:t> </a:t>
            </a:r>
            <a:r>
              <a:rPr sz="2200" spc="85" dirty="0">
                <a:latin typeface="Tahoma"/>
                <a:cs typeface="Tahoma"/>
              </a:rPr>
              <a:t>được</a:t>
            </a:r>
            <a:r>
              <a:rPr sz="2200" spc="-70" dirty="0">
                <a:latin typeface="Tahoma"/>
                <a:cs typeface="Tahoma"/>
              </a:rPr>
              <a:t> </a:t>
            </a:r>
            <a:r>
              <a:rPr sz="2200" spc="50" dirty="0">
                <a:latin typeface="Tahoma"/>
                <a:cs typeface="Tahoma"/>
              </a:rPr>
              <a:t>xác</a:t>
            </a:r>
            <a:r>
              <a:rPr sz="2200" spc="-75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định</a:t>
            </a:r>
            <a:r>
              <a:rPr sz="2200" spc="-70" dirty="0">
                <a:latin typeface="Tahoma"/>
                <a:cs typeface="Tahoma"/>
              </a:rPr>
              <a:t> </a:t>
            </a:r>
            <a:r>
              <a:rPr sz="2200" spc="-20" dirty="0">
                <a:latin typeface="Tahoma"/>
                <a:cs typeface="Tahoma"/>
              </a:rPr>
              <a:t>bởi:</a:t>
            </a:r>
            <a:endParaRPr sz="2200">
              <a:latin typeface="Tahoma"/>
              <a:cs typeface="Tahoma"/>
            </a:endParaRPr>
          </a:p>
          <a:p>
            <a:pPr marL="829310" lvl="1" indent="-314325">
              <a:lnSpc>
                <a:spcPct val="100000"/>
              </a:lnSpc>
              <a:spcBef>
                <a:spcPts val="1105"/>
              </a:spcBef>
              <a:buSzPct val="55000"/>
              <a:buFont typeface="Courier New" panose="02070309020205020404"/>
              <a:buChar char="o"/>
              <a:tabLst>
                <a:tab pos="829310" algn="l"/>
              </a:tabLst>
            </a:pPr>
            <a:r>
              <a:rPr sz="2200" dirty="0">
                <a:latin typeface="Tahoma"/>
                <a:cs typeface="Tahoma"/>
              </a:rPr>
              <a:t>Một</a:t>
            </a:r>
            <a:r>
              <a:rPr sz="2200" spc="-120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thẻ</a:t>
            </a:r>
            <a:r>
              <a:rPr sz="2200" spc="-12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bắt</a:t>
            </a:r>
            <a:r>
              <a:rPr sz="2200" spc="-120" dirty="0">
                <a:latin typeface="Tahoma"/>
                <a:cs typeface="Tahoma"/>
              </a:rPr>
              <a:t> </a:t>
            </a:r>
            <a:r>
              <a:rPr sz="2200" spc="-25" dirty="0">
                <a:latin typeface="Tahoma"/>
                <a:cs typeface="Tahoma"/>
              </a:rPr>
              <a:t>đầu</a:t>
            </a:r>
            <a:endParaRPr sz="2200">
              <a:latin typeface="Tahoma"/>
              <a:cs typeface="Tahoma"/>
            </a:endParaRPr>
          </a:p>
          <a:p>
            <a:pPr marL="829310" lvl="1" indent="-314325">
              <a:lnSpc>
                <a:spcPct val="100000"/>
              </a:lnSpc>
              <a:spcBef>
                <a:spcPts val="1050"/>
              </a:spcBef>
              <a:buSzPct val="55000"/>
              <a:buFont typeface="Courier New" panose="02070309020205020404"/>
              <a:buChar char="o"/>
              <a:tabLst>
                <a:tab pos="829310" algn="l"/>
              </a:tabLst>
            </a:pPr>
            <a:r>
              <a:rPr sz="2200" dirty="0">
                <a:latin typeface="Tahoma"/>
                <a:cs typeface="Tahoma"/>
              </a:rPr>
              <a:t>Một</a:t>
            </a:r>
            <a:r>
              <a:rPr sz="2200" spc="-6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vài</a:t>
            </a:r>
            <a:r>
              <a:rPr sz="2200" spc="-7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nội</a:t>
            </a:r>
            <a:r>
              <a:rPr sz="2200" spc="-60" dirty="0">
                <a:latin typeface="Tahoma"/>
                <a:cs typeface="Tahoma"/>
              </a:rPr>
              <a:t> </a:t>
            </a:r>
            <a:r>
              <a:rPr sz="2200" spc="-20" dirty="0">
                <a:latin typeface="Tahoma"/>
                <a:cs typeface="Tahoma"/>
              </a:rPr>
              <a:t>dung</a:t>
            </a:r>
            <a:endParaRPr sz="2200">
              <a:latin typeface="Tahoma"/>
              <a:cs typeface="Tahoma"/>
            </a:endParaRPr>
          </a:p>
          <a:p>
            <a:pPr marL="829310" lvl="1" indent="-314325">
              <a:lnSpc>
                <a:spcPct val="100000"/>
              </a:lnSpc>
              <a:spcBef>
                <a:spcPts val="1055"/>
              </a:spcBef>
              <a:buSzPct val="55000"/>
              <a:buFont typeface="Courier New" panose="02070309020205020404"/>
              <a:buChar char="o"/>
              <a:tabLst>
                <a:tab pos="829310" algn="l"/>
              </a:tabLst>
            </a:pPr>
            <a:r>
              <a:rPr sz="2200" dirty="0">
                <a:latin typeface="Tahoma"/>
                <a:cs typeface="Tahoma"/>
              </a:rPr>
              <a:t>Một</a:t>
            </a:r>
            <a:r>
              <a:rPr sz="2200" spc="-125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thẻ</a:t>
            </a:r>
            <a:r>
              <a:rPr sz="2200" spc="-13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kết</a:t>
            </a:r>
            <a:r>
              <a:rPr sz="2200" spc="-135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thúc.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8090" y="5197523"/>
            <a:ext cx="5563870" cy="2371090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sz="2200" b="1" dirty="0">
                <a:latin typeface="Arial" panose="020B0604020202020204"/>
                <a:cs typeface="Arial" panose="020B0604020202020204"/>
              </a:rPr>
              <a:t>Cú</a:t>
            </a:r>
            <a:r>
              <a:rPr sz="2200" b="1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2200" b="1" dirty="0">
                <a:latin typeface="Arial" panose="020B0604020202020204"/>
                <a:cs typeface="Arial" panose="020B0604020202020204"/>
              </a:rPr>
              <a:t>pháp:</a:t>
            </a:r>
            <a:r>
              <a:rPr sz="2200" b="1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2200" spc="-45" dirty="0">
                <a:latin typeface="Tahoma"/>
                <a:cs typeface="Tahoma"/>
              </a:rPr>
              <a:t>&lt;tagname&gt;Nội</a:t>
            </a:r>
            <a:r>
              <a:rPr sz="2200" spc="-85" dirty="0">
                <a:latin typeface="Tahoma"/>
                <a:cs typeface="Tahoma"/>
              </a:rPr>
              <a:t> </a:t>
            </a:r>
            <a:r>
              <a:rPr sz="2200" spc="-50" dirty="0">
                <a:latin typeface="Tahoma"/>
                <a:cs typeface="Tahoma"/>
              </a:rPr>
              <a:t>dung...&lt;/tagname&gt;</a:t>
            </a:r>
            <a:endParaRPr sz="2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sz="2200" b="1" dirty="0">
                <a:latin typeface="Arial" panose="020B0604020202020204"/>
                <a:cs typeface="Arial" panose="020B0604020202020204"/>
              </a:rPr>
              <a:t>Trong</a:t>
            </a:r>
            <a:r>
              <a:rPr sz="2200" b="1" spc="-75" dirty="0">
                <a:latin typeface="Arial" panose="020B0604020202020204"/>
                <a:cs typeface="Arial" panose="020B0604020202020204"/>
              </a:rPr>
              <a:t> </a:t>
            </a:r>
            <a:r>
              <a:rPr sz="2200" b="1" spc="-25" dirty="0">
                <a:latin typeface="Arial" panose="020B0604020202020204"/>
                <a:cs typeface="Arial" panose="020B0604020202020204"/>
              </a:rPr>
              <a:t>đó: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577850" indent="-314325">
              <a:lnSpc>
                <a:spcPct val="100000"/>
              </a:lnSpc>
              <a:spcBef>
                <a:spcPts val="1055"/>
              </a:spcBef>
              <a:buSzPct val="55000"/>
              <a:buFont typeface="Courier New" panose="02070309020205020404"/>
              <a:buChar char="o"/>
              <a:tabLst>
                <a:tab pos="577850" algn="l"/>
                <a:tab pos="2273935" algn="l"/>
              </a:tabLst>
            </a:pPr>
            <a:r>
              <a:rPr sz="2200" spc="-10" dirty="0">
                <a:latin typeface="Arial MT"/>
                <a:cs typeface="Arial MT"/>
              </a:rPr>
              <a:t>&lt;tagname&gt;: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dirty="0">
                <a:latin typeface="Tahoma"/>
                <a:cs typeface="Tahoma"/>
              </a:rPr>
              <a:t>Thẻ</a:t>
            </a:r>
            <a:r>
              <a:rPr sz="2200" spc="-6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bắt</a:t>
            </a:r>
            <a:r>
              <a:rPr sz="2200" spc="-3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đầu</a:t>
            </a:r>
            <a:r>
              <a:rPr sz="2200" spc="-5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của</a:t>
            </a:r>
            <a:r>
              <a:rPr sz="2200" spc="-50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element</a:t>
            </a:r>
            <a:endParaRPr sz="2200">
              <a:latin typeface="Tahoma"/>
              <a:cs typeface="Tahoma"/>
            </a:endParaRPr>
          </a:p>
          <a:p>
            <a:pPr marL="577850" indent="-314325">
              <a:lnSpc>
                <a:spcPct val="100000"/>
              </a:lnSpc>
              <a:spcBef>
                <a:spcPts val="1055"/>
              </a:spcBef>
              <a:buSzPct val="55000"/>
              <a:buFont typeface="Courier New" panose="02070309020205020404"/>
              <a:buChar char="o"/>
              <a:tabLst>
                <a:tab pos="577850" algn="l"/>
                <a:tab pos="2273935" algn="l"/>
              </a:tabLst>
            </a:pPr>
            <a:r>
              <a:rPr sz="2200" spc="-10" dirty="0">
                <a:latin typeface="Arial MT"/>
                <a:cs typeface="Arial MT"/>
              </a:rPr>
              <a:t>&lt;/tagname&gt;: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dirty="0">
                <a:latin typeface="Tahoma"/>
                <a:cs typeface="Tahoma"/>
              </a:rPr>
              <a:t>Thẻ</a:t>
            </a:r>
            <a:r>
              <a:rPr sz="2200" spc="-7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kết</a:t>
            </a:r>
            <a:r>
              <a:rPr sz="2200" spc="-7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thúc</a:t>
            </a:r>
            <a:r>
              <a:rPr sz="2200" spc="-7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của</a:t>
            </a:r>
            <a:r>
              <a:rPr sz="2200" spc="-70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element</a:t>
            </a:r>
            <a:endParaRPr sz="2200">
              <a:latin typeface="Tahoma"/>
              <a:cs typeface="Tahoma"/>
            </a:endParaRPr>
          </a:p>
          <a:p>
            <a:pPr marL="577850" indent="-314325">
              <a:lnSpc>
                <a:spcPct val="100000"/>
              </a:lnSpc>
              <a:spcBef>
                <a:spcPts val="1055"/>
              </a:spcBef>
              <a:buSzPct val="55000"/>
              <a:buFont typeface="Courier New" panose="02070309020205020404"/>
              <a:buChar char="o"/>
              <a:tabLst>
                <a:tab pos="577850" algn="l"/>
                <a:tab pos="2273935" algn="l"/>
              </a:tabLst>
            </a:pPr>
            <a:r>
              <a:rPr sz="2200" dirty="0">
                <a:latin typeface="Tahoma"/>
                <a:cs typeface="Tahoma"/>
              </a:rPr>
              <a:t>Nội</a:t>
            </a:r>
            <a:r>
              <a:rPr sz="2200" spc="35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dung...:</a:t>
            </a:r>
            <a:r>
              <a:rPr sz="2200" dirty="0">
                <a:latin typeface="Tahoma"/>
                <a:cs typeface="Tahoma"/>
              </a:rPr>
              <a:t>	Nội</a:t>
            </a:r>
            <a:r>
              <a:rPr sz="2200" spc="-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dung</a:t>
            </a:r>
            <a:r>
              <a:rPr sz="2200" spc="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của</a:t>
            </a:r>
            <a:r>
              <a:rPr sz="2200" spc="-5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element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84938" y="7102763"/>
            <a:ext cx="10939145" cy="1902460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5"/>
              </a:spcBef>
              <a:tabLst>
                <a:tab pos="1323340" algn="l"/>
                <a:tab pos="2830830" algn="l"/>
                <a:tab pos="3333750" algn="l"/>
              </a:tabLst>
            </a:pPr>
            <a:r>
              <a:rPr sz="2200" b="1" dirty="0">
                <a:latin typeface="Arial" panose="020B0604020202020204"/>
                <a:cs typeface="Arial" panose="020B0604020202020204"/>
              </a:rPr>
              <a:t>Ví</a:t>
            </a:r>
            <a:r>
              <a:rPr sz="220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2200" b="1" spc="-25" dirty="0">
                <a:latin typeface="Arial" panose="020B0604020202020204"/>
                <a:cs typeface="Arial" panose="020B0604020202020204"/>
              </a:rPr>
              <a:t>dụ:</a:t>
            </a:r>
            <a:r>
              <a:rPr sz="2200" b="1" dirty="0">
                <a:latin typeface="Arial" panose="020B0604020202020204"/>
                <a:cs typeface="Arial" panose="020B0604020202020204"/>
              </a:rPr>
              <a:t>	</a:t>
            </a:r>
            <a:r>
              <a:rPr sz="2200" spc="-1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&lt;h1&gt;</a:t>
            </a:r>
            <a:r>
              <a:rPr sz="2200" b="1" spc="-10" dirty="0">
                <a:latin typeface="Courier New" panose="02070309020205020404"/>
                <a:cs typeface="Courier New" panose="02070309020205020404"/>
              </a:rPr>
              <a:t>Tiêu</a:t>
            </a:r>
            <a:r>
              <a:rPr sz="2200" b="1" dirty="0">
                <a:latin typeface="Courier New" panose="02070309020205020404"/>
                <a:cs typeface="Courier New" panose="02070309020205020404"/>
              </a:rPr>
              <a:t>	</a:t>
            </a:r>
            <a:r>
              <a:rPr sz="2200" b="1" spc="-25" dirty="0">
                <a:latin typeface="Courier New" panose="02070309020205020404"/>
                <a:cs typeface="Courier New" panose="02070309020205020404"/>
              </a:rPr>
              <a:t>đề</a:t>
            </a:r>
            <a:r>
              <a:rPr sz="2200" b="1" dirty="0">
                <a:latin typeface="Courier New" panose="02070309020205020404"/>
                <a:cs typeface="Courier New" panose="02070309020205020404"/>
              </a:rPr>
              <a:t>	</a:t>
            </a:r>
            <a:r>
              <a:rPr sz="2200" b="1" spc="-10" dirty="0">
                <a:latin typeface="Courier New" panose="02070309020205020404"/>
                <a:cs typeface="Courier New" panose="02070309020205020404"/>
              </a:rPr>
              <a:t>lớn</a:t>
            </a:r>
            <a:r>
              <a:rPr sz="2200" spc="-1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&lt;/h1&gt;</a:t>
            </a:r>
            <a:endParaRPr sz="2200">
              <a:latin typeface="Courier New" panose="02070309020205020404"/>
              <a:cs typeface="Courier New" panose="02070309020205020404"/>
            </a:endParaRPr>
          </a:p>
          <a:p>
            <a:pPr marL="403225" indent="-187960">
              <a:lnSpc>
                <a:spcPct val="100000"/>
              </a:lnSpc>
              <a:spcBef>
                <a:spcPts val="1050"/>
              </a:spcBef>
              <a:buSzPct val="55000"/>
              <a:buChar char="•"/>
              <a:tabLst>
                <a:tab pos="403225" algn="l"/>
              </a:tabLst>
            </a:pPr>
            <a:r>
              <a:rPr sz="2200" spc="125" dirty="0">
                <a:latin typeface="Tahoma"/>
                <a:cs typeface="Tahoma"/>
              </a:rPr>
              <a:t>Các</a:t>
            </a:r>
            <a:r>
              <a:rPr sz="2200" spc="-6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tagname</a:t>
            </a:r>
            <a:r>
              <a:rPr sz="2200" spc="-3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không</a:t>
            </a:r>
            <a:r>
              <a:rPr sz="2200" spc="-5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phân</a:t>
            </a:r>
            <a:r>
              <a:rPr sz="2200" spc="-5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biệt</a:t>
            </a:r>
            <a:r>
              <a:rPr sz="2200" spc="-45" dirty="0">
                <a:latin typeface="Tahoma"/>
                <a:cs typeface="Tahoma"/>
              </a:rPr>
              <a:t> </a:t>
            </a:r>
            <a:r>
              <a:rPr sz="2200" spc="65" dirty="0">
                <a:latin typeface="Tahoma"/>
                <a:cs typeface="Tahoma"/>
              </a:rPr>
              <a:t>chữ</a:t>
            </a:r>
            <a:r>
              <a:rPr sz="2200" spc="-60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hoa,</a:t>
            </a:r>
            <a:r>
              <a:rPr sz="2200" spc="-45" dirty="0">
                <a:latin typeface="Tahoma"/>
                <a:cs typeface="Tahoma"/>
              </a:rPr>
              <a:t> </a:t>
            </a:r>
            <a:r>
              <a:rPr sz="2200" spc="65" dirty="0">
                <a:latin typeface="Tahoma"/>
                <a:cs typeface="Tahoma"/>
              </a:rPr>
              <a:t>chữ</a:t>
            </a:r>
            <a:r>
              <a:rPr sz="2200" spc="-5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thường.</a:t>
            </a:r>
            <a:r>
              <a:rPr sz="2200" spc="-4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Nhưng</a:t>
            </a:r>
            <a:r>
              <a:rPr sz="2200" spc="-55" dirty="0">
                <a:latin typeface="Tahoma"/>
                <a:cs typeface="Tahoma"/>
              </a:rPr>
              <a:t> </a:t>
            </a:r>
            <a:r>
              <a:rPr sz="2200" dirty="0">
                <a:latin typeface="Tahoma"/>
                <a:cs typeface="Tahoma"/>
              </a:rPr>
              <a:t>nên</a:t>
            </a:r>
            <a:r>
              <a:rPr sz="2200" spc="-50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viết</a:t>
            </a:r>
            <a:r>
              <a:rPr sz="2200" spc="-45" dirty="0">
                <a:latin typeface="Tahoma"/>
                <a:cs typeface="Tahoma"/>
              </a:rPr>
              <a:t> </a:t>
            </a:r>
            <a:r>
              <a:rPr sz="2200" spc="65" dirty="0">
                <a:latin typeface="Tahoma"/>
                <a:cs typeface="Tahoma"/>
              </a:rPr>
              <a:t>chữ</a:t>
            </a:r>
            <a:r>
              <a:rPr sz="2200" spc="-55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thường.</a:t>
            </a:r>
            <a:endParaRPr sz="2200">
              <a:latin typeface="Tahoma"/>
              <a:cs typeface="Tahoma"/>
            </a:endParaRPr>
          </a:p>
          <a:p>
            <a:pPr marL="215265">
              <a:lnSpc>
                <a:spcPct val="100000"/>
              </a:lnSpc>
              <a:spcBef>
                <a:spcPts val="1055"/>
              </a:spcBef>
            </a:pPr>
            <a:r>
              <a:rPr sz="22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Lưu</a:t>
            </a:r>
            <a:r>
              <a:rPr sz="2200" b="1" spc="-5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ý:</a:t>
            </a:r>
            <a:r>
              <a:rPr sz="2200" b="1" spc="-4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Không</a:t>
            </a:r>
            <a:r>
              <a:rPr sz="2200" b="1" spc="-4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bao</a:t>
            </a:r>
            <a:r>
              <a:rPr sz="2200" b="1" spc="-5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giờ</a:t>
            </a:r>
            <a:r>
              <a:rPr sz="2200" b="1" spc="-4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bỏ</a:t>
            </a:r>
            <a:r>
              <a:rPr sz="2200" b="1" spc="-4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qua</a:t>
            </a:r>
            <a:r>
              <a:rPr sz="2200" b="1" spc="-5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thẻ</a:t>
            </a:r>
            <a:r>
              <a:rPr sz="2200" b="1" spc="-5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kết</a:t>
            </a:r>
            <a:r>
              <a:rPr sz="2200" b="1" spc="-3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thúc</a:t>
            </a:r>
            <a:r>
              <a:rPr sz="2200" b="1" spc="-5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vì</a:t>
            </a:r>
            <a:r>
              <a:rPr sz="2200" b="1" spc="-5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kết</a:t>
            </a:r>
            <a:r>
              <a:rPr sz="2200" b="1" spc="-3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quả</a:t>
            </a:r>
            <a:r>
              <a:rPr sz="2200" b="1" spc="-4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không</a:t>
            </a:r>
            <a:r>
              <a:rPr sz="2200" b="1" spc="-4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mong</a:t>
            </a:r>
            <a:r>
              <a:rPr sz="2200" b="1" spc="-5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muốn</a:t>
            </a:r>
            <a:r>
              <a:rPr sz="2200" b="1" spc="-5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và</a:t>
            </a:r>
            <a:r>
              <a:rPr sz="2200" b="1" spc="-4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lỗi</a:t>
            </a:r>
            <a:r>
              <a:rPr sz="2200" b="1" spc="-5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b="1" spc="-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có</a:t>
            </a:r>
            <a:endParaRPr sz="2200">
              <a:latin typeface="Arial" panose="020B0604020202020204"/>
              <a:cs typeface="Arial" panose="020B0604020202020204"/>
            </a:endParaRPr>
          </a:p>
          <a:p>
            <a:pPr marL="215265">
              <a:lnSpc>
                <a:spcPct val="100000"/>
              </a:lnSpc>
              <a:spcBef>
                <a:spcPts val="1055"/>
              </a:spcBef>
            </a:pPr>
            <a:r>
              <a:rPr sz="22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thể</a:t>
            </a:r>
            <a:r>
              <a:rPr sz="2200" b="1" spc="-3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xảy</a:t>
            </a:r>
            <a:r>
              <a:rPr sz="2200" b="1" spc="-3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ra</a:t>
            </a:r>
            <a:r>
              <a:rPr sz="2200" b="1" spc="-4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nếu</a:t>
            </a:r>
            <a:r>
              <a:rPr sz="2200" b="1" spc="-5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quên</a:t>
            </a:r>
            <a:r>
              <a:rPr sz="2200" b="1" spc="-3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thẻ</a:t>
            </a:r>
            <a:r>
              <a:rPr sz="2200" b="1" spc="-4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kết</a:t>
            </a:r>
            <a:r>
              <a:rPr sz="2200" b="1" spc="-3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thúc!</a:t>
            </a:r>
            <a:endParaRPr sz="22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  <p:sp>
        <p:nvSpPr>
          <p:cNvPr id="15" name="object 13"/>
          <p:cNvSpPr txBox="1">
            <a:spLocks noGrp="1"/>
          </p:cNvSpPr>
          <p:nvPr>
            <p:ph type="dt" sz="half" idx="6"/>
          </p:nvPr>
        </p:nvSpPr>
        <p:spPr>
          <a:xfrm>
            <a:off x="601345" y="10674350"/>
            <a:ext cx="5245100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85" dirty="0">
                <a:solidFill>
                  <a:schemeClr val="tx1"/>
                </a:solidFill>
              </a:rPr>
              <a:t>THIẾT </a:t>
            </a:r>
            <a:r>
              <a:rPr spc="-110" dirty="0">
                <a:solidFill>
                  <a:schemeClr val="tx1"/>
                </a:solidFill>
              </a:rPr>
              <a:t>KẾ</a:t>
            </a:r>
            <a:r>
              <a:rPr spc="-190" dirty="0">
                <a:solidFill>
                  <a:schemeClr val="tx1"/>
                </a:solidFill>
              </a:rPr>
              <a:t> </a:t>
            </a:r>
            <a:r>
              <a:rPr spc="-110" dirty="0">
                <a:solidFill>
                  <a:schemeClr val="tx1"/>
                </a:solidFill>
              </a:rPr>
              <a:t>WEB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VÀ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45" dirty="0">
                <a:solidFill>
                  <a:schemeClr val="tx1"/>
                </a:solidFill>
              </a:rPr>
              <a:t>TRIỂN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KHAI</a:t>
            </a:r>
            <a:r>
              <a:rPr spc="-200" dirty="0">
                <a:solidFill>
                  <a:schemeClr val="tx1"/>
                </a:solidFill>
              </a:rPr>
              <a:t> </a:t>
            </a:r>
            <a:r>
              <a:rPr spc="-80" dirty="0">
                <a:solidFill>
                  <a:schemeClr val="tx1"/>
                </a:solidFill>
              </a:rPr>
              <a:t>HỆ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95" dirty="0">
                <a:solidFill>
                  <a:schemeClr val="tx1"/>
                </a:solidFill>
              </a:rPr>
              <a:t>THỐNG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75" dirty="0">
                <a:solidFill>
                  <a:schemeClr val="tx1"/>
                </a:solidFill>
              </a:rPr>
              <a:t>PHẦN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25" dirty="0">
                <a:solidFill>
                  <a:schemeClr val="tx1"/>
                </a:solidFill>
              </a:rPr>
              <a:t>MỀM</a:t>
            </a:r>
            <a:endParaRPr spc="-20" dirty="0">
              <a:solidFill>
                <a:schemeClr val="tx1"/>
              </a:solidFill>
            </a:endParaRPr>
          </a:p>
        </p:txBody>
      </p:sp>
      <p:sp>
        <p:nvSpPr>
          <p:cNvPr id="16" name="object 6"/>
          <p:cNvSpPr/>
          <p:nvPr/>
        </p:nvSpPr>
        <p:spPr>
          <a:xfrm>
            <a:off x="523544" y="10447221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8063A1"/>
            </a:solidFill>
          </a:ln>
        </p:spPr>
        <p:txBody>
          <a:bodyPr wrap="square" lIns="0" tIns="0" rIns="0" bIns="0" rtlCol="0"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91847" y="292351"/>
            <a:ext cx="3195955" cy="1304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484" dirty="0"/>
              <a:t>CHƯƠNG</a:t>
            </a:r>
            <a:r>
              <a:rPr spc="-585" dirty="0"/>
              <a:t> </a:t>
            </a:r>
            <a:r>
              <a:rPr spc="-1145" dirty="0"/>
              <a:t>II</a:t>
            </a:r>
            <a:endParaRPr spc="-1145" dirty="0"/>
          </a:p>
          <a:p>
            <a:pPr marL="12700">
              <a:lnSpc>
                <a:spcPct val="100000"/>
              </a:lnSpc>
              <a:spcBef>
                <a:spcPts val="200"/>
              </a:spcBef>
            </a:pPr>
            <a:r>
              <a:rPr sz="2950" b="0" spc="-195" dirty="0">
                <a:solidFill>
                  <a:srgbClr val="000000"/>
                </a:solidFill>
                <a:latin typeface="Tahoma"/>
                <a:cs typeface="Tahoma"/>
              </a:rPr>
              <a:t>HTML</a:t>
            </a:r>
            <a:r>
              <a:rPr sz="2950" b="0" spc="-35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b="0" spc="-260" dirty="0">
                <a:solidFill>
                  <a:srgbClr val="000000"/>
                </a:solidFill>
                <a:latin typeface="Tahoma"/>
                <a:cs typeface="Tahoma"/>
              </a:rPr>
              <a:t>&amp;</a:t>
            </a:r>
            <a:r>
              <a:rPr sz="2950" b="0" spc="-35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b="0" spc="-20" dirty="0">
                <a:solidFill>
                  <a:srgbClr val="000000"/>
                </a:solidFill>
                <a:latin typeface="Tahoma"/>
                <a:cs typeface="Tahoma"/>
              </a:rPr>
              <a:t>HTML5</a:t>
            </a:r>
            <a:endParaRPr sz="295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9593215" y="1702098"/>
            <a:ext cx="9552238" cy="2845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27248" y="2378266"/>
            <a:ext cx="10708005" cy="54756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71120">
              <a:lnSpc>
                <a:spcPct val="100000"/>
              </a:lnSpc>
              <a:spcBef>
                <a:spcPts val="125"/>
              </a:spcBef>
            </a:pPr>
            <a:r>
              <a:rPr sz="3600" b="1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2.2</a:t>
            </a:r>
            <a:r>
              <a:rPr sz="3600" b="1" spc="-5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Cấu</a:t>
            </a:r>
            <a:r>
              <a:rPr sz="3600" b="1" spc="10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trúc tổng</a:t>
            </a:r>
            <a:r>
              <a:rPr sz="3600" b="1" spc="5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quát</a:t>
            </a:r>
            <a:r>
              <a:rPr sz="3600" b="1" spc="15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b="1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trang </a:t>
            </a:r>
            <a:r>
              <a:rPr sz="3600" b="1" spc="-20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HTML</a:t>
            </a:r>
            <a:endParaRPr sz="3600">
              <a:latin typeface="Times New Roman" panose="02020603050405020304"/>
              <a:cs typeface="Times New Roman" panose="02020603050405020304"/>
            </a:endParaRPr>
          </a:p>
          <a:p>
            <a:pPr marL="389255" indent="-376555">
              <a:lnSpc>
                <a:spcPct val="100000"/>
              </a:lnSpc>
              <a:spcBef>
                <a:spcPts val="3820"/>
              </a:spcBef>
              <a:buSzPct val="41000"/>
              <a:buFont typeface="Wingdings"/>
              <a:buChar char=""/>
              <a:tabLst>
                <a:tab pos="389255" algn="l"/>
              </a:tabLst>
            </a:pPr>
            <a:r>
              <a:rPr sz="2950" b="1" spc="-275" dirty="0">
                <a:latin typeface="Tahoma"/>
                <a:cs typeface="Tahoma"/>
              </a:rPr>
              <a:t>Attributes</a:t>
            </a:r>
            <a:r>
              <a:rPr sz="2950" b="1" spc="-300" dirty="0">
                <a:latin typeface="Tahoma"/>
                <a:cs typeface="Tahoma"/>
              </a:rPr>
              <a:t> (thuộc</a:t>
            </a:r>
            <a:r>
              <a:rPr sz="2950" b="1" spc="-305" dirty="0">
                <a:latin typeface="Tahoma"/>
                <a:cs typeface="Tahoma"/>
              </a:rPr>
              <a:t> </a:t>
            </a:r>
            <a:r>
              <a:rPr sz="2950" b="1" spc="-315" dirty="0">
                <a:latin typeface="Tahoma"/>
                <a:cs typeface="Tahoma"/>
              </a:rPr>
              <a:t>tính)</a:t>
            </a:r>
            <a:endParaRPr sz="2950">
              <a:latin typeface="Tahoma"/>
              <a:cs typeface="Tahoma"/>
            </a:endParaRPr>
          </a:p>
          <a:p>
            <a:pPr marL="640715" lvl="1" indent="-377190">
              <a:lnSpc>
                <a:spcPct val="100000"/>
              </a:lnSpc>
              <a:spcBef>
                <a:spcPts val="1705"/>
              </a:spcBef>
              <a:buSzPct val="46000"/>
              <a:buChar char="–"/>
              <a:tabLst>
                <a:tab pos="640715" algn="l"/>
              </a:tabLst>
            </a:pPr>
            <a:r>
              <a:rPr sz="2600" spc="190" dirty="0">
                <a:latin typeface="Tahoma"/>
                <a:cs typeface="Tahoma"/>
              </a:rPr>
              <a:t>Sẽ</a:t>
            </a:r>
            <a:r>
              <a:rPr sz="2600" spc="-9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cung</a:t>
            </a:r>
            <a:r>
              <a:rPr sz="2600" spc="-80" dirty="0">
                <a:latin typeface="Tahoma"/>
                <a:cs typeface="Tahoma"/>
              </a:rPr>
              <a:t> </a:t>
            </a:r>
            <a:r>
              <a:rPr sz="2600" spc="75" dirty="0">
                <a:latin typeface="Tahoma"/>
                <a:cs typeface="Tahoma"/>
              </a:rPr>
              <a:t>cấp</a:t>
            </a:r>
            <a:r>
              <a:rPr sz="2600" spc="-8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thêm</a:t>
            </a:r>
            <a:r>
              <a:rPr sz="2600" spc="-8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thông</a:t>
            </a:r>
            <a:r>
              <a:rPr sz="2600" spc="-75" dirty="0">
                <a:latin typeface="Tahoma"/>
                <a:cs typeface="Tahoma"/>
              </a:rPr>
              <a:t> </a:t>
            </a:r>
            <a:r>
              <a:rPr sz="2600" spc="-20" dirty="0">
                <a:latin typeface="Tahoma"/>
                <a:cs typeface="Tahoma"/>
              </a:rPr>
              <a:t>tin</a:t>
            </a:r>
            <a:r>
              <a:rPr sz="2600" spc="-85" dirty="0">
                <a:latin typeface="Tahoma"/>
                <a:cs typeface="Tahoma"/>
              </a:rPr>
              <a:t> </a:t>
            </a:r>
            <a:r>
              <a:rPr sz="2600" spc="50" dirty="0">
                <a:latin typeface="Tahoma"/>
                <a:cs typeface="Tahoma"/>
              </a:rPr>
              <a:t>cho</a:t>
            </a:r>
            <a:r>
              <a:rPr sz="2600" spc="-90" dirty="0">
                <a:latin typeface="Tahoma"/>
                <a:cs typeface="Tahoma"/>
              </a:rPr>
              <a:t> </a:t>
            </a:r>
            <a:r>
              <a:rPr sz="2600" spc="110" dirty="0">
                <a:latin typeface="Tahoma"/>
                <a:cs typeface="Tahoma"/>
              </a:rPr>
              <a:t>các</a:t>
            </a:r>
            <a:r>
              <a:rPr sz="2600" spc="-8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element,</a:t>
            </a:r>
            <a:r>
              <a:rPr sz="2600" spc="-6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nằm</a:t>
            </a:r>
            <a:r>
              <a:rPr sz="2600" spc="-8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trong</a:t>
            </a:r>
            <a:r>
              <a:rPr sz="2600" spc="-7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thẻ</a:t>
            </a:r>
            <a:r>
              <a:rPr sz="2600" spc="-75" dirty="0">
                <a:latin typeface="Tahoma"/>
                <a:cs typeface="Tahoma"/>
              </a:rPr>
              <a:t> </a:t>
            </a:r>
            <a:r>
              <a:rPr sz="2600" spc="45" dirty="0">
                <a:latin typeface="Tahoma"/>
                <a:cs typeface="Tahoma"/>
              </a:rPr>
              <a:t>mở.</a:t>
            </a:r>
            <a:endParaRPr sz="2600">
              <a:latin typeface="Tahoma"/>
              <a:cs typeface="Tahoma"/>
            </a:endParaRPr>
          </a:p>
          <a:p>
            <a:pPr marL="640715" lvl="1" indent="-377190">
              <a:lnSpc>
                <a:spcPct val="100000"/>
              </a:lnSpc>
              <a:spcBef>
                <a:spcPts val="1630"/>
              </a:spcBef>
              <a:buSzPct val="46000"/>
              <a:buChar char="–"/>
              <a:tabLst>
                <a:tab pos="640715" algn="l"/>
              </a:tabLst>
            </a:pPr>
            <a:r>
              <a:rPr sz="2600" dirty="0">
                <a:latin typeface="Tahoma"/>
                <a:cs typeface="Tahoma"/>
              </a:rPr>
              <a:t>Một</a:t>
            </a:r>
            <a:r>
              <a:rPr sz="2600" spc="-4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element</a:t>
            </a:r>
            <a:r>
              <a:rPr sz="2600" spc="-10" dirty="0">
                <a:latin typeface="Tahoma"/>
                <a:cs typeface="Tahoma"/>
              </a:rPr>
              <a:t> </a:t>
            </a:r>
            <a:r>
              <a:rPr sz="2600" spc="75" dirty="0">
                <a:latin typeface="Tahoma"/>
                <a:cs typeface="Tahoma"/>
              </a:rPr>
              <a:t>có</a:t>
            </a:r>
            <a:r>
              <a:rPr sz="2600" spc="-3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thể</a:t>
            </a:r>
            <a:r>
              <a:rPr sz="2600" spc="-25" dirty="0">
                <a:latin typeface="Tahoma"/>
                <a:cs typeface="Tahoma"/>
              </a:rPr>
              <a:t> </a:t>
            </a:r>
            <a:r>
              <a:rPr sz="2600" spc="75" dirty="0">
                <a:latin typeface="Tahoma"/>
                <a:cs typeface="Tahoma"/>
              </a:rPr>
              <a:t>có</a:t>
            </a:r>
            <a:r>
              <a:rPr sz="2600" spc="-3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nhiều</a:t>
            </a:r>
            <a:r>
              <a:rPr sz="2600" spc="-2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thuộc</a:t>
            </a:r>
            <a:r>
              <a:rPr sz="2600" spc="-20" dirty="0">
                <a:latin typeface="Tahoma"/>
                <a:cs typeface="Tahoma"/>
              </a:rPr>
              <a:t> </a:t>
            </a:r>
            <a:r>
              <a:rPr sz="2600" spc="-10" dirty="0">
                <a:latin typeface="Tahoma"/>
                <a:cs typeface="Tahoma"/>
              </a:rPr>
              <a:t>tính.</a:t>
            </a:r>
            <a:endParaRPr sz="2600">
              <a:latin typeface="Tahoma"/>
              <a:cs typeface="Tahoma"/>
            </a:endParaRPr>
          </a:p>
          <a:p>
            <a:pPr marL="60960">
              <a:lnSpc>
                <a:spcPct val="100000"/>
              </a:lnSpc>
              <a:spcBef>
                <a:spcPts val="865"/>
              </a:spcBef>
            </a:pPr>
            <a:r>
              <a:rPr sz="2600" b="1" dirty="0">
                <a:latin typeface="Arial" panose="020B0604020202020204"/>
                <a:cs typeface="Arial" panose="020B0604020202020204"/>
              </a:rPr>
              <a:t>Cú</a:t>
            </a:r>
            <a:r>
              <a:rPr sz="2600" b="1" spc="40" dirty="0">
                <a:latin typeface="Arial" panose="020B0604020202020204"/>
                <a:cs typeface="Arial" panose="020B0604020202020204"/>
              </a:rPr>
              <a:t> </a:t>
            </a:r>
            <a:r>
              <a:rPr sz="2600" b="1" spc="-10" dirty="0">
                <a:latin typeface="Arial" panose="020B0604020202020204"/>
                <a:cs typeface="Arial" panose="020B0604020202020204"/>
              </a:rPr>
              <a:t>pháp:</a:t>
            </a:r>
            <a:endParaRPr sz="2600">
              <a:latin typeface="Arial" panose="020B0604020202020204"/>
              <a:cs typeface="Arial" panose="020B0604020202020204"/>
            </a:endParaRPr>
          </a:p>
          <a:p>
            <a:pPr marL="60960">
              <a:lnSpc>
                <a:spcPct val="100000"/>
              </a:lnSpc>
              <a:spcBef>
                <a:spcPts val="1575"/>
              </a:spcBef>
            </a:pPr>
            <a:r>
              <a:rPr sz="2600" dirty="0">
                <a:latin typeface="Courier New" panose="02070309020205020404"/>
                <a:cs typeface="Courier New" panose="02070309020205020404"/>
              </a:rPr>
              <a:t>&lt;tagname</a:t>
            </a:r>
            <a:r>
              <a:rPr sz="2600" spc="15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600" dirty="0">
                <a:latin typeface="Courier New" panose="02070309020205020404"/>
                <a:cs typeface="Courier New" panose="02070309020205020404"/>
              </a:rPr>
              <a:t>attribute-name="value"&gt;</a:t>
            </a:r>
            <a:r>
              <a:rPr sz="2600" b="1" dirty="0">
                <a:latin typeface="Courier New" panose="02070309020205020404"/>
                <a:cs typeface="Courier New" panose="02070309020205020404"/>
              </a:rPr>
              <a:t>Nội</a:t>
            </a:r>
            <a:r>
              <a:rPr sz="2600" b="1" spc="15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600" b="1" spc="-10" dirty="0">
                <a:latin typeface="Courier New" panose="02070309020205020404"/>
                <a:cs typeface="Courier New" panose="02070309020205020404"/>
              </a:rPr>
              <a:t>dung...</a:t>
            </a:r>
            <a:r>
              <a:rPr sz="2600" spc="-10" dirty="0">
                <a:latin typeface="Courier New" panose="02070309020205020404"/>
                <a:cs typeface="Courier New" panose="02070309020205020404"/>
              </a:rPr>
              <a:t>&lt;/tagname&gt;</a:t>
            </a:r>
            <a:endParaRPr sz="2600">
              <a:latin typeface="Courier New" panose="02070309020205020404"/>
              <a:cs typeface="Courier New" panose="02070309020205020404"/>
            </a:endParaRPr>
          </a:p>
          <a:p>
            <a:pPr marL="263525">
              <a:lnSpc>
                <a:spcPct val="100000"/>
              </a:lnSpc>
              <a:spcBef>
                <a:spcPts val="1650"/>
              </a:spcBef>
            </a:pPr>
            <a:r>
              <a:rPr sz="2600" dirty="0">
                <a:latin typeface="Tahoma"/>
                <a:cs typeface="Tahoma"/>
              </a:rPr>
              <a:t>Trong</a:t>
            </a:r>
            <a:r>
              <a:rPr sz="2600" spc="35" dirty="0">
                <a:latin typeface="Tahoma"/>
                <a:cs typeface="Tahoma"/>
              </a:rPr>
              <a:t> </a:t>
            </a:r>
            <a:r>
              <a:rPr sz="2600" spc="-25" dirty="0">
                <a:latin typeface="Tahoma"/>
                <a:cs typeface="Tahoma"/>
              </a:rPr>
              <a:t>đó:</a:t>
            </a:r>
            <a:endParaRPr sz="2600">
              <a:latin typeface="Tahoma"/>
              <a:cs typeface="Tahoma"/>
            </a:endParaRPr>
          </a:p>
          <a:p>
            <a:pPr marL="514985">
              <a:lnSpc>
                <a:spcPct val="100000"/>
              </a:lnSpc>
              <a:spcBef>
                <a:spcPts val="1630"/>
              </a:spcBef>
              <a:tabLst>
                <a:tab pos="892175" algn="l"/>
              </a:tabLst>
            </a:pPr>
            <a:r>
              <a:rPr sz="1200" dirty="0">
                <a:latin typeface="Tahoma"/>
                <a:cs typeface="Tahoma"/>
              </a:rPr>
              <a:t>–	</a:t>
            </a:r>
            <a:r>
              <a:rPr sz="2600" dirty="0">
                <a:latin typeface="Courier New" panose="02070309020205020404"/>
                <a:cs typeface="Courier New" panose="02070309020205020404"/>
              </a:rPr>
              <a:t>attribute-name:</a:t>
            </a:r>
            <a:r>
              <a:rPr sz="2600" spc="-80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600" spc="65" dirty="0">
                <a:latin typeface="Tahoma"/>
                <a:cs typeface="Tahoma"/>
              </a:rPr>
              <a:t>Tên</a:t>
            </a:r>
            <a:r>
              <a:rPr sz="2600" spc="-30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thuộc</a:t>
            </a:r>
            <a:r>
              <a:rPr sz="2600" spc="-15" dirty="0">
                <a:latin typeface="Tahoma"/>
                <a:cs typeface="Tahoma"/>
              </a:rPr>
              <a:t> </a:t>
            </a:r>
            <a:r>
              <a:rPr sz="2600" spc="-20" dirty="0">
                <a:latin typeface="Tahoma"/>
                <a:cs typeface="Tahoma"/>
              </a:rPr>
              <a:t>tính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203170" y="7607726"/>
            <a:ext cx="11436350" cy="791210"/>
          </a:xfrm>
          <a:prstGeom prst="rect">
            <a:avLst/>
          </a:prstGeom>
          <a:solidFill>
            <a:srgbClr val="FCEADA"/>
          </a:solidFill>
          <a:ln w="5235">
            <a:solidFill>
              <a:srgbClr val="000000"/>
            </a:solidFill>
          </a:ln>
        </p:spPr>
        <p:txBody>
          <a:bodyPr vert="horz" wrap="square" lIns="0" tIns="226060" rIns="0" bIns="0" rtlCol="0">
            <a:spAutoFit/>
          </a:bodyPr>
          <a:lstStyle/>
          <a:p>
            <a:pPr marL="207645">
              <a:lnSpc>
                <a:spcPct val="100000"/>
              </a:lnSpc>
              <a:spcBef>
                <a:spcPts val="1780"/>
              </a:spcBef>
            </a:pPr>
            <a:r>
              <a:rPr sz="195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&lt;a</a:t>
            </a:r>
            <a:r>
              <a:rPr sz="1950" spc="65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95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href</a:t>
            </a:r>
            <a:r>
              <a:rPr sz="1950" dirty="0">
                <a:latin typeface="Courier New" panose="02070309020205020404"/>
                <a:cs typeface="Courier New" panose="02070309020205020404"/>
              </a:rPr>
              <a:t>=</a:t>
            </a:r>
            <a:r>
              <a:rPr sz="1950" b="1" dirty="0">
                <a:solidFill>
                  <a:srgbClr val="8000FF"/>
                </a:solidFill>
                <a:latin typeface="Courier New" panose="02070309020205020404"/>
                <a:cs typeface="Courier New" panose="02070309020205020404"/>
              </a:rPr>
              <a:t>"https://dainam.edu.vn/"</a:t>
            </a:r>
            <a:r>
              <a:rPr sz="195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&gt;</a:t>
            </a:r>
            <a:r>
              <a:rPr sz="1950" spc="7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950" b="1" dirty="0">
                <a:latin typeface="Courier New" panose="02070309020205020404"/>
                <a:cs typeface="Courier New" panose="02070309020205020404"/>
              </a:rPr>
              <a:t>Truy</a:t>
            </a:r>
            <a:r>
              <a:rPr sz="1950" b="1" spc="7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950" b="1" dirty="0">
                <a:latin typeface="Courier New" panose="02070309020205020404"/>
                <a:cs typeface="Courier New" panose="02070309020205020404"/>
              </a:rPr>
              <a:t>cập</a:t>
            </a:r>
            <a:r>
              <a:rPr sz="1950" b="1" spc="7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950" b="1" dirty="0">
                <a:latin typeface="Courier New" panose="02070309020205020404"/>
                <a:cs typeface="Courier New" panose="02070309020205020404"/>
              </a:rPr>
              <a:t>Đại</a:t>
            </a:r>
            <a:r>
              <a:rPr sz="1950" b="1" spc="6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950" b="1" dirty="0">
                <a:latin typeface="Courier New" panose="02070309020205020404"/>
                <a:cs typeface="Courier New" panose="02070309020205020404"/>
              </a:rPr>
              <a:t>học</a:t>
            </a:r>
            <a:r>
              <a:rPr sz="1950" b="1" spc="7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950" b="1" dirty="0">
                <a:latin typeface="Courier New" panose="02070309020205020404"/>
                <a:cs typeface="Courier New" panose="02070309020205020404"/>
              </a:rPr>
              <a:t>Đại</a:t>
            </a:r>
            <a:r>
              <a:rPr sz="1950" b="1" spc="8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950" b="1" dirty="0">
                <a:latin typeface="Courier New" panose="02070309020205020404"/>
                <a:cs typeface="Courier New" panose="02070309020205020404"/>
              </a:rPr>
              <a:t>Nam</a:t>
            </a:r>
            <a:r>
              <a:rPr sz="1950" b="1" spc="7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950" b="1" dirty="0">
                <a:latin typeface="Courier New" panose="02070309020205020404"/>
                <a:cs typeface="Courier New" panose="02070309020205020404"/>
              </a:rPr>
              <a:t>ngay</a:t>
            </a:r>
            <a:r>
              <a:rPr sz="1950" b="1" spc="7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950" b="1" spc="-10" dirty="0">
                <a:latin typeface="Courier New" panose="02070309020205020404"/>
                <a:cs typeface="Courier New" panose="02070309020205020404"/>
              </a:rPr>
              <a:t>thôi!</a:t>
            </a:r>
            <a:r>
              <a:rPr sz="1950" spc="-1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&lt;/a&gt;</a:t>
            </a:r>
            <a:endParaRPr sz="195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8090" y="7607536"/>
            <a:ext cx="6889750" cy="12319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250825">
              <a:lnSpc>
                <a:spcPct val="152000"/>
              </a:lnSpc>
              <a:spcBef>
                <a:spcPts val="90"/>
              </a:spcBef>
              <a:tabLst>
                <a:tab pos="640715" algn="l"/>
                <a:tab pos="3782060" algn="l"/>
              </a:tabLst>
            </a:pPr>
            <a:r>
              <a:rPr sz="1200" dirty="0">
                <a:latin typeface="Tahoma"/>
                <a:cs typeface="Tahoma"/>
              </a:rPr>
              <a:t>–	</a:t>
            </a:r>
            <a:r>
              <a:rPr sz="2600" spc="-10" dirty="0">
                <a:latin typeface="Courier New" panose="02070309020205020404"/>
                <a:cs typeface="Courier New" panose="02070309020205020404"/>
              </a:rPr>
              <a:t>"value":</a:t>
            </a:r>
            <a:r>
              <a:rPr sz="2600" dirty="0">
                <a:latin typeface="Courier New" panose="02070309020205020404"/>
                <a:cs typeface="Courier New" panose="02070309020205020404"/>
              </a:rPr>
              <a:t>	</a:t>
            </a:r>
            <a:r>
              <a:rPr sz="2600" spc="120" dirty="0">
                <a:latin typeface="Tahoma"/>
                <a:cs typeface="Tahoma"/>
              </a:rPr>
              <a:t>Giá</a:t>
            </a:r>
            <a:r>
              <a:rPr sz="2600" spc="-100" dirty="0">
                <a:latin typeface="Tahoma"/>
                <a:cs typeface="Tahoma"/>
              </a:rPr>
              <a:t> </a:t>
            </a:r>
            <a:r>
              <a:rPr sz="2600" spc="-60" dirty="0">
                <a:latin typeface="Tahoma"/>
                <a:cs typeface="Tahoma"/>
              </a:rPr>
              <a:t>trị</a:t>
            </a:r>
            <a:r>
              <a:rPr sz="2600" spc="-95" dirty="0">
                <a:latin typeface="Tahoma"/>
                <a:cs typeface="Tahoma"/>
              </a:rPr>
              <a:t> </a:t>
            </a:r>
            <a:r>
              <a:rPr sz="2600" spc="75" dirty="0">
                <a:latin typeface="Tahoma"/>
                <a:cs typeface="Tahoma"/>
              </a:rPr>
              <a:t>của</a:t>
            </a:r>
            <a:r>
              <a:rPr sz="2600" spc="-85" dirty="0">
                <a:latin typeface="Tahoma"/>
                <a:cs typeface="Tahoma"/>
              </a:rPr>
              <a:t> </a:t>
            </a:r>
            <a:r>
              <a:rPr sz="2600" dirty="0">
                <a:latin typeface="Tahoma"/>
                <a:cs typeface="Tahoma"/>
              </a:rPr>
              <a:t>thuộc</a:t>
            </a:r>
            <a:r>
              <a:rPr sz="2600" spc="-75" dirty="0">
                <a:latin typeface="Tahoma"/>
                <a:cs typeface="Tahoma"/>
              </a:rPr>
              <a:t> </a:t>
            </a:r>
            <a:r>
              <a:rPr sz="2600" spc="-20" dirty="0">
                <a:latin typeface="Tahoma"/>
                <a:cs typeface="Tahoma"/>
              </a:rPr>
              <a:t>tính </a:t>
            </a:r>
            <a:r>
              <a:rPr sz="2600" spc="160" dirty="0">
                <a:latin typeface="Tahoma"/>
                <a:cs typeface="Tahoma"/>
              </a:rPr>
              <a:t>Ví</a:t>
            </a:r>
            <a:r>
              <a:rPr sz="2600" spc="-80" dirty="0">
                <a:latin typeface="Tahoma"/>
                <a:cs typeface="Tahoma"/>
              </a:rPr>
              <a:t> </a:t>
            </a:r>
            <a:r>
              <a:rPr sz="2600" spc="-25" dirty="0">
                <a:latin typeface="Tahoma"/>
                <a:cs typeface="Tahoma"/>
              </a:rPr>
              <a:t>dụ: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46401" y="8855180"/>
            <a:ext cx="464121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&lt;html</a:t>
            </a:r>
            <a:r>
              <a:rPr sz="2600" spc="6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lang</a:t>
            </a:r>
            <a:r>
              <a:rPr sz="2600" spc="-10" dirty="0">
                <a:latin typeface="Courier New" panose="02070309020205020404"/>
                <a:cs typeface="Courier New" panose="02070309020205020404"/>
              </a:rPr>
              <a:t>=</a:t>
            </a:r>
            <a:r>
              <a:rPr sz="2600" b="1" spc="-10" dirty="0">
                <a:solidFill>
                  <a:srgbClr val="8000FF"/>
                </a:solidFill>
                <a:latin typeface="Courier New" panose="02070309020205020404"/>
                <a:cs typeface="Courier New" panose="02070309020205020404"/>
              </a:rPr>
              <a:t>"vi"</a:t>
            </a:r>
            <a:r>
              <a:rPr sz="2600" spc="-1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&gt;&lt;/html&gt;</a:t>
            </a:r>
            <a:endParaRPr sz="2600">
              <a:latin typeface="Courier New" panose="02070309020205020404"/>
              <a:cs typeface="Courier New" panose="02070309020205020404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  <p:sp>
        <p:nvSpPr>
          <p:cNvPr id="14" name="object 13"/>
          <p:cNvSpPr txBox="1">
            <a:spLocks noGrp="1"/>
          </p:cNvSpPr>
          <p:nvPr>
            <p:ph type="dt" sz="half" idx="6"/>
          </p:nvPr>
        </p:nvSpPr>
        <p:spPr>
          <a:xfrm>
            <a:off x="601345" y="10674350"/>
            <a:ext cx="5245100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85" dirty="0">
                <a:solidFill>
                  <a:schemeClr val="tx1"/>
                </a:solidFill>
              </a:rPr>
              <a:t>THIẾT </a:t>
            </a:r>
            <a:r>
              <a:rPr spc="-110" dirty="0">
                <a:solidFill>
                  <a:schemeClr val="tx1"/>
                </a:solidFill>
              </a:rPr>
              <a:t>KẾ</a:t>
            </a:r>
            <a:r>
              <a:rPr spc="-190" dirty="0">
                <a:solidFill>
                  <a:schemeClr val="tx1"/>
                </a:solidFill>
              </a:rPr>
              <a:t> </a:t>
            </a:r>
            <a:r>
              <a:rPr spc="-110" dirty="0">
                <a:solidFill>
                  <a:schemeClr val="tx1"/>
                </a:solidFill>
              </a:rPr>
              <a:t>WEB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VÀ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45" dirty="0">
                <a:solidFill>
                  <a:schemeClr val="tx1"/>
                </a:solidFill>
              </a:rPr>
              <a:t>TRIỂN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KHAI</a:t>
            </a:r>
            <a:r>
              <a:rPr spc="-200" dirty="0">
                <a:solidFill>
                  <a:schemeClr val="tx1"/>
                </a:solidFill>
              </a:rPr>
              <a:t> </a:t>
            </a:r>
            <a:r>
              <a:rPr spc="-80" dirty="0">
                <a:solidFill>
                  <a:schemeClr val="tx1"/>
                </a:solidFill>
              </a:rPr>
              <a:t>HỆ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95" dirty="0">
                <a:solidFill>
                  <a:schemeClr val="tx1"/>
                </a:solidFill>
              </a:rPr>
              <a:t>THỐNG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75" dirty="0">
                <a:solidFill>
                  <a:schemeClr val="tx1"/>
                </a:solidFill>
              </a:rPr>
              <a:t>PHẦN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25" dirty="0">
                <a:solidFill>
                  <a:schemeClr val="tx1"/>
                </a:solidFill>
              </a:rPr>
              <a:t>MỀM</a:t>
            </a:r>
            <a:endParaRPr spc="-20" dirty="0">
              <a:solidFill>
                <a:schemeClr val="tx1"/>
              </a:solidFill>
            </a:endParaRPr>
          </a:p>
        </p:txBody>
      </p:sp>
      <p:sp>
        <p:nvSpPr>
          <p:cNvPr id="16" name="object 6"/>
          <p:cNvSpPr/>
          <p:nvPr/>
        </p:nvSpPr>
        <p:spPr>
          <a:xfrm>
            <a:off x="523544" y="10447221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8063A1"/>
            </a:solidFill>
          </a:ln>
        </p:spPr>
        <p:txBody>
          <a:bodyPr wrap="square" lIns="0" tIns="0" rIns="0" bIns="0" rtlCol="0"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8050" y="6797675"/>
            <a:ext cx="3235325" cy="2801620"/>
          </a:xfrm>
          <a:prstGeom prst="rect">
            <a:avLst/>
          </a:prstGeom>
        </p:spPr>
        <p:txBody>
          <a:bodyPr vert="horz" wrap="square" lIns="0" tIns="199390" rIns="0" bIns="0" rtlCol="0">
            <a:spAutoFit/>
          </a:bodyPr>
          <a:lstStyle/>
          <a:p>
            <a:pPr marL="431800" indent="-419100">
              <a:lnSpc>
                <a:spcPct val="100000"/>
              </a:lnSpc>
              <a:spcBef>
                <a:spcPts val="1570"/>
              </a:spcBef>
              <a:buSzPct val="50000"/>
              <a:buFont typeface="Tahoma"/>
              <a:buChar char="•"/>
              <a:tabLst>
                <a:tab pos="431800" algn="l"/>
              </a:tabLst>
            </a:pPr>
            <a:r>
              <a:rPr sz="2400" spc="-320" dirty="0">
                <a:latin typeface="Tahoma"/>
                <a:cs typeface="Tahoma"/>
              </a:rPr>
              <a:t>&lt;h2&gt;&lt;/h2&gt;</a:t>
            </a:r>
            <a:endParaRPr sz="2400">
              <a:latin typeface="Tahoma"/>
              <a:cs typeface="Tahoma"/>
            </a:endParaRPr>
          </a:p>
          <a:p>
            <a:pPr marL="431800" indent="-419100">
              <a:lnSpc>
                <a:spcPct val="100000"/>
              </a:lnSpc>
              <a:spcBef>
                <a:spcPts val="1475"/>
              </a:spcBef>
              <a:buSzPct val="50000"/>
              <a:buChar char="•"/>
              <a:tabLst>
                <a:tab pos="431800" algn="l"/>
              </a:tabLst>
            </a:pPr>
            <a:r>
              <a:rPr sz="2400" spc="-320" dirty="0">
                <a:latin typeface="Tahoma"/>
                <a:cs typeface="Tahoma"/>
              </a:rPr>
              <a:t>&lt;h3&gt;&lt;/h3&gt;</a:t>
            </a:r>
            <a:endParaRPr sz="2400">
              <a:latin typeface="Tahoma"/>
              <a:cs typeface="Tahoma"/>
            </a:endParaRPr>
          </a:p>
          <a:p>
            <a:pPr marL="431800" indent="-419100">
              <a:lnSpc>
                <a:spcPct val="100000"/>
              </a:lnSpc>
              <a:spcBef>
                <a:spcPts val="1470"/>
              </a:spcBef>
              <a:buSzPct val="50000"/>
              <a:buChar char="•"/>
              <a:tabLst>
                <a:tab pos="431800" algn="l"/>
              </a:tabLst>
            </a:pPr>
            <a:r>
              <a:rPr sz="2400" spc="-320" dirty="0">
                <a:latin typeface="Tahoma"/>
                <a:cs typeface="Tahoma"/>
              </a:rPr>
              <a:t>&lt;h4&gt;&lt;/h4&gt;</a:t>
            </a:r>
            <a:endParaRPr sz="2400">
              <a:latin typeface="Tahoma"/>
              <a:cs typeface="Tahoma"/>
            </a:endParaRPr>
          </a:p>
          <a:p>
            <a:pPr marL="431800" indent="-419100">
              <a:lnSpc>
                <a:spcPct val="100000"/>
              </a:lnSpc>
              <a:spcBef>
                <a:spcPts val="1475"/>
              </a:spcBef>
              <a:buSzPct val="50000"/>
              <a:buChar char="•"/>
              <a:tabLst>
                <a:tab pos="431800" algn="l"/>
              </a:tabLst>
            </a:pPr>
            <a:r>
              <a:rPr sz="2400" spc="-320" dirty="0">
                <a:latin typeface="Tahoma"/>
                <a:cs typeface="Tahoma"/>
              </a:rPr>
              <a:t>&lt;h5&gt;&lt;/h5&gt;</a:t>
            </a:r>
            <a:endParaRPr sz="2400">
              <a:latin typeface="Tahoma"/>
              <a:cs typeface="Tahoma"/>
            </a:endParaRPr>
          </a:p>
          <a:p>
            <a:pPr marL="431800" indent="-419100">
              <a:lnSpc>
                <a:spcPct val="100000"/>
              </a:lnSpc>
              <a:spcBef>
                <a:spcPts val="1475"/>
              </a:spcBef>
              <a:buSzPct val="50000"/>
              <a:buChar char="•"/>
              <a:tabLst>
                <a:tab pos="431800" algn="l"/>
              </a:tabLst>
            </a:pPr>
            <a:r>
              <a:rPr sz="2400" spc="-310" dirty="0">
                <a:latin typeface="Tahoma"/>
                <a:cs typeface="Tahoma"/>
              </a:rPr>
              <a:t>&lt;h6&gt;&lt;/h6&gt;: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70289" y="7712140"/>
            <a:ext cx="3629660" cy="3943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00" spc="-190" dirty="0">
                <a:latin typeface="Tahoma"/>
                <a:cs typeface="Tahoma"/>
              </a:rPr>
              <a:t>Thẻ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90" dirty="0">
                <a:latin typeface="Tahoma"/>
                <a:cs typeface="Tahoma"/>
              </a:rPr>
              <a:t>tiêu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130" dirty="0">
                <a:latin typeface="Tahoma"/>
                <a:cs typeface="Tahoma"/>
              </a:rPr>
              <a:t>đề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55" dirty="0">
                <a:latin typeface="Tahoma"/>
                <a:cs typeface="Tahoma"/>
              </a:rPr>
              <a:t>ít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114" dirty="0">
                <a:latin typeface="Tahoma"/>
                <a:cs typeface="Tahoma"/>
              </a:rPr>
              <a:t>quan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135" dirty="0">
                <a:latin typeface="Tahoma"/>
                <a:cs typeface="Tahoma"/>
              </a:rPr>
              <a:t>trọng</a:t>
            </a:r>
            <a:r>
              <a:rPr sz="2400" spc="-295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nhất.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484" dirty="0"/>
              <a:t>CHƯƠNG</a:t>
            </a:r>
            <a:r>
              <a:rPr spc="-580" dirty="0"/>
              <a:t> </a:t>
            </a:r>
            <a:r>
              <a:rPr spc="-919" dirty="0"/>
              <a:t>II:</a:t>
            </a:r>
            <a:r>
              <a:rPr spc="-575" dirty="0"/>
              <a:t> </a:t>
            </a:r>
            <a:r>
              <a:rPr spc="-715" dirty="0"/>
              <a:t>HTML</a:t>
            </a:r>
            <a:r>
              <a:rPr spc="-585" dirty="0"/>
              <a:t> </a:t>
            </a:r>
            <a:r>
              <a:rPr spc="-905" dirty="0"/>
              <a:t>&amp;</a:t>
            </a:r>
            <a:r>
              <a:rPr spc="-580" dirty="0"/>
              <a:t> </a:t>
            </a:r>
            <a:r>
              <a:rPr spc="-715" dirty="0"/>
              <a:t>HTML5</a:t>
            </a:r>
            <a:endParaRPr spc="-715" dirty="0"/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71926" y="2201978"/>
            <a:ext cx="9552239" cy="2845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-539610" y="2377955"/>
            <a:ext cx="18315940" cy="4232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36750">
              <a:lnSpc>
                <a:spcPct val="100000"/>
              </a:lnSpc>
              <a:spcBef>
                <a:spcPts val="100"/>
              </a:spcBef>
            </a:pPr>
            <a:r>
              <a:rPr sz="4000" b="1" spc="-465" dirty="0">
                <a:latin typeface="Tahoma"/>
                <a:cs typeface="Tahoma"/>
              </a:rPr>
              <a:t>2.3</a:t>
            </a:r>
            <a:r>
              <a:rPr sz="4000" b="1" spc="-495" dirty="0">
                <a:latin typeface="Tahoma"/>
                <a:cs typeface="Tahoma"/>
              </a:rPr>
              <a:t> </a:t>
            </a:r>
            <a:r>
              <a:rPr sz="4000" b="1" spc="-265" dirty="0">
                <a:latin typeface="Tahoma"/>
                <a:cs typeface="Tahoma"/>
              </a:rPr>
              <a:t>Các</a:t>
            </a:r>
            <a:r>
              <a:rPr sz="4000" b="1" spc="-490" dirty="0">
                <a:latin typeface="Tahoma"/>
                <a:cs typeface="Tahoma"/>
              </a:rPr>
              <a:t> </a:t>
            </a:r>
            <a:r>
              <a:rPr sz="4000" b="1" spc="-459" dirty="0">
                <a:latin typeface="Tahoma"/>
                <a:cs typeface="Tahoma"/>
              </a:rPr>
              <a:t>thẻ</a:t>
            </a:r>
            <a:r>
              <a:rPr sz="4000" b="1" spc="-495" dirty="0">
                <a:latin typeface="Tahoma"/>
                <a:cs typeface="Tahoma"/>
              </a:rPr>
              <a:t> </a:t>
            </a:r>
            <a:r>
              <a:rPr sz="4000" b="1" spc="-630" dirty="0">
                <a:latin typeface="Tahoma"/>
                <a:cs typeface="Tahoma"/>
              </a:rPr>
              <a:t>HTML</a:t>
            </a:r>
            <a:r>
              <a:rPr sz="4000" b="1" spc="-490" dirty="0">
                <a:latin typeface="Tahoma"/>
                <a:cs typeface="Tahoma"/>
              </a:rPr>
              <a:t> </a:t>
            </a:r>
            <a:r>
              <a:rPr sz="4000" b="1" spc="-545" dirty="0">
                <a:latin typeface="Tahoma"/>
                <a:cs typeface="Tahoma"/>
              </a:rPr>
              <a:t>thông</a:t>
            </a:r>
            <a:r>
              <a:rPr sz="4000" b="1" spc="-500" dirty="0">
                <a:latin typeface="Tahoma"/>
                <a:cs typeface="Tahoma"/>
              </a:rPr>
              <a:t> </a:t>
            </a:r>
            <a:r>
              <a:rPr sz="4000" b="1" spc="-580" dirty="0">
                <a:latin typeface="Tahoma"/>
                <a:cs typeface="Tahoma"/>
              </a:rPr>
              <a:t>dụng</a:t>
            </a:r>
            <a:endParaRPr sz="4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4000">
              <a:latin typeface="Tahoma"/>
              <a:cs typeface="Tahoma"/>
            </a:endParaRPr>
          </a:p>
          <a:p>
            <a:pPr marL="641985" indent="-629285">
              <a:lnSpc>
                <a:spcPct val="100000"/>
              </a:lnSpc>
              <a:buSzPct val="36000"/>
              <a:buFont typeface="Wingdings"/>
              <a:buChar char=""/>
              <a:tabLst>
                <a:tab pos="641985" algn="l"/>
              </a:tabLst>
            </a:pPr>
            <a:r>
              <a:rPr sz="3200" b="1" spc="-335" dirty="0">
                <a:latin typeface="Tahoma"/>
                <a:cs typeface="Tahoma"/>
              </a:rPr>
              <a:t>Headings</a:t>
            </a:r>
            <a:r>
              <a:rPr sz="3200" b="1" spc="-365" dirty="0">
                <a:latin typeface="Tahoma"/>
                <a:cs typeface="Tahoma"/>
              </a:rPr>
              <a:t> </a:t>
            </a:r>
            <a:r>
              <a:rPr sz="3200" b="1" spc="-335" dirty="0">
                <a:latin typeface="Tahoma"/>
                <a:cs typeface="Tahoma"/>
              </a:rPr>
              <a:t>(tiêu</a:t>
            </a:r>
            <a:r>
              <a:rPr sz="3200" b="1" spc="-355" dirty="0">
                <a:latin typeface="Tahoma"/>
                <a:cs typeface="Tahoma"/>
              </a:rPr>
              <a:t> </a:t>
            </a:r>
            <a:r>
              <a:rPr sz="3200" b="1" spc="-395" dirty="0">
                <a:latin typeface="Tahoma"/>
                <a:cs typeface="Tahoma"/>
              </a:rPr>
              <a:t>đề)</a:t>
            </a:r>
            <a:endParaRPr sz="3200">
              <a:latin typeface="Tahoma"/>
              <a:cs typeface="Tahoma"/>
            </a:endParaRPr>
          </a:p>
          <a:p>
            <a:pPr marL="806450">
              <a:lnSpc>
                <a:spcPct val="100000"/>
              </a:lnSpc>
              <a:spcBef>
                <a:spcPts val="1975"/>
              </a:spcBef>
              <a:tabLst>
                <a:tab pos="1434465" algn="l"/>
              </a:tabLst>
            </a:pPr>
            <a:r>
              <a:rPr sz="1000" spc="-50" dirty="0">
                <a:latin typeface="Times New Roman" panose="02020603050405020304"/>
                <a:cs typeface="Times New Roman" panose="02020603050405020304"/>
              </a:rPr>
              <a:t>−</a:t>
            </a:r>
            <a:r>
              <a:rPr sz="10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-140" dirty="0">
                <a:latin typeface="Tahoma"/>
                <a:cs typeface="Tahoma"/>
              </a:rPr>
              <a:t>Là</a:t>
            </a:r>
            <a:r>
              <a:rPr sz="3200" spc="-400" dirty="0">
                <a:latin typeface="Tahoma"/>
                <a:cs typeface="Tahoma"/>
              </a:rPr>
              <a:t> </a:t>
            </a:r>
            <a:r>
              <a:rPr sz="3200" spc="-215" dirty="0">
                <a:latin typeface="Tahoma"/>
                <a:cs typeface="Tahoma"/>
              </a:rPr>
              <a:t>những</a:t>
            </a:r>
            <a:r>
              <a:rPr sz="3200" spc="-390" dirty="0">
                <a:latin typeface="Tahoma"/>
                <a:cs typeface="Tahoma"/>
              </a:rPr>
              <a:t> </a:t>
            </a:r>
            <a:r>
              <a:rPr sz="3200" spc="-120" dirty="0">
                <a:latin typeface="Tahoma"/>
                <a:cs typeface="Tahoma"/>
              </a:rPr>
              <a:t>tiêu</a:t>
            </a:r>
            <a:r>
              <a:rPr sz="3200" spc="-395" dirty="0">
                <a:latin typeface="Tahoma"/>
                <a:cs typeface="Tahoma"/>
              </a:rPr>
              <a:t> </a:t>
            </a:r>
            <a:r>
              <a:rPr sz="3200" spc="-190" dirty="0">
                <a:latin typeface="Tahoma"/>
                <a:cs typeface="Tahoma"/>
              </a:rPr>
              <a:t>đề</a:t>
            </a:r>
            <a:r>
              <a:rPr sz="3200" spc="-385" dirty="0">
                <a:latin typeface="Tahoma"/>
                <a:cs typeface="Tahoma"/>
              </a:rPr>
              <a:t> </a:t>
            </a:r>
            <a:r>
              <a:rPr sz="3200" spc="-110" dirty="0">
                <a:latin typeface="Tahoma"/>
                <a:cs typeface="Tahoma"/>
              </a:rPr>
              <a:t>hoặc</a:t>
            </a:r>
            <a:r>
              <a:rPr sz="3200" spc="-395" dirty="0">
                <a:latin typeface="Tahoma"/>
                <a:cs typeface="Tahoma"/>
              </a:rPr>
              <a:t> </a:t>
            </a:r>
            <a:r>
              <a:rPr sz="3200" spc="-175" dirty="0">
                <a:latin typeface="Tahoma"/>
                <a:cs typeface="Tahoma"/>
              </a:rPr>
              <a:t>phụ</a:t>
            </a:r>
            <a:r>
              <a:rPr sz="3200" spc="-395" dirty="0">
                <a:latin typeface="Tahoma"/>
                <a:cs typeface="Tahoma"/>
              </a:rPr>
              <a:t> </a:t>
            </a:r>
            <a:r>
              <a:rPr sz="3200" spc="-190" dirty="0">
                <a:latin typeface="Tahoma"/>
                <a:cs typeface="Tahoma"/>
              </a:rPr>
              <a:t>đề</a:t>
            </a:r>
            <a:r>
              <a:rPr sz="3200" spc="-395" dirty="0">
                <a:latin typeface="Tahoma"/>
                <a:cs typeface="Tahoma"/>
              </a:rPr>
              <a:t> </a:t>
            </a:r>
            <a:r>
              <a:rPr sz="3200" spc="-140" dirty="0">
                <a:latin typeface="Tahoma"/>
                <a:cs typeface="Tahoma"/>
              </a:rPr>
              <a:t>hiển</a:t>
            </a:r>
            <a:r>
              <a:rPr sz="3200" spc="-390" dirty="0">
                <a:latin typeface="Tahoma"/>
                <a:cs typeface="Tahoma"/>
              </a:rPr>
              <a:t> </a:t>
            </a:r>
            <a:r>
              <a:rPr sz="3200" spc="-120" dirty="0">
                <a:latin typeface="Tahoma"/>
                <a:cs typeface="Tahoma"/>
              </a:rPr>
              <a:t>thị</a:t>
            </a:r>
            <a:r>
              <a:rPr sz="3200" spc="-395" dirty="0">
                <a:latin typeface="Tahoma"/>
                <a:cs typeface="Tahoma"/>
              </a:rPr>
              <a:t> </a:t>
            </a:r>
            <a:r>
              <a:rPr sz="3200" spc="-170" dirty="0">
                <a:latin typeface="Tahoma"/>
                <a:cs typeface="Tahoma"/>
              </a:rPr>
              <a:t>trên</a:t>
            </a:r>
            <a:r>
              <a:rPr sz="3200" spc="-400" dirty="0">
                <a:latin typeface="Tahoma"/>
                <a:cs typeface="Tahoma"/>
              </a:rPr>
              <a:t> </a:t>
            </a:r>
            <a:r>
              <a:rPr sz="3200" spc="-20" dirty="0">
                <a:latin typeface="Tahoma"/>
                <a:cs typeface="Tahoma"/>
              </a:rPr>
              <a:t>web.</a:t>
            </a:r>
            <a:endParaRPr sz="3200">
              <a:latin typeface="Tahoma"/>
              <a:cs typeface="Tahoma"/>
            </a:endParaRPr>
          </a:p>
          <a:p>
            <a:pPr marL="806450">
              <a:lnSpc>
                <a:spcPct val="100000"/>
              </a:lnSpc>
              <a:spcBef>
                <a:spcPts val="1980"/>
              </a:spcBef>
              <a:tabLst>
                <a:tab pos="1434465" algn="l"/>
              </a:tabLst>
            </a:pPr>
            <a:r>
              <a:rPr sz="1000" spc="-50" dirty="0">
                <a:latin typeface="Times New Roman" panose="02020603050405020304"/>
                <a:cs typeface="Times New Roman" panose="02020603050405020304"/>
              </a:rPr>
              <a:t>−</a:t>
            </a:r>
            <a:r>
              <a:rPr sz="10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3200" spc="-25" dirty="0">
                <a:latin typeface="Tahoma"/>
                <a:cs typeface="Tahoma"/>
              </a:rPr>
              <a:t>Có</a:t>
            </a:r>
            <a:r>
              <a:rPr sz="3200" spc="-405" dirty="0">
                <a:latin typeface="Tahoma"/>
                <a:cs typeface="Tahoma"/>
              </a:rPr>
              <a:t> </a:t>
            </a:r>
            <a:r>
              <a:rPr sz="3200" spc="-150" dirty="0">
                <a:latin typeface="Tahoma"/>
                <a:cs typeface="Tahoma"/>
              </a:rPr>
              <a:t>6</a:t>
            </a:r>
            <a:r>
              <a:rPr sz="3200" spc="-405" dirty="0">
                <a:latin typeface="Tahoma"/>
                <a:cs typeface="Tahoma"/>
              </a:rPr>
              <a:t> </a:t>
            </a:r>
            <a:r>
              <a:rPr sz="3200" spc="-165" dirty="0">
                <a:latin typeface="Tahoma"/>
                <a:cs typeface="Tahoma"/>
              </a:rPr>
              <a:t>thẻ</a:t>
            </a:r>
            <a:r>
              <a:rPr sz="3200" spc="-405" dirty="0">
                <a:latin typeface="Tahoma"/>
                <a:cs typeface="Tahoma"/>
              </a:rPr>
              <a:t> </a:t>
            </a:r>
            <a:r>
              <a:rPr sz="3200" spc="-60" dirty="0">
                <a:latin typeface="Tahoma"/>
                <a:cs typeface="Tahoma"/>
              </a:rPr>
              <a:t>heading:</a:t>
            </a:r>
            <a:endParaRPr sz="3200">
              <a:latin typeface="Tahoma"/>
              <a:cs typeface="Tahoma"/>
            </a:endParaRPr>
          </a:p>
          <a:p>
            <a:pPr marL="2085340" marR="5080" lvl="1" indent="-419735">
              <a:lnSpc>
                <a:spcPct val="151000"/>
              </a:lnSpc>
              <a:spcBef>
                <a:spcPts val="215"/>
              </a:spcBef>
              <a:buSzPct val="50000"/>
              <a:buChar char="•"/>
              <a:tabLst>
                <a:tab pos="2084705" algn="l"/>
                <a:tab pos="4213225" algn="l"/>
              </a:tabLst>
            </a:pPr>
            <a:r>
              <a:rPr sz="2000" spc="-310" dirty="0">
                <a:latin typeface="Tahoma"/>
                <a:cs typeface="Tahoma"/>
              </a:rPr>
              <a:t>&lt;h1&gt;&lt;/h1&gt;:</a:t>
            </a:r>
            <a:r>
              <a:rPr sz="2000" dirty="0">
                <a:latin typeface="Tahoma"/>
                <a:cs typeface="Tahoma"/>
              </a:rPr>
              <a:t>	</a:t>
            </a:r>
            <a:r>
              <a:rPr sz="2000" spc="-190" dirty="0">
                <a:latin typeface="Tahoma"/>
                <a:cs typeface="Tahoma"/>
              </a:rPr>
              <a:t>Thẻ</a:t>
            </a:r>
            <a:r>
              <a:rPr sz="2000" spc="-280" dirty="0">
                <a:latin typeface="Tahoma"/>
                <a:cs typeface="Tahoma"/>
              </a:rPr>
              <a:t> </a:t>
            </a:r>
            <a:r>
              <a:rPr sz="2000" spc="-90" dirty="0">
                <a:latin typeface="Tahoma"/>
                <a:cs typeface="Tahoma"/>
              </a:rPr>
              <a:t>tiêu</a:t>
            </a:r>
            <a:r>
              <a:rPr sz="2000" spc="-275" dirty="0">
                <a:latin typeface="Tahoma"/>
                <a:cs typeface="Tahoma"/>
              </a:rPr>
              <a:t> </a:t>
            </a:r>
            <a:r>
              <a:rPr sz="2000" spc="-130" dirty="0">
                <a:latin typeface="Tahoma"/>
                <a:cs typeface="Tahoma"/>
              </a:rPr>
              <a:t>đề</a:t>
            </a:r>
            <a:r>
              <a:rPr sz="2000" spc="-275" dirty="0">
                <a:latin typeface="Tahoma"/>
                <a:cs typeface="Tahoma"/>
              </a:rPr>
              <a:t> </a:t>
            </a:r>
            <a:r>
              <a:rPr sz="2000" spc="-114" dirty="0">
                <a:latin typeface="Tahoma"/>
                <a:cs typeface="Tahoma"/>
              </a:rPr>
              <a:t>quan</a:t>
            </a:r>
            <a:r>
              <a:rPr sz="2000" spc="-275" dirty="0">
                <a:latin typeface="Tahoma"/>
                <a:cs typeface="Tahoma"/>
              </a:rPr>
              <a:t> </a:t>
            </a:r>
            <a:r>
              <a:rPr sz="2000" spc="-145" dirty="0">
                <a:latin typeface="Tahoma"/>
                <a:cs typeface="Tahoma"/>
              </a:rPr>
              <a:t>trọng</a:t>
            </a:r>
            <a:r>
              <a:rPr sz="2000" spc="-280" dirty="0">
                <a:latin typeface="Tahoma"/>
                <a:cs typeface="Tahoma"/>
              </a:rPr>
              <a:t> </a:t>
            </a:r>
            <a:r>
              <a:rPr sz="2000" spc="-110" dirty="0">
                <a:latin typeface="Tahoma"/>
                <a:cs typeface="Tahoma"/>
              </a:rPr>
              <a:t>nhất.</a:t>
            </a:r>
            <a:r>
              <a:rPr sz="2000" spc="-290" dirty="0">
                <a:latin typeface="Tahoma"/>
                <a:cs typeface="Tahoma"/>
              </a:rPr>
              <a:t> </a:t>
            </a:r>
            <a:r>
              <a:rPr sz="2000" spc="-85" dirty="0">
                <a:latin typeface="Tahoma"/>
                <a:cs typeface="Tahoma"/>
              </a:rPr>
              <a:t>Mỗi</a:t>
            </a:r>
            <a:r>
              <a:rPr sz="2000" spc="-275" dirty="0">
                <a:latin typeface="Tahoma"/>
                <a:cs typeface="Tahoma"/>
              </a:rPr>
              <a:t> </a:t>
            </a:r>
            <a:r>
              <a:rPr sz="2000" spc="-150" dirty="0">
                <a:latin typeface="Tahoma"/>
                <a:cs typeface="Tahoma"/>
              </a:rPr>
              <a:t>trang</a:t>
            </a:r>
            <a:r>
              <a:rPr sz="2000" spc="-275" dirty="0">
                <a:latin typeface="Tahoma"/>
                <a:cs typeface="Tahoma"/>
              </a:rPr>
              <a:t> </a:t>
            </a:r>
            <a:r>
              <a:rPr sz="2000" spc="-40" dirty="0">
                <a:latin typeface="Tahoma"/>
                <a:cs typeface="Tahoma"/>
              </a:rPr>
              <a:t>chỉ</a:t>
            </a:r>
            <a:r>
              <a:rPr sz="2000" spc="-290" dirty="0">
                <a:latin typeface="Tahoma"/>
                <a:cs typeface="Tahoma"/>
              </a:rPr>
              <a:t> </a:t>
            </a:r>
            <a:r>
              <a:rPr sz="2000" spc="-30" dirty="0">
                <a:latin typeface="Tahoma"/>
                <a:cs typeface="Tahoma"/>
              </a:rPr>
              <a:t>có</a:t>
            </a:r>
            <a:r>
              <a:rPr sz="2000" spc="-275" dirty="0">
                <a:latin typeface="Tahoma"/>
                <a:cs typeface="Tahoma"/>
              </a:rPr>
              <a:t> </a:t>
            </a:r>
            <a:r>
              <a:rPr sz="2000" spc="-100" dirty="0">
                <a:latin typeface="Tahoma"/>
                <a:cs typeface="Tahoma"/>
              </a:rPr>
              <a:t>1</a:t>
            </a:r>
            <a:r>
              <a:rPr sz="2000" spc="-275" dirty="0">
                <a:latin typeface="Tahoma"/>
                <a:cs typeface="Tahoma"/>
              </a:rPr>
              <a:t> </a:t>
            </a:r>
            <a:r>
              <a:rPr sz="2000" spc="-114" dirty="0">
                <a:latin typeface="Tahoma"/>
                <a:cs typeface="Tahoma"/>
              </a:rPr>
              <a:t>thẻ</a:t>
            </a:r>
            <a:r>
              <a:rPr sz="2000" spc="-285" dirty="0">
                <a:latin typeface="Tahoma"/>
                <a:cs typeface="Tahoma"/>
              </a:rPr>
              <a:t> </a:t>
            </a:r>
            <a:r>
              <a:rPr sz="2000" spc="-110" dirty="0">
                <a:latin typeface="Tahoma"/>
                <a:cs typeface="Tahoma"/>
              </a:rPr>
              <a:t>h1.</a:t>
            </a:r>
            <a:r>
              <a:rPr sz="2000" spc="-280" dirty="0">
                <a:latin typeface="Tahoma"/>
                <a:cs typeface="Tahoma"/>
              </a:rPr>
              <a:t> </a:t>
            </a:r>
            <a:r>
              <a:rPr sz="2000" spc="-95" dirty="0">
                <a:latin typeface="Tahoma"/>
                <a:cs typeface="Tahoma"/>
              </a:rPr>
              <a:t>Nếu</a:t>
            </a:r>
            <a:r>
              <a:rPr sz="2000" spc="-275" dirty="0">
                <a:latin typeface="Tahoma"/>
                <a:cs typeface="Tahoma"/>
              </a:rPr>
              <a:t> </a:t>
            </a:r>
            <a:r>
              <a:rPr sz="2000" spc="-100" dirty="0">
                <a:latin typeface="Tahoma"/>
                <a:cs typeface="Tahoma"/>
              </a:rPr>
              <a:t>1</a:t>
            </a:r>
            <a:r>
              <a:rPr sz="2000" spc="-275" dirty="0">
                <a:latin typeface="Tahoma"/>
                <a:cs typeface="Tahoma"/>
              </a:rPr>
              <a:t> </a:t>
            </a:r>
            <a:r>
              <a:rPr sz="2000" spc="-150" dirty="0">
                <a:latin typeface="Tahoma"/>
                <a:cs typeface="Tahoma"/>
              </a:rPr>
              <a:t>trang</a:t>
            </a:r>
            <a:r>
              <a:rPr sz="2000" spc="-285" dirty="0">
                <a:latin typeface="Tahoma"/>
                <a:cs typeface="Tahoma"/>
              </a:rPr>
              <a:t> </a:t>
            </a:r>
            <a:r>
              <a:rPr sz="2000" spc="-30" dirty="0">
                <a:latin typeface="Tahoma"/>
                <a:cs typeface="Tahoma"/>
              </a:rPr>
              <a:t>có</a:t>
            </a:r>
            <a:r>
              <a:rPr sz="2000" spc="-280" dirty="0">
                <a:latin typeface="Tahoma"/>
                <a:cs typeface="Tahoma"/>
              </a:rPr>
              <a:t> </a:t>
            </a:r>
            <a:r>
              <a:rPr sz="2000" spc="-105" dirty="0">
                <a:latin typeface="Tahoma"/>
                <a:cs typeface="Tahoma"/>
              </a:rPr>
              <a:t>nhiều</a:t>
            </a:r>
            <a:r>
              <a:rPr sz="2000" spc="-275" dirty="0">
                <a:latin typeface="Tahoma"/>
                <a:cs typeface="Tahoma"/>
              </a:rPr>
              <a:t> </a:t>
            </a:r>
            <a:r>
              <a:rPr sz="2000" spc="-114" dirty="0">
                <a:latin typeface="Tahoma"/>
                <a:cs typeface="Tahoma"/>
              </a:rPr>
              <a:t>thẻ</a:t>
            </a:r>
            <a:r>
              <a:rPr sz="2000" spc="-275" dirty="0">
                <a:latin typeface="Tahoma"/>
                <a:cs typeface="Tahoma"/>
              </a:rPr>
              <a:t> </a:t>
            </a:r>
            <a:r>
              <a:rPr sz="2000" spc="-114" dirty="0">
                <a:latin typeface="Tahoma"/>
                <a:cs typeface="Tahoma"/>
              </a:rPr>
              <a:t>h1</a:t>
            </a:r>
            <a:r>
              <a:rPr sz="2000" spc="-290" dirty="0">
                <a:latin typeface="Tahoma"/>
                <a:cs typeface="Tahoma"/>
              </a:rPr>
              <a:t> </a:t>
            </a:r>
            <a:r>
              <a:rPr sz="2000" spc="-75" dirty="0">
                <a:latin typeface="Tahoma"/>
                <a:cs typeface="Tahoma"/>
              </a:rPr>
              <a:t>thì</a:t>
            </a:r>
            <a:r>
              <a:rPr sz="2000" spc="-280" dirty="0">
                <a:latin typeface="Tahoma"/>
                <a:cs typeface="Tahoma"/>
              </a:rPr>
              <a:t> </a:t>
            </a:r>
            <a:r>
              <a:rPr sz="2000" spc="-150" dirty="0">
                <a:latin typeface="Tahoma"/>
                <a:cs typeface="Tahoma"/>
              </a:rPr>
              <a:t>web</a:t>
            </a:r>
            <a:r>
              <a:rPr sz="2000" spc="-275" dirty="0">
                <a:latin typeface="Tahoma"/>
                <a:cs typeface="Tahoma"/>
              </a:rPr>
              <a:t> </a:t>
            </a:r>
            <a:r>
              <a:rPr sz="2000" spc="-145" dirty="0">
                <a:latin typeface="Tahoma"/>
                <a:cs typeface="Tahoma"/>
              </a:rPr>
              <a:t>vẫn</a:t>
            </a:r>
            <a:r>
              <a:rPr sz="2000" spc="-275" dirty="0">
                <a:latin typeface="Tahoma"/>
                <a:cs typeface="Tahoma"/>
              </a:rPr>
              <a:t> </a:t>
            </a:r>
            <a:r>
              <a:rPr sz="2000" spc="-95" dirty="0">
                <a:latin typeface="Tahoma"/>
                <a:cs typeface="Tahoma"/>
              </a:rPr>
              <a:t>chạy</a:t>
            </a:r>
            <a:r>
              <a:rPr sz="2000" spc="-275" dirty="0">
                <a:latin typeface="Tahoma"/>
                <a:cs typeface="Tahoma"/>
              </a:rPr>
              <a:t> </a:t>
            </a:r>
            <a:r>
              <a:rPr sz="2000" spc="-155" dirty="0">
                <a:latin typeface="Tahoma"/>
                <a:cs typeface="Tahoma"/>
              </a:rPr>
              <a:t>nhưng</a:t>
            </a:r>
            <a:r>
              <a:rPr sz="2000" spc="-290" dirty="0">
                <a:latin typeface="Tahoma"/>
                <a:cs typeface="Tahoma"/>
              </a:rPr>
              <a:t> </a:t>
            </a:r>
            <a:r>
              <a:rPr sz="2000" spc="-135" dirty="0">
                <a:latin typeface="Tahoma"/>
                <a:cs typeface="Tahoma"/>
              </a:rPr>
              <a:t>như</a:t>
            </a:r>
            <a:r>
              <a:rPr sz="2000" spc="-285" dirty="0">
                <a:latin typeface="Tahoma"/>
                <a:cs typeface="Tahoma"/>
              </a:rPr>
              <a:t> </a:t>
            </a:r>
            <a:r>
              <a:rPr sz="2000" spc="-180" dirty="0">
                <a:latin typeface="Tahoma"/>
                <a:cs typeface="Tahoma"/>
              </a:rPr>
              <a:t>vậy</a:t>
            </a:r>
            <a:r>
              <a:rPr sz="2000" spc="-275" dirty="0">
                <a:latin typeface="Tahoma"/>
                <a:cs typeface="Tahoma"/>
              </a:rPr>
              <a:t> </a:t>
            </a:r>
            <a:r>
              <a:rPr sz="2000" spc="-25" dirty="0">
                <a:latin typeface="Tahoma"/>
                <a:cs typeface="Tahoma"/>
              </a:rPr>
              <a:t>sẽ </a:t>
            </a:r>
            <a:r>
              <a:rPr sz="2000" spc="-150" dirty="0">
                <a:latin typeface="Tahoma"/>
                <a:cs typeface="Tahoma"/>
              </a:rPr>
              <a:t>không</a:t>
            </a:r>
            <a:r>
              <a:rPr sz="2000" spc="-275" dirty="0">
                <a:latin typeface="Tahoma"/>
                <a:cs typeface="Tahoma"/>
              </a:rPr>
              <a:t> </a:t>
            </a:r>
            <a:r>
              <a:rPr sz="2000" spc="-85" dirty="0">
                <a:latin typeface="Tahoma"/>
                <a:cs typeface="Tahoma"/>
              </a:rPr>
              <a:t>chuẩn</a:t>
            </a:r>
            <a:r>
              <a:rPr sz="2000" spc="-260" dirty="0">
                <a:latin typeface="Tahoma"/>
                <a:cs typeface="Tahoma"/>
              </a:rPr>
              <a:t> </a:t>
            </a:r>
            <a:r>
              <a:rPr sz="2000" spc="-20" dirty="0">
                <a:latin typeface="Tahoma"/>
                <a:cs typeface="Tahoma"/>
              </a:rPr>
              <a:t>SEO.</a:t>
            </a:r>
            <a:endParaRPr sz="2000" spc="-20" dirty="0">
              <a:latin typeface="Tahoma"/>
              <a:cs typeface="Tahoma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  <p:sp>
        <p:nvSpPr>
          <p:cNvPr id="10" name="object 13"/>
          <p:cNvSpPr txBox="1">
            <a:spLocks noGrp="1"/>
          </p:cNvSpPr>
          <p:nvPr>
            <p:ph type="dt" sz="half" idx="6"/>
          </p:nvPr>
        </p:nvSpPr>
        <p:spPr>
          <a:xfrm>
            <a:off x="601345" y="10674350"/>
            <a:ext cx="5245100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85" dirty="0">
                <a:solidFill>
                  <a:schemeClr val="tx1"/>
                </a:solidFill>
              </a:rPr>
              <a:t>THIẾT </a:t>
            </a:r>
            <a:r>
              <a:rPr spc="-110" dirty="0">
                <a:solidFill>
                  <a:schemeClr val="tx1"/>
                </a:solidFill>
              </a:rPr>
              <a:t>KẾ</a:t>
            </a:r>
            <a:r>
              <a:rPr spc="-190" dirty="0">
                <a:solidFill>
                  <a:schemeClr val="tx1"/>
                </a:solidFill>
              </a:rPr>
              <a:t> </a:t>
            </a:r>
            <a:r>
              <a:rPr spc="-110" dirty="0">
                <a:solidFill>
                  <a:schemeClr val="tx1"/>
                </a:solidFill>
              </a:rPr>
              <a:t>WEB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VÀ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45" dirty="0">
                <a:solidFill>
                  <a:schemeClr val="tx1"/>
                </a:solidFill>
              </a:rPr>
              <a:t>TRIỂN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KHAI</a:t>
            </a:r>
            <a:r>
              <a:rPr spc="-200" dirty="0">
                <a:solidFill>
                  <a:schemeClr val="tx1"/>
                </a:solidFill>
              </a:rPr>
              <a:t> </a:t>
            </a:r>
            <a:r>
              <a:rPr spc="-80" dirty="0">
                <a:solidFill>
                  <a:schemeClr val="tx1"/>
                </a:solidFill>
              </a:rPr>
              <a:t>HỆ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95" dirty="0">
                <a:solidFill>
                  <a:schemeClr val="tx1"/>
                </a:solidFill>
              </a:rPr>
              <a:t>THỐNG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75" dirty="0">
                <a:solidFill>
                  <a:schemeClr val="tx1"/>
                </a:solidFill>
              </a:rPr>
              <a:t>PHẦN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25" dirty="0">
                <a:solidFill>
                  <a:schemeClr val="tx1"/>
                </a:solidFill>
              </a:rPr>
              <a:t>MỀM</a:t>
            </a:r>
            <a:endParaRPr spc="-20" dirty="0">
              <a:solidFill>
                <a:schemeClr val="tx1"/>
              </a:solidFill>
            </a:endParaRPr>
          </a:p>
        </p:txBody>
      </p:sp>
      <p:sp>
        <p:nvSpPr>
          <p:cNvPr id="11" name="object 6"/>
          <p:cNvSpPr/>
          <p:nvPr/>
        </p:nvSpPr>
        <p:spPr>
          <a:xfrm>
            <a:off x="523544" y="10447221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8063A1"/>
            </a:solidFill>
          </a:ln>
        </p:spPr>
        <p:txBody>
          <a:bodyPr wrap="square" lIns="0" tIns="0" rIns="0" bIns="0" rtlCol="0"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71926" y="2201978"/>
            <a:ext cx="9552239" cy="2845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50990" y="2530355"/>
            <a:ext cx="17749520" cy="6635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36750">
              <a:lnSpc>
                <a:spcPct val="100000"/>
              </a:lnSpc>
              <a:spcBef>
                <a:spcPts val="100"/>
              </a:spcBef>
            </a:pPr>
            <a:r>
              <a:rPr sz="4400" b="1" spc="-465" dirty="0">
                <a:latin typeface="Tahoma"/>
                <a:cs typeface="Tahoma"/>
              </a:rPr>
              <a:t>2.3</a:t>
            </a:r>
            <a:r>
              <a:rPr sz="4400" b="1" spc="-495" dirty="0">
                <a:latin typeface="Tahoma"/>
                <a:cs typeface="Tahoma"/>
              </a:rPr>
              <a:t> </a:t>
            </a:r>
            <a:r>
              <a:rPr sz="4400" b="1" spc="-265" dirty="0">
                <a:latin typeface="Tahoma"/>
                <a:cs typeface="Tahoma"/>
              </a:rPr>
              <a:t>Các</a:t>
            </a:r>
            <a:r>
              <a:rPr sz="4400" b="1" spc="-490" dirty="0">
                <a:latin typeface="Tahoma"/>
                <a:cs typeface="Tahoma"/>
              </a:rPr>
              <a:t> </a:t>
            </a:r>
            <a:r>
              <a:rPr sz="4400" b="1" spc="-459" dirty="0">
                <a:latin typeface="Tahoma"/>
                <a:cs typeface="Tahoma"/>
              </a:rPr>
              <a:t>thẻ</a:t>
            </a:r>
            <a:r>
              <a:rPr sz="4400" b="1" spc="-495" dirty="0">
                <a:latin typeface="Tahoma"/>
                <a:cs typeface="Tahoma"/>
              </a:rPr>
              <a:t> </a:t>
            </a:r>
            <a:r>
              <a:rPr sz="4400" b="1" spc="-630" dirty="0">
                <a:latin typeface="Tahoma"/>
                <a:cs typeface="Tahoma"/>
              </a:rPr>
              <a:t>HTML</a:t>
            </a:r>
            <a:r>
              <a:rPr sz="4400" b="1" spc="-490" dirty="0">
                <a:latin typeface="Tahoma"/>
                <a:cs typeface="Tahoma"/>
              </a:rPr>
              <a:t> </a:t>
            </a:r>
            <a:r>
              <a:rPr sz="4400" b="1" spc="-545" dirty="0">
                <a:latin typeface="Tahoma"/>
                <a:cs typeface="Tahoma"/>
              </a:rPr>
              <a:t>thông</a:t>
            </a:r>
            <a:r>
              <a:rPr sz="4400" b="1" spc="-500" dirty="0">
                <a:latin typeface="Tahoma"/>
                <a:cs typeface="Tahoma"/>
              </a:rPr>
              <a:t> </a:t>
            </a:r>
            <a:r>
              <a:rPr sz="4400" b="1" spc="-580" dirty="0">
                <a:latin typeface="Tahoma"/>
                <a:cs typeface="Tahoma"/>
              </a:rPr>
              <a:t>dụng</a:t>
            </a:r>
            <a:endParaRPr sz="4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30"/>
              </a:spcBef>
            </a:pPr>
            <a:endParaRPr sz="4400">
              <a:latin typeface="Tahoma"/>
              <a:cs typeface="Tahoma"/>
            </a:endParaRPr>
          </a:p>
          <a:p>
            <a:pPr marL="641985" indent="-629285">
              <a:lnSpc>
                <a:spcPct val="100000"/>
              </a:lnSpc>
              <a:buSzPct val="59000"/>
              <a:buFont typeface="Wingdings"/>
              <a:buChar char=""/>
              <a:tabLst>
                <a:tab pos="641985" algn="l"/>
              </a:tabLst>
            </a:pPr>
            <a:r>
              <a:rPr sz="3950" b="1" dirty="0">
                <a:latin typeface="Arial" panose="020B0604020202020204"/>
                <a:cs typeface="Arial" panose="020B0604020202020204"/>
              </a:rPr>
              <a:t>Paragraphs</a:t>
            </a:r>
            <a:r>
              <a:rPr sz="3950" b="1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3950" b="1" dirty="0">
                <a:latin typeface="Arial" panose="020B0604020202020204"/>
                <a:cs typeface="Arial" panose="020B0604020202020204"/>
              </a:rPr>
              <a:t>(đoạn</a:t>
            </a:r>
            <a:r>
              <a:rPr sz="395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3950" b="1" spc="-20" dirty="0">
                <a:latin typeface="Arial" panose="020B0604020202020204"/>
                <a:cs typeface="Arial" panose="020B0604020202020204"/>
              </a:rPr>
              <a:t>văn)</a:t>
            </a:r>
            <a:endParaRPr sz="3950">
              <a:latin typeface="Arial" panose="020B0604020202020204"/>
              <a:cs typeface="Arial" panose="020B0604020202020204"/>
            </a:endParaRPr>
          </a:p>
          <a:p>
            <a:pPr marL="1331595" lvl="1" indent="-525145">
              <a:lnSpc>
                <a:spcPct val="100000"/>
              </a:lnSpc>
              <a:spcBef>
                <a:spcPts val="2140"/>
              </a:spcBef>
              <a:buSzPct val="36000"/>
              <a:buChar char="•"/>
              <a:tabLst>
                <a:tab pos="1331595" algn="l"/>
              </a:tabLst>
            </a:pPr>
            <a:r>
              <a:rPr sz="3300" dirty="0">
                <a:latin typeface="Tahoma"/>
                <a:cs typeface="Tahoma"/>
              </a:rPr>
              <a:t>Luôn</a:t>
            </a:r>
            <a:r>
              <a:rPr sz="3300" spc="-105" dirty="0">
                <a:latin typeface="Tahoma"/>
                <a:cs typeface="Tahoma"/>
              </a:rPr>
              <a:t> </a:t>
            </a:r>
            <a:r>
              <a:rPr sz="3300" dirty="0">
                <a:latin typeface="Tahoma"/>
                <a:cs typeface="Tahoma"/>
              </a:rPr>
              <a:t>luôn</a:t>
            </a:r>
            <a:r>
              <a:rPr sz="3300" spc="-90" dirty="0">
                <a:latin typeface="Tahoma"/>
                <a:cs typeface="Tahoma"/>
              </a:rPr>
              <a:t> </a:t>
            </a:r>
            <a:r>
              <a:rPr sz="3300" dirty="0">
                <a:latin typeface="Tahoma"/>
                <a:cs typeface="Tahoma"/>
              </a:rPr>
              <a:t>bắt</a:t>
            </a:r>
            <a:r>
              <a:rPr sz="3300" spc="-95" dirty="0">
                <a:latin typeface="Tahoma"/>
                <a:cs typeface="Tahoma"/>
              </a:rPr>
              <a:t> </a:t>
            </a:r>
            <a:r>
              <a:rPr sz="3300" dirty="0">
                <a:latin typeface="Tahoma"/>
                <a:cs typeface="Tahoma"/>
              </a:rPr>
              <a:t>đầu</a:t>
            </a:r>
            <a:r>
              <a:rPr sz="3300" spc="-90" dirty="0">
                <a:latin typeface="Tahoma"/>
                <a:cs typeface="Tahoma"/>
              </a:rPr>
              <a:t> </a:t>
            </a:r>
            <a:r>
              <a:rPr sz="3300" spc="-45" dirty="0">
                <a:latin typeface="Tahoma"/>
                <a:cs typeface="Tahoma"/>
              </a:rPr>
              <a:t>trên</a:t>
            </a:r>
            <a:r>
              <a:rPr sz="3300" spc="-95" dirty="0">
                <a:latin typeface="Tahoma"/>
                <a:cs typeface="Tahoma"/>
              </a:rPr>
              <a:t> </a:t>
            </a:r>
            <a:r>
              <a:rPr sz="3300" spc="-20" dirty="0">
                <a:latin typeface="Tahoma"/>
                <a:cs typeface="Tahoma"/>
              </a:rPr>
              <a:t>một</a:t>
            </a:r>
            <a:r>
              <a:rPr sz="3300" spc="-90" dirty="0">
                <a:latin typeface="Tahoma"/>
                <a:cs typeface="Tahoma"/>
              </a:rPr>
              <a:t> </a:t>
            </a:r>
            <a:r>
              <a:rPr sz="3300" dirty="0">
                <a:latin typeface="Tahoma"/>
                <a:cs typeface="Tahoma"/>
              </a:rPr>
              <a:t>dòng</a:t>
            </a:r>
            <a:r>
              <a:rPr sz="3300" spc="-90" dirty="0">
                <a:latin typeface="Tahoma"/>
                <a:cs typeface="Tahoma"/>
              </a:rPr>
              <a:t> </a:t>
            </a:r>
            <a:r>
              <a:rPr sz="3300" spc="65" dirty="0">
                <a:latin typeface="Tahoma"/>
                <a:cs typeface="Tahoma"/>
              </a:rPr>
              <a:t>mới</a:t>
            </a:r>
            <a:r>
              <a:rPr sz="3300" spc="-105" dirty="0">
                <a:latin typeface="Tahoma"/>
                <a:cs typeface="Tahoma"/>
              </a:rPr>
              <a:t> </a:t>
            </a:r>
            <a:r>
              <a:rPr sz="3300" dirty="0">
                <a:latin typeface="Tahoma"/>
                <a:cs typeface="Tahoma"/>
              </a:rPr>
              <a:t>và</a:t>
            </a:r>
            <a:r>
              <a:rPr sz="3300" spc="-90" dirty="0">
                <a:latin typeface="Tahoma"/>
                <a:cs typeface="Tahoma"/>
              </a:rPr>
              <a:t> </a:t>
            </a:r>
            <a:r>
              <a:rPr sz="3300" dirty="0">
                <a:latin typeface="Tahoma"/>
                <a:cs typeface="Tahoma"/>
              </a:rPr>
              <a:t>thường</a:t>
            </a:r>
            <a:r>
              <a:rPr sz="3300" spc="-95" dirty="0">
                <a:latin typeface="Tahoma"/>
                <a:cs typeface="Tahoma"/>
              </a:rPr>
              <a:t> </a:t>
            </a:r>
            <a:r>
              <a:rPr sz="3300" dirty="0">
                <a:latin typeface="Tahoma"/>
                <a:cs typeface="Tahoma"/>
              </a:rPr>
              <a:t>là</a:t>
            </a:r>
            <a:r>
              <a:rPr sz="3300" spc="-90" dirty="0">
                <a:latin typeface="Tahoma"/>
                <a:cs typeface="Tahoma"/>
              </a:rPr>
              <a:t> </a:t>
            </a:r>
            <a:r>
              <a:rPr sz="3300" spc="-20" dirty="0">
                <a:latin typeface="Tahoma"/>
                <a:cs typeface="Tahoma"/>
              </a:rPr>
              <a:t>một</a:t>
            </a:r>
            <a:r>
              <a:rPr sz="3300" spc="-95" dirty="0">
                <a:latin typeface="Tahoma"/>
                <a:cs typeface="Tahoma"/>
              </a:rPr>
              <a:t> </a:t>
            </a:r>
            <a:r>
              <a:rPr sz="3300" dirty="0">
                <a:latin typeface="Tahoma"/>
                <a:cs typeface="Tahoma"/>
              </a:rPr>
              <a:t>khối</a:t>
            </a:r>
            <a:r>
              <a:rPr sz="3300" spc="-90" dirty="0">
                <a:latin typeface="Tahoma"/>
                <a:cs typeface="Tahoma"/>
              </a:rPr>
              <a:t> </a:t>
            </a:r>
            <a:r>
              <a:rPr sz="3300" dirty="0">
                <a:latin typeface="Tahoma"/>
                <a:cs typeface="Tahoma"/>
              </a:rPr>
              <a:t>văn</a:t>
            </a:r>
            <a:r>
              <a:rPr sz="3300" spc="-90" dirty="0">
                <a:latin typeface="Tahoma"/>
                <a:cs typeface="Tahoma"/>
              </a:rPr>
              <a:t> </a:t>
            </a:r>
            <a:r>
              <a:rPr sz="3300" spc="-20" dirty="0">
                <a:latin typeface="Tahoma"/>
                <a:cs typeface="Tahoma"/>
              </a:rPr>
              <a:t>bản.</a:t>
            </a:r>
            <a:endParaRPr sz="3300">
              <a:latin typeface="Tahoma"/>
              <a:cs typeface="Tahoma"/>
            </a:endParaRPr>
          </a:p>
          <a:p>
            <a:pPr marL="1331595" lvl="1" indent="-525145">
              <a:lnSpc>
                <a:spcPct val="100000"/>
              </a:lnSpc>
              <a:spcBef>
                <a:spcPts val="1980"/>
              </a:spcBef>
              <a:buSzPct val="36000"/>
              <a:buChar char="•"/>
              <a:tabLst>
                <a:tab pos="1331595" algn="l"/>
              </a:tabLst>
            </a:pPr>
            <a:r>
              <a:rPr sz="3300" spc="185" dirty="0">
                <a:latin typeface="Tahoma"/>
                <a:cs typeface="Tahoma"/>
              </a:rPr>
              <a:t>Cú</a:t>
            </a:r>
            <a:r>
              <a:rPr sz="3300" spc="-175" dirty="0">
                <a:latin typeface="Tahoma"/>
                <a:cs typeface="Tahoma"/>
              </a:rPr>
              <a:t> </a:t>
            </a:r>
            <a:r>
              <a:rPr sz="3300" spc="-10" dirty="0">
                <a:latin typeface="Tahoma"/>
                <a:cs typeface="Tahoma"/>
              </a:rPr>
              <a:t>pháp:</a:t>
            </a:r>
            <a:r>
              <a:rPr sz="3300" spc="-145" dirty="0">
                <a:latin typeface="Tahoma"/>
                <a:cs typeface="Tahoma"/>
              </a:rPr>
              <a:t> </a:t>
            </a:r>
            <a:r>
              <a:rPr sz="3300" spc="-140" dirty="0">
                <a:latin typeface="Tahoma"/>
                <a:cs typeface="Tahoma"/>
              </a:rPr>
              <a:t>&lt;p&gt;Nội</a:t>
            </a:r>
            <a:r>
              <a:rPr sz="3300" spc="-120" dirty="0">
                <a:latin typeface="Tahoma"/>
                <a:cs typeface="Tahoma"/>
              </a:rPr>
              <a:t> </a:t>
            </a:r>
            <a:r>
              <a:rPr sz="3300" spc="-10" dirty="0">
                <a:latin typeface="Tahoma"/>
                <a:cs typeface="Tahoma"/>
              </a:rPr>
              <a:t>dung…&lt;/p&gt;</a:t>
            </a:r>
            <a:endParaRPr sz="3300">
              <a:latin typeface="Tahoma"/>
              <a:cs typeface="Tahoma"/>
            </a:endParaRPr>
          </a:p>
          <a:p>
            <a:pPr marL="641985" indent="-629285">
              <a:lnSpc>
                <a:spcPct val="100000"/>
              </a:lnSpc>
              <a:spcBef>
                <a:spcPts val="1975"/>
              </a:spcBef>
              <a:buFont typeface="Tahoma"/>
              <a:buChar char="•"/>
              <a:tabLst>
                <a:tab pos="641985" algn="l"/>
              </a:tabLst>
            </a:pPr>
            <a:r>
              <a:rPr sz="3300" b="1" dirty="0">
                <a:latin typeface="Arial" panose="020B0604020202020204"/>
                <a:cs typeface="Arial" panose="020B0604020202020204"/>
              </a:rPr>
              <a:t>Một</a:t>
            </a:r>
            <a:r>
              <a:rPr sz="3300" b="1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3300" b="1" dirty="0">
                <a:latin typeface="Arial" panose="020B0604020202020204"/>
                <a:cs typeface="Arial" panose="020B0604020202020204"/>
              </a:rPr>
              <a:t>số</a:t>
            </a:r>
            <a:r>
              <a:rPr sz="3300" b="1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3300" b="1" dirty="0">
                <a:latin typeface="Arial" panose="020B0604020202020204"/>
                <a:cs typeface="Arial" panose="020B0604020202020204"/>
              </a:rPr>
              <a:t>thẻ</a:t>
            </a:r>
            <a:r>
              <a:rPr sz="3300" b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3300" b="1" dirty="0">
                <a:latin typeface="Arial" panose="020B0604020202020204"/>
                <a:cs typeface="Arial" panose="020B0604020202020204"/>
              </a:rPr>
              <a:t>liên</a:t>
            </a:r>
            <a:r>
              <a:rPr sz="3300" b="1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3300" b="1" spc="-10" dirty="0">
                <a:latin typeface="Arial" panose="020B0604020202020204"/>
                <a:cs typeface="Arial" panose="020B0604020202020204"/>
              </a:rPr>
              <a:t>quan</a:t>
            </a:r>
            <a:r>
              <a:rPr sz="3300" spc="-10" dirty="0">
                <a:latin typeface="Arial MT"/>
                <a:cs typeface="Arial MT"/>
              </a:rPr>
              <a:t>:</a:t>
            </a:r>
            <a:endParaRPr sz="3300">
              <a:latin typeface="Arial MT"/>
              <a:cs typeface="Arial MT"/>
            </a:endParaRPr>
          </a:p>
          <a:p>
            <a:pPr marL="1331595" marR="5080" lvl="1" indent="-525780">
              <a:lnSpc>
                <a:spcPct val="150000"/>
              </a:lnSpc>
              <a:buSzPct val="36000"/>
              <a:buFont typeface="Tahoma"/>
              <a:buChar char="•"/>
              <a:tabLst>
                <a:tab pos="1331595" algn="l"/>
              </a:tabLst>
            </a:pPr>
            <a:r>
              <a:rPr sz="3300" dirty="0">
                <a:latin typeface="Arial MT"/>
                <a:cs typeface="Arial MT"/>
              </a:rPr>
              <a:t>&lt;hr&gt;</a:t>
            </a:r>
            <a:r>
              <a:rPr sz="3300" spc="-30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(horizontal</a:t>
            </a:r>
            <a:r>
              <a:rPr sz="3300" spc="-35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rules</a:t>
            </a:r>
            <a:r>
              <a:rPr sz="3300" spc="-25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-</a:t>
            </a:r>
            <a:r>
              <a:rPr sz="3300" spc="-35" dirty="0">
                <a:latin typeface="Arial MT"/>
                <a:cs typeface="Arial MT"/>
              </a:rPr>
              <a:t> </a:t>
            </a:r>
            <a:r>
              <a:rPr sz="3300" dirty="0">
                <a:latin typeface="Tahoma"/>
                <a:cs typeface="Tahoma"/>
              </a:rPr>
              <a:t>quy</a:t>
            </a:r>
            <a:r>
              <a:rPr sz="3300" spc="-150" dirty="0">
                <a:latin typeface="Tahoma"/>
                <a:cs typeface="Tahoma"/>
              </a:rPr>
              <a:t> </a:t>
            </a:r>
            <a:r>
              <a:rPr sz="3300" dirty="0">
                <a:latin typeface="Tahoma"/>
                <a:cs typeface="Tahoma"/>
              </a:rPr>
              <a:t>tắc</a:t>
            </a:r>
            <a:r>
              <a:rPr sz="3300" spc="-145" dirty="0">
                <a:latin typeface="Tahoma"/>
                <a:cs typeface="Tahoma"/>
              </a:rPr>
              <a:t> </a:t>
            </a:r>
            <a:r>
              <a:rPr sz="3300" spc="-35" dirty="0">
                <a:latin typeface="Tahoma"/>
                <a:cs typeface="Tahoma"/>
              </a:rPr>
              <a:t>ngang):</a:t>
            </a:r>
            <a:r>
              <a:rPr sz="3300" spc="-145" dirty="0">
                <a:latin typeface="Tahoma"/>
                <a:cs typeface="Tahoma"/>
              </a:rPr>
              <a:t> </a:t>
            </a:r>
            <a:r>
              <a:rPr sz="3300" dirty="0">
                <a:latin typeface="Tahoma"/>
                <a:cs typeface="Tahoma"/>
              </a:rPr>
              <a:t>Dùng</a:t>
            </a:r>
            <a:r>
              <a:rPr sz="3300" spc="-145" dirty="0">
                <a:latin typeface="Tahoma"/>
                <a:cs typeface="Tahoma"/>
              </a:rPr>
              <a:t> </a:t>
            </a:r>
            <a:r>
              <a:rPr sz="3300" dirty="0">
                <a:latin typeface="Tahoma"/>
                <a:cs typeface="Tahoma"/>
              </a:rPr>
              <a:t>để</a:t>
            </a:r>
            <a:r>
              <a:rPr sz="3300" spc="-145" dirty="0">
                <a:latin typeface="Tahoma"/>
                <a:cs typeface="Tahoma"/>
              </a:rPr>
              <a:t> </a:t>
            </a:r>
            <a:r>
              <a:rPr sz="3300" dirty="0">
                <a:latin typeface="Tahoma"/>
                <a:cs typeface="Tahoma"/>
              </a:rPr>
              <a:t>ngắt</a:t>
            </a:r>
            <a:r>
              <a:rPr sz="3300" spc="-145" dirty="0">
                <a:latin typeface="Tahoma"/>
                <a:cs typeface="Tahoma"/>
              </a:rPr>
              <a:t> </a:t>
            </a:r>
            <a:r>
              <a:rPr sz="3300" dirty="0">
                <a:latin typeface="Tahoma"/>
                <a:cs typeface="Tahoma"/>
              </a:rPr>
              <a:t>theo</a:t>
            </a:r>
            <a:r>
              <a:rPr sz="3300" spc="-165" dirty="0">
                <a:latin typeface="Tahoma"/>
                <a:cs typeface="Tahoma"/>
              </a:rPr>
              <a:t> </a:t>
            </a:r>
            <a:r>
              <a:rPr sz="3300" dirty="0">
                <a:latin typeface="Tahoma"/>
                <a:cs typeface="Tahoma"/>
              </a:rPr>
              <a:t>chủ</a:t>
            </a:r>
            <a:r>
              <a:rPr sz="3300" spc="-145" dirty="0">
                <a:latin typeface="Tahoma"/>
                <a:cs typeface="Tahoma"/>
              </a:rPr>
              <a:t> </a:t>
            </a:r>
            <a:r>
              <a:rPr sz="3300" dirty="0">
                <a:latin typeface="Tahoma"/>
                <a:cs typeface="Tahoma"/>
              </a:rPr>
              <a:t>đề,</a:t>
            </a:r>
            <a:r>
              <a:rPr sz="3300" spc="-145" dirty="0">
                <a:latin typeface="Tahoma"/>
                <a:cs typeface="Tahoma"/>
              </a:rPr>
              <a:t> </a:t>
            </a:r>
            <a:r>
              <a:rPr sz="3300" dirty="0">
                <a:latin typeface="Tahoma"/>
                <a:cs typeface="Tahoma"/>
              </a:rPr>
              <a:t>và</a:t>
            </a:r>
            <a:r>
              <a:rPr sz="3300" spc="-145" dirty="0">
                <a:latin typeface="Tahoma"/>
                <a:cs typeface="Tahoma"/>
              </a:rPr>
              <a:t> </a:t>
            </a:r>
            <a:r>
              <a:rPr sz="3300" spc="125" dirty="0">
                <a:latin typeface="Tahoma"/>
                <a:cs typeface="Tahoma"/>
              </a:rPr>
              <a:t>được</a:t>
            </a:r>
            <a:r>
              <a:rPr sz="3300" spc="-145" dirty="0">
                <a:latin typeface="Tahoma"/>
                <a:cs typeface="Tahoma"/>
              </a:rPr>
              <a:t> </a:t>
            </a:r>
            <a:r>
              <a:rPr sz="3300" dirty="0">
                <a:latin typeface="Tahoma"/>
                <a:cs typeface="Tahoma"/>
              </a:rPr>
              <a:t>hiển</a:t>
            </a:r>
            <a:r>
              <a:rPr sz="3300" spc="-145" dirty="0">
                <a:latin typeface="Tahoma"/>
                <a:cs typeface="Tahoma"/>
              </a:rPr>
              <a:t> </a:t>
            </a:r>
            <a:r>
              <a:rPr sz="3300" spc="-45" dirty="0">
                <a:latin typeface="Tahoma"/>
                <a:cs typeface="Tahoma"/>
              </a:rPr>
              <a:t>thị</a:t>
            </a:r>
            <a:r>
              <a:rPr sz="3300" spc="-145" dirty="0">
                <a:latin typeface="Tahoma"/>
                <a:cs typeface="Tahoma"/>
              </a:rPr>
              <a:t> </a:t>
            </a:r>
            <a:r>
              <a:rPr sz="3300" spc="85" dirty="0">
                <a:latin typeface="Tahoma"/>
                <a:cs typeface="Tahoma"/>
              </a:rPr>
              <a:t>dưới </a:t>
            </a:r>
            <a:r>
              <a:rPr sz="3300" dirty="0">
                <a:latin typeface="Tahoma"/>
                <a:cs typeface="Tahoma"/>
              </a:rPr>
              <a:t>dạng</a:t>
            </a:r>
            <a:r>
              <a:rPr sz="3300" spc="-125" dirty="0">
                <a:latin typeface="Tahoma"/>
                <a:cs typeface="Tahoma"/>
              </a:rPr>
              <a:t> </a:t>
            </a:r>
            <a:r>
              <a:rPr sz="3300" dirty="0">
                <a:latin typeface="Tahoma"/>
                <a:cs typeface="Tahoma"/>
              </a:rPr>
              <a:t>1</a:t>
            </a:r>
            <a:r>
              <a:rPr sz="3300" spc="-125" dirty="0">
                <a:latin typeface="Tahoma"/>
                <a:cs typeface="Tahoma"/>
              </a:rPr>
              <a:t> </a:t>
            </a:r>
            <a:r>
              <a:rPr sz="3300" spc="70" dirty="0">
                <a:latin typeface="Tahoma"/>
                <a:cs typeface="Tahoma"/>
              </a:rPr>
              <a:t>đường</a:t>
            </a:r>
            <a:r>
              <a:rPr sz="3300" spc="-120" dirty="0">
                <a:latin typeface="Tahoma"/>
                <a:cs typeface="Tahoma"/>
              </a:rPr>
              <a:t> </a:t>
            </a:r>
            <a:r>
              <a:rPr sz="3300" dirty="0">
                <a:latin typeface="Tahoma"/>
                <a:cs typeface="Tahoma"/>
              </a:rPr>
              <a:t>kẻ</a:t>
            </a:r>
            <a:r>
              <a:rPr sz="3300" spc="-125" dirty="0">
                <a:latin typeface="Tahoma"/>
                <a:cs typeface="Tahoma"/>
              </a:rPr>
              <a:t> </a:t>
            </a:r>
            <a:r>
              <a:rPr sz="3300" dirty="0">
                <a:latin typeface="Tahoma"/>
                <a:cs typeface="Tahoma"/>
              </a:rPr>
              <a:t>ngang</a:t>
            </a:r>
            <a:r>
              <a:rPr sz="3300" spc="-120" dirty="0">
                <a:latin typeface="Tahoma"/>
                <a:cs typeface="Tahoma"/>
              </a:rPr>
              <a:t> </a:t>
            </a:r>
            <a:r>
              <a:rPr sz="3300" spc="-35" dirty="0">
                <a:latin typeface="Tahoma"/>
                <a:cs typeface="Tahoma"/>
              </a:rPr>
              <a:t>(empty</a:t>
            </a:r>
            <a:r>
              <a:rPr sz="3300" spc="-125" dirty="0">
                <a:latin typeface="Tahoma"/>
                <a:cs typeface="Tahoma"/>
              </a:rPr>
              <a:t> </a:t>
            </a:r>
            <a:r>
              <a:rPr sz="3300" dirty="0">
                <a:latin typeface="Tahoma"/>
                <a:cs typeface="Tahoma"/>
              </a:rPr>
              <a:t>tag</a:t>
            </a:r>
            <a:r>
              <a:rPr sz="3300" spc="-130" dirty="0">
                <a:latin typeface="Tahoma"/>
                <a:cs typeface="Tahoma"/>
              </a:rPr>
              <a:t> </a:t>
            </a:r>
            <a:r>
              <a:rPr sz="3300" dirty="0">
                <a:latin typeface="Arial MT"/>
                <a:cs typeface="Arial MT"/>
              </a:rPr>
              <a:t>-</a:t>
            </a:r>
            <a:r>
              <a:rPr sz="3300" spc="-15" dirty="0">
                <a:latin typeface="Arial MT"/>
                <a:cs typeface="Arial MT"/>
              </a:rPr>
              <a:t> </a:t>
            </a:r>
            <a:r>
              <a:rPr sz="3300" dirty="0">
                <a:latin typeface="Tahoma"/>
                <a:cs typeface="Tahoma"/>
              </a:rPr>
              <a:t>thẻ</a:t>
            </a:r>
            <a:r>
              <a:rPr sz="3300" spc="-120" dirty="0">
                <a:latin typeface="Tahoma"/>
                <a:cs typeface="Tahoma"/>
              </a:rPr>
              <a:t> </a:t>
            </a:r>
            <a:r>
              <a:rPr sz="3300" spc="-10" dirty="0">
                <a:latin typeface="Tahoma"/>
                <a:cs typeface="Tahoma"/>
              </a:rPr>
              <a:t>trống).</a:t>
            </a:r>
            <a:endParaRPr sz="3300">
              <a:latin typeface="Tahoma"/>
              <a:cs typeface="Tahoma"/>
            </a:endParaRPr>
          </a:p>
          <a:p>
            <a:pPr marL="1331595" lvl="1" indent="-525145">
              <a:lnSpc>
                <a:spcPct val="100000"/>
              </a:lnSpc>
              <a:spcBef>
                <a:spcPts val="1980"/>
              </a:spcBef>
              <a:buSzPct val="36000"/>
              <a:buFont typeface="Tahoma"/>
              <a:buChar char="•"/>
              <a:tabLst>
                <a:tab pos="1331595" algn="l"/>
              </a:tabLst>
            </a:pPr>
            <a:r>
              <a:rPr sz="3300" dirty="0">
                <a:latin typeface="Arial MT"/>
                <a:cs typeface="Arial MT"/>
              </a:rPr>
              <a:t>&lt;br&gt;</a:t>
            </a:r>
            <a:r>
              <a:rPr sz="3300" spc="-20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(break</a:t>
            </a:r>
            <a:r>
              <a:rPr sz="3300" spc="-15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-</a:t>
            </a:r>
            <a:r>
              <a:rPr sz="3300" spc="-20" dirty="0">
                <a:latin typeface="Arial MT"/>
                <a:cs typeface="Arial MT"/>
              </a:rPr>
              <a:t> </a:t>
            </a:r>
            <a:r>
              <a:rPr sz="3300" spc="-85" dirty="0">
                <a:latin typeface="Tahoma"/>
                <a:cs typeface="Tahoma"/>
              </a:rPr>
              <a:t>ngắt):</a:t>
            </a:r>
            <a:r>
              <a:rPr sz="3300" spc="-135" dirty="0">
                <a:latin typeface="Tahoma"/>
                <a:cs typeface="Tahoma"/>
              </a:rPr>
              <a:t> </a:t>
            </a:r>
            <a:r>
              <a:rPr sz="3300" dirty="0">
                <a:latin typeface="Tahoma"/>
                <a:cs typeface="Tahoma"/>
              </a:rPr>
              <a:t>Dùng</a:t>
            </a:r>
            <a:r>
              <a:rPr sz="3300" spc="-130" dirty="0">
                <a:latin typeface="Tahoma"/>
                <a:cs typeface="Tahoma"/>
              </a:rPr>
              <a:t> </a:t>
            </a:r>
            <a:r>
              <a:rPr sz="3300" dirty="0">
                <a:latin typeface="Tahoma"/>
                <a:cs typeface="Tahoma"/>
              </a:rPr>
              <a:t>để</a:t>
            </a:r>
            <a:r>
              <a:rPr sz="3300" spc="-130" dirty="0">
                <a:latin typeface="Tahoma"/>
                <a:cs typeface="Tahoma"/>
              </a:rPr>
              <a:t> </a:t>
            </a:r>
            <a:r>
              <a:rPr sz="3300" dirty="0">
                <a:latin typeface="Tahoma"/>
                <a:cs typeface="Tahoma"/>
              </a:rPr>
              <a:t>ngắt</a:t>
            </a:r>
            <a:r>
              <a:rPr sz="3300" spc="-130" dirty="0">
                <a:latin typeface="Tahoma"/>
                <a:cs typeface="Tahoma"/>
              </a:rPr>
              <a:t> </a:t>
            </a:r>
            <a:r>
              <a:rPr sz="3300" dirty="0">
                <a:latin typeface="Tahoma"/>
                <a:cs typeface="Tahoma"/>
              </a:rPr>
              <a:t>dòng</a:t>
            </a:r>
            <a:r>
              <a:rPr sz="3300" spc="-130" dirty="0">
                <a:latin typeface="Tahoma"/>
                <a:cs typeface="Tahoma"/>
              </a:rPr>
              <a:t> </a:t>
            </a:r>
            <a:r>
              <a:rPr sz="3300" spc="-30" dirty="0">
                <a:latin typeface="Tahoma"/>
                <a:cs typeface="Tahoma"/>
              </a:rPr>
              <a:t>trong</a:t>
            </a:r>
            <a:r>
              <a:rPr sz="3300" spc="-130" dirty="0">
                <a:latin typeface="Tahoma"/>
                <a:cs typeface="Tahoma"/>
              </a:rPr>
              <a:t> </a:t>
            </a:r>
            <a:r>
              <a:rPr sz="3300" dirty="0">
                <a:latin typeface="Tahoma"/>
                <a:cs typeface="Tahoma"/>
              </a:rPr>
              <a:t>1</a:t>
            </a:r>
            <a:r>
              <a:rPr sz="3300" spc="-145" dirty="0">
                <a:latin typeface="Tahoma"/>
                <a:cs typeface="Tahoma"/>
              </a:rPr>
              <a:t> </a:t>
            </a:r>
            <a:r>
              <a:rPr sz="3300" dirty="0">
                <a:latin typeface="Tahoma"/>
                <a:cs typeface="Tahoma"/>
              </a:rPr>
              <a:t>đoạn</a:t>
            </a:r>
            <a:r>
              <a:rPr sz="3300" spc="-130" dirty="0">
                <a:latin typeface="Tahoma"/>
                <a:cs typeface="Tahoma"/>
              </a:rPr>
              <a:t> </a:t>
            </a:r>
            <a:r>
              <a:rPr sz="3300" dirty="0">
                <a:latin typeface="Tahoma"/>
                <a:cs typeface="Tahoma"/>
              </a:rPr>
              <a:t>văn</a:t>
            </a:r>
            <a:r>
              <a:rPr sz="3300" spc="-130" dirty="0">
                <a:latin typeface="Tahoma"/>
                <a:cs typeface="Tahoma"/>
              </a:rPr>
              <a:t> </a:t>
            </a:r>
            <a:r>
              <a:rPr sz="3300" spc="-20" dirty="0">
                <a:latin typeface="Tahoma"/>
                <a:cs typeface="Tahoma"/>
              </a:rPr>
              <a:t>bản.</a:t>
            </a:r>
            <a:endParaRPr sz="33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484" dirty="0"/>
              <a:t>CHƯƠNG</a:t>
            </a:r>
            <a:r>
              <a:rPr spc="-580" dirty="0"/>
              <a:t> </a:t>
            </a:r>
            <a:r>
              <a:rPr spc="-919" dirty="0"/>
              <a:t>II:</a:t>
            </a:r>
            <a:r>
              <a:rPr spc="-575" dirty="0"/>
              <a:t> </a:t>
            </a:r>
            <a:r>
              <a:rPr spc="-715" dirty="0"/>
              <a:t>HTML</a:t>
            </a:r>
            <a:r>
              <a:rPr spc="-585" dirty="0"/>
              <a:t> </a:t>
            </a:r>
            <a:r>
              <a:rPr spc="-905" dirty="0"/>
              <a:t>&amp;</a:t>
            </a:r>
            <a:r>
              <a:rPr spc="-580" dirty="0"/>
              <a:t> </a:t>
            </a:r>
            <a:r>
              <a:rPr spc="-715" dirty="0"/>
              <a:t>HTML5</a:t>
            </a:r>
            <a:endParaRPr spc="-715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  <p:sp>
        <p:nvSpPr>
          <p:cNvPr id="9" name="object 13"/>
          <p:cNvSpPr txBox="1">
            <a:spLocks noGrp="1"/>
          </p:cNvSpPr>
          <p:nvPr>
            <p:ph type="dt" sz="half" idx="6"/>
          </p:nvPr>
        </p:nvSpPr>
        <p:spPr>
          <a:xfrm>
            <a:off x="601345" y="10674350"/>
            <a:ext cx="5245100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85" dirty="0">
                <a:solidFill>
                  <a:schemeClr val="tx1"/>
                </a:solidFill>
              </a:rPr>
              <a:t>THIẾT </a:t>
            </a:r>
            <a:r>
              <a:rPr spc="-110" dirty="0">
                <a:solidFill>
                  <a:schemeClr val="tx1"/>
                </a:solidFill>
              </a:rPr>
              <a:t>KẾ</a:t>
            </a:r>
            <a:r>
              <a:rPr spc="-190" dirty="0">
                <a:solidFill>
                  <a:schemeClr val="tx1"/>
                </a:solidFill>
              </a:rPr>
              <a:t> </a:t>
            </a:r>
            <a:r>
              <a:rPr spc="-110" dirty="0">
                <a:solidFill>
                  <a:schemeClr val="tx1"/>
                </a:solidFill>
              </a:rPr>
              <a:t>WEB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VÀ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45" dirty="0">
                <a:solidFill>
                  <a:schemeClr val="tx1"/>
                </a:solidFill>
              </a:rPr>
              <a:t>TRIỂN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KHAI</a:t>
            </a:r>
            <a:r>
              <a:rPr spc="-200" dirty="0">
                <a:solidFill>
                  <a:schemeClr val="tx1"/>
                </a:solidFill>
              </a:rPr>
              <a:t> </a:t>
            </a:r>
            <a:r>
              <a:rPr spc="-80" dirty="0">
                <a:solidFill>
                  <a:schemeClr val="tx1"/>
                </a:solidFill>
              </a:rPr>
              <a:t>HỆ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95" dirty="0">
                <a:solidFill>
                  <a:schemeClr val="tx1"/>
                </a:solidFill>
              </a:rPr>
              <a:t>THỐNG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75" dirty="0">
                <a:solidFill>
                  <a:schemeClr val="tx1"/>
                </a:solidFill>
              </a:rPr>
              <a:t>PHẦN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25" dirty="0">
                <a:solidFill>
                  <a:schemeClr val="tx1"/>
                </a:solidFill>
              </a:rPr>
              <a:t>MỀM</a:t>
            </a:r>
            <a:endParaRPr spc="-20" dirty="0">
              <a:solidFill>
                <a:schemeClr val="tx1"/>
              </a:solidFill>
            </a:endParaRPr>
          </a:p>
        </p:txBody>
      </p:sp>
      <p:sp>
        <p:nvSpPr>
          <p:cNvPr id="10" name="object 6"/>
          <p:cNvSpPr/>
          <p:nvPr/>
        </p:nvSpPr>
        <p:spPr>
          <a:xfrm>
            <a:off x="523544" y="10447221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8063A1"/>
            </a:solidFill>
          </a:ln>
        </p:spPr>
        <p:txBody>
          <a:bodyPr wrap="square" lIns="0" tIns="0" rIns="0" bIns="0" rtlCol="0"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71926" y="2201978"/>
            <a:ext cx="9552239" cy="2845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55650" y="2390140"/>
            <a:ext cx="17278350" cy="789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36750">
              <a:lnSpc>
                <a:spcPct val="100000"/>
              </a:lnSpc>
              <a:spcBef>
                <a:spcPts val="100"/>
              </a:spcBef>
            </a:pPr>
            <a:r>
              <a:rPr sz="4000" b="1" spc="-465" dirty="0">
                <a:latin typeface="Tahoma"/>
                <a:cs typeface="Tahoma"/>
              </a:rPr>
              <a:t>2.3</a:t>
            </a:r>
            <a:r>
              <a:rPr sz="4000" b="1" spc="-495" dirty="0">
                <a:latin typeface="Tahoma"/>
                <a:cs typeface="Tahoma"/>
              </a:rPr>
              <a:t> </a:t>
            </a:r>
            <a:r>
              <a:rPr sz="4000" b="1" spc="-265" dirty="0">
                <a:latin typeface="Tahoma"/>
                <a:cs typeface="Tahoma"/>
              </a:rPr>
              <a:t>Các</a:t>
            </a:r>
            <a:r>
              <a:rPr sz="4000" b="1" spc="-490" dirty="0">
                <a:latin typeface="Tahoma"/>
                <a:cs typeface="Tahoma"/>
              </a:rPr>
              <a:t> </a:t>
            </a:r>
            <a:r>
              <a:rPr sz="4000" b="1" spc="-459" dirty="0">
                <a:latin typeface="Tahoma"/>
                <a:cs typeface="Tahoma"/>
              </a:rPr>
              <a:t>thẻ</a:t>
            </a:r>
            <a:r>
              <a:rPr sz="4000" b="1" spc="-495" dirty="0">
                <a:latin typeface="Tahoma"/>
                <a:cs typeface="Tahoma"/>
              </a:rPr>
              <a:t> </a:t>
            </a:r>
            <a:r>
              <a:rPr sz="4000" b="1" spc="-630" dirty="0">
                <a:latin typeface="Tahoma"/>
                <a:cs typeface="Tahoma"/>
              </a:rPr>
              <a:t>HTML</a:t>
            </a:r>
            <a:r>
              <a:rPr sz="4000" b="1" spc="-490" dirty="0">
                <a:latin typeface="Tahoma"/>
                <a:cs typeface="Tahoma"/>
              </a:rPr>
              <a:t> </a:t>
            </a:r>
            <a:r>
              <a:rPr sz="4000" b="1" spc="-545" dirty="0">
                <a:latin typeface="Tahoma"/>
                <a:cs typeface="Tahoma"/>
              </a:rPr>
              <a:t>thông</a:t>
            </a:r>
            <a:r>
              <a:rPr sz="4000" b="1" spc="-500" dirty="0">
                <a:latin typeface="Tahoma"/>
                <a:cs typeface="Tahoma"/>
              </a:rPr>
              <a:t> </a:t>
            </a:r>
            <a:r>
              <a:rPr sz="4000" b="1" spc="-580" dirty="0">
                <a:latin typeface="Tahoma"/>
                <a:cs typeface="Tahoma"/>
              </a:rPr>
              <a:t>dụng</a:t>
            </a:r>
            <a:endParaRPr sz="4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60"/>
              </a:spcBef>
            </a:pPr>
            <a:endParaRPr sz="4000">
              <a:latin typeface="Tahoma"/>
              <a:cs typeface="Tahoma"/>
            </a:endParaRPr>
          </a:p>
          <a:p>
            <a:pPr marL="641985" indent="-629285">
              <a:lnSpc>
                <a:spcPct val="100000"/>
              </a:lnSpc>
              <a:buSzPts val="1200"/>
              <a:buFont typeface="Wingdings"/>
              <a:buChar char=""/>
              <a:tabLst>
                <a:tab pos="641985" algn="l"/>
              </a:tabLst>
            </a:pPr>
            <a:r>
              <a:rPr sz="4400" b="1" dirty="0">
                <a:latin typeface="Arial" panose="020B0604020202020204"/>
                <a:cs typeface="Arial" panose="020B0604020202020204"/>
              </a:rPr>
              <a:t>Formatting</a:t>
            </a:r>
            <a:r>
              <a:rPr sz="44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4400" b="1" dirty="0">
                <a:latin typeface="Arial" panose="020B0604020202020204"/>
                <a:cs typeface="Arial" panose="020B0604020202020204"/>
              </a:rPr>
              <a:t>(định</a:t>
            </a:r>
            <a:r>
              <a:rPr sz="4400" b="1" spc="20" dirty="0">
                <a:latin typeface="Arial" panose="020B0604020202020204"/>
                <a:cs typeface="Arial" panose="020B0604020202020204"/>
              </a:rPr>
              <a:t> </a:t>
            </a:r>
            <a:r>
              <a:rPr sz="4400" b="1" spc="-10" dirty="0">
                <a:latin typeface="Arial" panose="020B0604020202020204"/>
                <a:cs typeface="Arial" panose="020B0604020202020204"/>
              </a:rPr>
              <a:t>dạng)</a:t>
            </a:r>
            <a:endParaRPr sz="4400">
              <a:latin typeface="Arial" panose="020B0604020202020204"/>
              <a:cs typeface="Arial" panose="020B0604020202020204"/>
            </a:endParaRPr>
          </a:p>
          <a:p>
            <a:pPr marL="1331595" lvl="1" indent="-525145">
              <a:lnSpc>
                <a:spcPct val="100000"/>
              </a:lnSpc>
              <a:spcBef>
                <a:spcPts val="2175"/>
              </a:spcBef>
              <a:buSzPct val="46000"/>
              <a:buFont typeface="Tahoma"/>
              <a:buChar char="•"/>
              <a:tabLst>
                <a:tab pos="1331595" algn="l"/>
              </a:tabLst>
            </a:pPr>
            <a:r>
              <a:rPr sz="2400" dirty="0">
                <a:latin typeface="Arial MT"/>
                <a:cs typeface="Arial MT"/>
              </a:rPr>
              <a:t>&lt;b&gt;&lt;/b&gt;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(bold</a:t>
            </a:r>
            <a:r>
              <a:rPr sz="2400" spc="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-</a:t>
            </a:r>
            <a:r>
              <a:rPr sz="2400" spc="40" dirty="0">
                <a:latin typeface="Arial MT"/>
                <a:cs typeface="Arial MT"/>
              </a:rPr>
              <a:t> </a:t>
            </a:r>
            <a:r>
              <a:rPr sz="2400" dirty="0">
                <a:latin typeface="Tahoma"/>
                <a:cs typeface="Tahoma"/>
              </a:rPr>
              <a:t>in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spc="-45" dirty="0">
                <a:latin typeface="Tahoma"/>
                <a:cs typeface="Tahoma"/>
              </a:rPr>
              <a:t>đậm):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spc="95" dirty="0">
                <a:latin typeface="Tahoma"/>
                <a:cs typeface="Tahoma"/>
              </a:rPr>
              <a:t>Văn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bản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in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đậm</a:t>
            </a:r>
            <a:endParaRPr sz="2400">
              <a:latin typeface="Tahoma"/>
              <a:cs typeface="Tahoma"/>
            </a:endParaRPr>
          </a:p>
          <a:p>
            <a:pPr marL="1331595" lvl="1" indent="-525145">
              <a:lnSpc>
                <a:spcPct val="100000"/>
              </a:lnSpc>
              <a:spcBef>
                <a:spcPts val="1630"/>
              </a:spcBef>
              <a:buSzPct val="46000"/>
              <a:buChar char="•"/>
              <a:tabLst>
                <a:tab pos="1331595" algn="l"/>
              </a:tabLst>
            </a:pPr>
            <a:r>
              <a:rPr sz="2400" spc="-105" dirty="0">
                <a:latin typeface="Tahoma"/>
                <a:cs typeface="Tahoma"/>
              </a:rPr>
              <a:t>&lt;strong&gt;&lt;/strong&gt;: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95" dirty="0">
                <a:latin typeface="Tahoma"/>
                <a:cs typeface="Tahoma"/>
              </a:rPr>
              <a:t>Văn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bản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in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đậm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50" dirty="0">
                <a:latin typeface="Tahoma"/>
                <a:cs typeface="Tahoma"/>
              </a:rPr>
              <a:t>và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quan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trọng</a:t>
            </a:r>
            <a:endParaRPr sz="2400">
              <a:latin typeface="Tahoma"/>
              <a:cs typeface="Tahoma"/>
            </a:endParaRPr>
          </a:p>
          <a:p>
            <a:pPr marL="1331595" lvl="1" indent="-525145">
              <a:lnSpc>
                <a:spcPct val="100000"/>
              </a:lnSpc>
              <a:spcBef>
                <a:spcPts val="1630"/>
              </a:spcBef>
              <a:buSzPct val="46000"/>
              <a:buFont typeface="Tahoma"/>
              <a:buChar char="•"/>
              <a:tabLst>
                <a:tab pos="1331595" algn="l"/>
              </a:tabLst>
            </a:pPr>
            <a:r>
              <a:rPr sz="2400" dirty="0">
                <a:latin typeface="Arial MT"/>
                <a:cs typeface="Arial MT"/>
              </a:rPr>
              <a:t>&lt;i&gt;&lt;/i&gt;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(italic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-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dirty="0">
                <a:latin typeface="Tahoma"/>
                <a:cs typeface="Tahoma"/>
              </a:rPr>
              <a:t>in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nghiêng):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95" dirty="0">
                <a:latin typeface="Tahoma"/>
                <a:cs typeface="Tahoma"/>
              </a:rPr>
              <a:t>Văn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bản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in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nghiêng</a:t>
            </a:r>
            <a:endParaRPr sz="2400">
              <a:latin typeface="Tahoma"/>
              <a:cs typeface="Tahoma"/>
            </a:endParaRPr>
          </a:p>
          <a:p>
            <a:pPr marL="1331595" lvl="1" indent="-525145">
              <a:lnSpc>
                <a:spcPct val="100000"/>
              </a:lnSpc>
              <a:spcBef>
                <a:spcPts val="1630"/>
              </a:spcBef>
              <a:buSzPct val="46000"/>
              <a:buFont typeface="Tahoma"/>
              <a:buChar char="•"/>
              <a:tabLst>
                <a:tab pos="1331595" algn="l"/>
              </a:tabLst>
            </a:pPr>
            <a:r>
              <a:rPr sz="2400" dirty="0">
                <a:latin typeface="Arial MT"/>
                <a:cs typeface="Arial MT"/>
              </a:rPr>
              <a:t>&lt;em&gt;&lt;/em&gt;</a:t>
            </a:r>
            <a:r>
              <a:rPr sz="2400" spc="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(emphasized</a:t>
            </a:r>
            <a:r>
              <a:rPr sz="2400" spc="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-</a:t>
            </a:r>
            <a:r>
              <a:rPr sz="2400" spc="75" dirty="0">
                <a:latin typeface="Arial MT"/>
                <a:cs typeface="Arial MT"/>
              </a:rPr>
              <a:t> </a:t>
            </a:r>
            <a:r>
              <a:rPr sz="2400" dirty="0">
                <a:latin typeface="Tahoma"/>
                <a:cs typeface="Tahoma"/>
              </a:rPr>
              <a:t>nhấn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mạnh):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spc="95" dirty="0">
                <a:latin typeface="Tahoma"/>
                <a:cs typeface="Tahoma"/>
              </a:rPr>
              <a:t>Văn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bản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in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nghiêng </a:t>
            </a:r>
            <a:r>
              <a:rPr sz="2400" spc="50" dirty="0">
                <a:latin typeface="Tahoma"/>
                <a:cs typeface="Tahoma"/>
              </a:rPr>
              <a:t>và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quan</a:t>
            </a:r>
            <a:r>
              <a:rPr sz="2400" spc="-10" dirty="0">
                <a:latin typeface="Tahoma"/>
                <a:cs typeface="Tahoma"/>
              </a:rPr>
              <a:t> trọng</a:t>
            </a:r>
            <a:endParaRPr sz="2400">
              <a:latin typeface="Tahoma"/>
              <a:cs typeface="Tahoma"/>
            </a:endParaRPr>
          </a:p>
          <a:p>
            <a:pPr marL="1331595" lvl="1" indent="-525145">
              <a:lnSpc>
                <a:spcPct val="100000"/>
              </a:lnSpc>
              <a:spcBef>
                <a:spcPts val="1630"/>
              </a:spcBef>
              <a:buSzPct val="46000"/>
              <a:buChar char="•"/>
              <a:tabLst>
                <a:tab pos="1331595" algn="l"/>
              </a:tabLst>
            </a:pPr>
            <a:r>
              <a:rPr sz="2400" spc="-95" dirty="0">
                <a:latin typeface="Tahoma"/>
                <a:cs typeface="Tahoma"/>
              </a:rPr>
              <a:t>&lt;small&gt;&lt;/small&gt;: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spc="95" dirty="0">
                <a:latin typeface="Tahoma"/>
                <a:cs typeface="Tahoma"/>
              </a:rPr>
              <a:t>Văn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bản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95" dirty="0">
                <a:latin typeface="Tahoma"/>
                <a:cs typeface="Tahoma"/>
              </a:rPr>
              <a:t>chữ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nhỏ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55" dirty="0">
                <a:latin typeface="Tahoma"/>
                <a:cs typeface="Tahoma"/>
              </a:rPr>
              <a:t>hơn</a:t>
            </a:r>
            <a:endParaRPr sz="2400">
              <a:latin typeface="Tahoma"/>
              <a:cs typeface="Tahoma"/>
            </a:endParaRPr>
          </a:p>
          <a:p>
            <a:pPr marL="1331595" lvl="1" indent="-525145">
              <a:lnSpc>
                <a:spcPct val="100000"/>
              </a:lnSpc>
              <a:spcBef>
                <a:spcPts val="1630"/>
              </a:spcBef>
              <a:buSzPct val="46000"/>
              <a:buFont typeface="Tahoma"/>
              <a:buChar char="•"/>
              <a:tabLst>
                <a:tab pos="1331595" algn="l"/>
              </a:tabLst>
            </a:pPr>
            <a:r>
              <a:rPr sz="2400" dirty="0">
                <a:latin typeface="Arial MT"/>
                <a:cs typeface="Arial MT"/>
              </a:rPr>
              <a:t>&lt;sub&gt;&lt;/sub&gt;</a:t>
            </a:r>
            <a:r>
              <a:rPr sz="2400" spc="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(subscripted</a:t>
            </a:r>
            <a:r>
              <a:rPr sz="2400" spc="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-</a:t>
            </a:r>
            <a:r>
              <a:rPr sz="2400" spc="65" dirty="0">
                <a:latin typeface="Arial MT"/>
                <a:cs typeface="Arial MT"/>
              </a:rPr>
              <a:t> </a:t>
            </a:r>
            <a:r>
              <a:rPr sz="2400" dirty="0">
                <a:latin typeface="Tahoma"/>
                <a:cs typeface="Tahoma"/>
              </a:rPr>
              <a:t>chỉ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100" dirty="0">
                <a:latin typeface="Tahoma"/>
                <a:cs typeface="Tahoma"/>
              </a:rPr>
              <a:t>số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dưới):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95" dirty="0">
                <a:latin typeface="Tahoma"/>
                <a:cs typeface="Tahoma"/>
              </a:rPr>
              <a:t>Văn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bản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75" dirty="0">
                <a:latin typeface="Tahoma"/>
                <a:cs typeface="Tahoma"/>
              </a:rPr>
              <a:t>có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chỉ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100" dirty="0">
                <a:latin typeface="Tahoma"/>
                <a:cs typeface="Tahoma"/>
              </a:rPr>
              <a:t>số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85" dirty="0">
                <a:latin typeface="Tahoma"/>
                <a:cs typeface="Tahoma"/>
              </a:rPr>
              <a:t>dưới</a:t>
            </a:r>
            <a:endParaRPr sz="2400">
              <a:latin typeface="Tahoma"/>
              <a:cs typeface="Tahoma"/>
            </a:endParaRPr>
          </a:p>
          <a:p>
            <a:pPr marL="1331595" lvl="1" indent="-525145">
              <a:lnSpc>
                <a:spcPct val="100000"/>
              </a:lnSpc>
              <a:spcBef>
                <a:spcPts val="1630"/>
              </a:spcBef>
              <a:buSzPct val="46000"/>
              <a:buFont typeface="Tahoma"/>
              <a:buChar char="•"/>
              <a:tabLst>
                <a:tab pos="1331595" algn="l"/>
              </a:tabLst>
            </a:pPr>
            <a:r>
              <a:rPr sz="2400" dirty="0">
                <a:latin typeface="Arial MT"/>
                <a:cs typeface="Arial MT"/>
              </a:rPr>
              <a:t>&lt;sup&gt;&lt;/sup&gt;</a:t>
            </a:r>
            <a:r>
              <a:rPr sz="2400" spc="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(superscripted</a:t>
            </a:r>
            <a:r>
              <a:rPr sz="2400" spc="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-</a:t>
            </a:r>
            <a:r>
              <a:rPr sz="2400" spc="65" dirty="0">
                <a:latin typeface="Arial MT"/>
                <a:cs typeface="Arial MT"/>
              </a:rPr>
              <a:t> </a:t>
            </a:r>
            <a:r>
              <a:rPr sz="2400" dirty="0">
                <a:latin typeface="Tahoma"/>
                <a:cs typeface="Tahoma"/>
              </a:rPr>
              <a:t>chỉ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spc="100" dirty="0">
                <a:latin typeface="Tahoma"/>
                <a:cs typeface="Tahoma"/>
              </a:rPr>
              <a:t>số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60" dirty="0">
                <a:latin typeface="Tahoma"/>
                <a:cs typeface="Tahoma"/>
              </a:rPr>
              <a:t>trên):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95" dirty="0">
                <a:latin typeface="Tahoma"/>
                <a:cs typeface="Tahoma"/>
              </a:rPr>
              <a:t>Văn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bản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75" dirty="0">
                <a:latin typeface="Tahoma"/>
                <a:cs typeface="Tahoma"/>
              </a:rPr>
              <a:t>có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chỉ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100" dirty="0">
                <a:latin typeface="Tahoma"/>
                <a:cs typeface="Tahoma"/>
              </a:rPr>
              <a:t>số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trên</a:t>
            </a:r>
            <a:endParaRPr sz="2400">
              <a:latin typeface="Tahoma"/>
              <a:cs typeface="Tahoma"/>
            </a:endParaRPr>
          </a:p>
          <a:p>
            <a:pPr marL="1331595" lvl="1" indent="-525145">
              <a:lnSpc>
                <a:spcPct val="100000"/>
              </a:lnSpc>
              <a:spcBef>
                <a:spcPts val="1630"/>
              </a:spcBef>
              <a:buSzPct val="46000"/>
              <a:buFont typeface="Tahoma"/>
              <a:buChar char="•"/>
              <a:tabLst>
                <a:tab pos="1331595" algn="l"/>
              </a:tabLst>
            </a:pPr>
            <a:r>
              <a:rPr sz="2400" dirty="0">
                <a:latin typeface="Arial MT"/>
                <a:cs typeface="Arial MT"/>
              </a:rPr>
              <a:t>&lt;ins&gt;&lt;/ins&gt;</a:t>
            </a:r>
            <a:r>
              <a:rPr sz="2400" spc="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(inserted</a:t>
            </a:r>
            <a:r>
              <a:rPr sz="2400" spc="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-</a:t>
            </a:r>
            <a:r>
              <a:rPr sz="2400" spc="65" dirty="0">
                <a:latin typeface="Arial MT"/>
                <a:cs typeface="Arial MT"/>
              </a:rPr>
              <a:t> </a:t>
            </a:r>
            <a:r>
              <a:rPr sz="2400" dirty="0">
                <a:latin typeface="Tahoma"/>
                <a:cs typeface="Tahoma"/>
              </a:rPr>
              <a:t>chèn):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95" dirty="0">
                <a:latin typeface="Tahoma"/>
                <a:cs typeface="Tahoma"/>
              </a:rPr>
              <a:t>Văn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bản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125" dirty="0">
                <a:latin typeface="Tahoma"/>
                <a:cs typeface="Tahoma"/>
              </a:rPr>
              <a:t>được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chèn,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75" dirty="0">
                <a:latin typeface="Tahoma"/>
                <a:cs typeface="Tahoma"/>
              </a:rPr>
              <a:t>có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50" dirty="0">
                <a:latin typeface="Tahoma"/>
                <a:cs typeface="Tahoma"/>
              </a:rPr>
              <a:t>gạch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50" dirty="0">
                <a:latin typeface="Tahoma"/>
                <a:cs typeface="Tahoma"/>
              </a:rPr>
              <a:t>chân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bên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70" dirty="0">
                <a:latin typeface="Tahoma"/>
                <a:cs typeface="Tahoma"/>
              </a:rPr>
              <a:t>dưới.</a:t>
            </a:r>
            <a:endParaRPr sz="2400">
              <a:latin typeface="Tahoma"/>
              <a:cs typeface="Tahoma"/>
            </a:endParaRPr>
          </a:p>
          <a:p>
            <a:pPr marL="1331595" lvl="1" indent="-525145">
              <a:lnSpc>
                <a:spcPct val="100000"/>
              </a:lnSpc>
              <a:spcBef>
                <a:spcPts val="1625"/>
              </a:spcBef>
              <a:buSzPct val="46000"/>
              <a:buFont typeface="Tahoma"/>
              <a:buChar char="•"/>
              <a:tabLst>
                <a:tab pos="1331595" algn="l"/>
              </a:tabLst>
            </a:pPr>
            <a:r>
              <a:rPr sz="2400" dirty="0">
                <a:latin typeface="Arial MT"/>
                <a:cs typeface="Arial MT"/>
              </a:rPr>
              <a:t>&lt;del&gt;&lt;/del&gt;</a:t>
            </a:r>
            <a:r>
              <a:rPr sz="2400" spc="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(deleted</a:t>
            </a:r>
            <a:r>
              <a:rPr sz="2400" spc="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-</a:t>
            </a:r>
            <a:r>
              <a:rPr sz="2400" spc="50" dirty="0">
                <a:latin typeface="Arial MT"/>
                <a:cs typeface="Arial MT"/>
              </a:rPr>
              <a:t> </a:t>
            </a:r>
            <a:r>
              <a:rPr sz="2400" dirty="0">
                <a:latin typeface="Tahoma"/>
                <a:cs typeface="Tahoma"/>
              </a:rPr>
              <a:t>đã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xóa):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95" dirty="0">
                <a:latin typeface="Tahoma"/>
                <a:cs typeface="Tahoma"/>
              </a:rPr>
              <a:t>Văn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bản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đã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xóa</a:t>
            </a:r>
            <a:endParaRPr sz="2400">
              <a:latin typeface="Tahoma"/>
              <a:cs typeface="Tahoma"/>
            </a:endParaRPr>
          </a:p>
          <a:p>
            <a:pPr marL="1331595" lvl="1" indent="-525145">
              <a:lnSpc>
                <a:spcPct val="100000"/>
              </a:lnSpc>
              <a:spcBef>
                <a:spcPts val="1630"/>
              </a:spcBef>
              <a:buSzPct val="46000"/>
              <a:buFont typeface="Tahoma"/>
              <a:buChar char="•"/>
              <a:tabLst>
                <a:tab pos="1331595" algn="l"/>
              </a:tabLst>
            </a:pPr>
            <a:r>
              <a:rPr sz="2400" dirty="0">
                <a:latin typeface="Arial MT"/>
                <a:cs typeface="Arial MT"/>
              </a:rPr>
              <a:t>&lt;mark&gt;&lt;/mark&gt;</a:t>
            </a:r>
            <a:r>
              <a:rPr sz="2400" spc="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(marked</a:t>
            </a:r>
            <a:r>
              <a:rPr sz="2400" spc="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-</a:t>
            </a:r>
            <a:r>
              <a:rPr sz="2400" spc="60" dirty="0">
                <a:latin typeface="Arial MT"/>
                <a:cs typeface="Arial MT"/>
              </a:rPr>
              <a:t> </a:t>
            </a:r>
            <a:r>
              <a:rPr sz="2400" dirty="0">
                <a:latin typeface="Tahoma"/>
                <a:cs typeface="Tahoma"/>
              </a:rPr>
              <a:t>đánh </a:t>
            </a:r>
            <a:r>
              <a:rPr sz="2400" spc="-25" dirty="0">
                <a:latin typeface="Tahoma"/>
                <a:cs typeface="Tahoma"/>
              </a:rPr>
              <a:t>dấu):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spc="95" dirty="0">
                <a:latin typeface="Tahoma"/>
                <a:cs typeface="Tahoma"/>
              </a:rPr>
              <a:t>Văn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bản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125" dirty="0">
                <a:latin typeface="Tahoma"/>
                <a:cs typeface="Tahoma"/>
              </a:rPr>
              <a:t>được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đánh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dấu</a:t>
            </a:r>
            <a:endParaRPr sz="2400" spc="-25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484" dirty="0"/>
              <a:t>CHƯƠNG</a:t>
            </a:r>
            <a:r>
              <a:rPr spc="-580" dirty="0"/>
              <a:t> </a:t>
            </a:r>
            <a:r>
              <a:rPr spc="-919" dirty="0"/>
              <a:t>II:</a:t>
            </a:r>
            <a:r>
              <a:rPr spc="-575" dirty="0"/>
              <a:t> </a:t>
            </a:r>
            <a:r>
              <a:rPr spc="-715" dirty="0"/>
              <a:t>HTML</a:t>
            </a:r>
            <a:r>
              <a:rPr spc="-585" dirty="0"/>
              <a:t> </a:t>
            </a:r>
            <a:r>
              <a:rPr spc="-905" dirty="0"/>
              <a:t>&amp;</a:t>
            </a:r>
            <a:r>
              <a:rPr spc="-580" dirty="0"/>
              <a:t> </a:t>
            </a:r>
            <a:r>
              <a:rPr spc="-715" dirty="0"/>
              <a:t>HTML5</a:t>
            </a:r>
            <a:endParaRPr spc="-715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xfrm>
            <a:off x="601345" y="10674350"/>
            <a:ext cx="5245100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85" dirty="0">
                <a:solidFill>
                  <a:schemeClr val="tx1"/>
                </a:solidFill>
              </a:rPr>
              <a:t>THIẾT </a:t>
            </a:r>
            <a:r>
              <a:rPr spc="-110" dirty="0">
                <a:solidFill>
                  <a:schemeClr val="tx1"/>
                </a:solidFill>
              </a:rPr>
              <a:t>KẾ</a:t>
            </a:r>
            <a:r>
              <a:rPr spc="-190" dirty="0">
                <a:solidFill>
                  <a:schemeClr val="tx1"/>
                </a:solidFill>
              </a:rPr>
              <a:t> </a:t>
            </a:r>
            <a:r>
              <a:rPr spc="-110" dirty="0">
                <a:solidFill>
                  <a:schemeClr val="tx1"/>
                </a:solidFill>
              </a:rPr>
              <a:t>WEB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VÀ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45" dirty="0">
                <a:solidFill>
                  <a:schemeClr val="tx1"/>
                </a:solidFill>
              </a:rPr>
              <a:t>TRIỂN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KHAI</a:t>
            </a:r>
            <a:r>
              <a:rPr spc="-200" dirty="0">
                <a:solidFill>
                  <a:schemeClr val="tx1"/>
                </a:solidFill>
              </a:rPr>
              <a:t> </a:t>
            </a:r>
            <a:r>
              <a:rPr spc="-80" dirty="0">
                <a:solidFill>
                  <a:schemeClr val="tx1"/>
                </a:solidFill>
              </a:rPr>
              <a:t>HỆ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95" dirty="0">
                <a:solidFill>
                  <a:schemeClr val="tx1"/>
                </a:solidFill>
              </a:rPr>
              <a:t>THỐNG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75" dirty="0">
                <a:solidFill>
                  <a:schemeClr val="tx1"/>
                </a:solidFill>
              </a:rPr>
              <a:t>PHẦN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25" dirty="0">
                <a:solidFill>
                  <a:schemeClr val="tx1"/>
                </a:solidFill>
              </a:rPr>
              <a:t>MỀM</a:t>
            </a:r>
            <a:endParaRPr spc="-20" dirty="0">
              <a:solidFill>
                <a:schemeClr val="tx1"/>
              </a:solidFill>
            </a:endParaRPr>
          </a:p>
        </p:txBody>
      </p:sp>
      <p:sp>
        <p:nvSpPr>
          <p:cNvPr id="16" name="object 6"/>
          <p:cNvSpPr/>
          <p:nvPr/>
        </p:nvSpPr>
        <p:spPr>
          <a:xfrm>
            <a:off x="523544" y="10447221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8063A1"/>
            </a:solidFill>
          </a:ln>
        </p:spPr>
        <p:txBody>
          <a:bodyPr wrap="square" lIns="0" tIns="0" rIns="0" bIns="0" rtlCol="0"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71926" y="2201978"/>
            <a:ext cx="9552239" cy="2845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55790" y="2758955"/>
            <a:ext cx="15132685" cy="6231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36750">
              <a:lnSpc>
                <a:spcPct val="100000"/>
              </a:lnSpc>
              <a:spcBef>
                <a:spcPts val="100"/>
              </a:spcBef>
            </a:pPr>
            <a:r>
              <a:rPr sz="4400" b="1" spc="-465" dirty="0">
                <a:latin typeface="Tahoma"/>
                <a:cs typeface="Tahoma"/>
              </a:rPr>
              <a:t>2.3</a:t>
            </a:r>
            <a:r>
              <a:rPr sz="4400" b="1" spc="-495" dirty="0">
                <a:latin typeface="Tahoma"/>
                <a:cs typeface="Tahoma"/>
              </a:rPr>
              <a:t> </a:t>
            </a:r>
            <a:r>
              <a:rPr sz="4400" b="1" spc="-265" dirty="0">
                <a:latin typeface="Tahoma"/>
                <a:cs typeface="Tahoma"/>
              </a:rPr>
              <a:t>Các</a:t>
            </a:r>
            <a:r>
              <a:rPr sz="4400" b="1" spc="-490" dirty="0">
                <a:latin typeface="Tahoma"/>
                <a:cs typeface="Tahoma"/>
              </a:rPr>
              <a:t> </a:t>
            </a:r>
            <a:r>
              <a:rPr sz="4400" b="1" spc="-459" dirty="0">
                <a:latin typeface="Tahoma"/>
                <a:cs typeface="Tahoma"/>
              </a:rPr>
              <a:t>thẻ</a:t>
            </a:r>
            <a:r>
              <a:rPr sz="4400" b="1" spc="-495" dirty="0">
                <a:latin typeface="Tahoma"/>
                <a:cs typeface="Tahoma"/>
              </a:rPr>
              <a:t> </a:t>
            </a:r>
            <a:r>
              <a:rPr sz="4400" b="1" spc="-630" dirty="0">
                <a:latin typeface="Tahoma"/>
                <a:cs typeface="Tahoma"/>
              </a:rPr>
              <a:t>HTML</a:t>
            </a:r>
            <a:r>
              <a:rPr sz="4400" b="1" spc="-490" dirty="0">
                <a:latin typeface="Tahoma"/>
                <a:cs typeface="Tahoma"/>
              </a:rPr>
              <a:t> </a:t>
            </a:r>
            <a:r>
              <a:rPr sz="4400" b="1" spc="-545" dirty="0">
                <a:latin typeface="Tahoma"/>
                <a:cs typeface="Tahoma"/>
              </a:rPr>
              <a:t>thông</a:t>
            </a:r>
            <a:r>
              <a:rPr sz="4400" b="1" spc="-500" dirty="0">
                <a:latin typeface="Tahoma"/>
                <a:cs typeface="Tahoma"/>
              </a:rPr>
              <a:t> </a:t>
            </a:r>
            <a:r>
              <a:rPr sz="4400" b="1" spc="-580" dirty="0">
                <a:latin typeface="Tahoma"/>
                <a:cs typeface="Tahoma"/>
              </a:rPr>
              <a:t>dụng</a:t>
            </a:r>
            <a:endParaRPr sz="4400">
              <a:latin typeface="Tahoma"/>
              <a:cs typeface="Tahoma"/>
            </a:endParaRPr>
          </a:p>
          <a:p>
            <a:pPr marL="641985" indent="-629285">
              <a:lnSpc>
                <a:spcPct val="100000"/>
              </a:lnSpc>
              <a:spcBef>
                <a:spcPts val="3750"/>
              </a:spcBef>
              <a:buSzPct val="36000"/>
              <a:buFont typeface="Wingdings"/>
              <a:buChar char=""/>
              <a:tabLst>
                <a:tab pos="641985" algn="l"/>
              </a:tabLst>
            </a:pPr>
            <a:r>
              <a:rPr sz="3300" b="1" dirty="0">
                <a:latin typeface="Arial" panose="020B0604020202020204"/>
                <a:cs typeface="Arial" panose="020B0604020202020204"/>
              </a:rPr>
              <a:t>Thẻ</a:t>
            </a:r>
            <a:r>
              <a:rPr sz="3300" b="1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3300" b="1" dirty="0">
                <a:latin typeface="Arial" panose="020B0604020202020204"/>
                <a:cs typeface="Arial" panose="020B0604020202020204"/>
              </a:rPr>
              <a:t>a</a:t>
            </a:r>
            <a:r>
              <a:rPr sz="3300" b="1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3300" b="1" dirty="0">
                <a:latin typeface="Arial" panose="020B0604020202020204"/>
                <a:cs typeface="Arial" panose="020B0604020202020204"/>
              </a:rPr>
              <a:t>(chèn</a:t>
            </a:r>
            <a:r>
              <a:rPr sz="3300" b="1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3300" b="1" dirty="0">
                <a:latin typeface="Arial" panose="020B0604020202020204"/>
                <a:cs typeface="Arial" panose="020B0604020202020204"/>
              </a:rPr>
              <a:t>liên</a:t>
            </a:r>
            <a:r>
              <a:rPr sz="3300" b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3300" b="1" dirty="0">
                <a:latin typeface="Arial" panose="020B0604020202020204"/>
                <a:cs typeface="Arial" panose="020B0604020202020204"/>
              </a:rPr>
              <a:t>kết</a:t>
            </a:r>
            <a:r>
              <a:rPr sz="3300" b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3300" b="1" dirty="0">
                <a:latin typeface="Arial" panose="020B0604020202020204"/>
                <a:cs typeface="Arial" panose="020B0604020202020204"/>
              </a:rPr>
              <a:t>–</a:t>
            </a:r>
            <a:r>
              <a:rPr sz="3300" b="1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3300" b="1" spc="-10" dirty="0">
                <a:latin typeface="Arial" panose="020B0604020202020204"/>
                <a:cs typeface="Arial" panose="020B0604020202020204"/>
              </a:rPr>
              <a:t>link)</a:t>
            </a:r>
            <a:endParaRPr sz="3300">
              <a:latin typeface="Arial" panose="020B0604020202020204"/>
              <a:cs typeface="Arial" panose="020B0604020202020204"/>
            </a:endParaRPr>
          </a:p>
          <a:p>
            <a:pPr marL="1331595" lvl="1" indent="-525145">
              <a:lnSpc>
                <a:spcPct val="100000"/>
              </a:lnSpc>
              <a:spcBef>
                <a:spcPts val="1885"/>
              </a:spcBef>
              <a:buSzPct val="41000"/>
              <a:buChar char="•"/>
              <a:tabLst>
                <a:tab pos="1331595" algn="l"/>
              </a:tabLst>
            </a:pPr>
            <a:r>
              <a:rPr sz="2950" spc="-240" dirty="0">
                <a:latin typeface="Tahoma"/>
                <a:cs typeface="Tahoma"/>
              </a:rPr>
              <a:t>Thẻ</a:t>
            </a:r>
            <a:r>
              <a:rPr sz="2950" spc="-360" dirty="0">
                <a:latin typeface="Tahoma"/>
                <a:cs typeface="Tahoma"/>
              </a:rPr>
              <a:t> </a:t>
            </a:r>
            <a:r>
              <a:rPr sz="2950" spc="-465" dirty="0">
                <a:latin typeface="Tahoma"/>
                <a:cs typeface="Tahoma"/>
              </a:rPr>
              <a:t>&lt;a&gt;&lt;/a&gt;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30" dirty="0">
                <a:latin typeface="Tahoma"/>
                <a:cs typeface="Tahoma"/>
              </a:rPr>
              <a:t>(anchor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80" dirty="0">
                <a:latin typeface="Tahoma"/>
                <a:cs typeface="Tahoma"/>
              </a:rPr>
              <a:t>-</a:t>
            </a:r>
            <a:r>
              <a:rPr sz="2950" spc="-350" dirty="0">
                <a:latin typeface="Tahoma"/>
                <a:cs typeface="Tahoma"/>
              </a:rPr>
              <a:t> </a:t>
            </a:r>
            <a:r>
              <a:rPr sz="2950" spc="-150" dirty="0">
                <a:latin typeface="Tahoma"/>
                <a:cs typeface="Tahoma"/>
              </a:rPr>
              <a:t>mỏ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60" dirty="0">
                <a:latin typeface="Tahoma"/>
                <a:cs typeface="Tahoma"/>
              </a:rPr>
              <a:t>neo)</a:t>
            </a:r>
            <a:r>
              <a:rPr sz="2950" spc="-350" dirty="0">
                <a:latin typeface="Tahoma"/>
                <a:cs typeface="Tahoma"/>
              </a:rPr>
              <a:t> </a:t>
            </a:r>
            <a:r>
              <a:rPr sz="2950" spc="-45" dirty="0">
                <a:latin typeface="Tahoma"/>
                <a:cs typeface="Tahoma"/>
              </a:rPr>
              <a:t>là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35" dirty="0">
                <a:latin typeface="Tahoma"/>
                <a:cs typeface="Tahoma"/>
              </a:rPr>
              <a:t>thẻ</a:t>
            </a:r>
            <a:r>
              <a:rPr sz="2950" spc="-350" dirty="0">
                <a:latin typeface="Tahoma"/>
                <a:cs typeface="Tahoma"/>
              </a:rPr>
              <a:t> </a:t>
            </a:r>
            <a:r>
              <a:rPr sz="2950" spc="-155" dirty="0">
                <a:latin typeface="Tahoma"/>
                <a:cs typeface="Tahoma"/>
              </a:rPr>
              <a:t>để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10" dirty="0">
                <a:latin typeface="Tahoma"/>
                <a:cs typeface="Tahoma"/>
              </a:rPr>
              <a:t>khi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click</a:t>
            </a:r>
            <a:r>
              <a:rPr sz="2950" spc="-350" dirty="0">
                <a:latin typeface="Tahoma"/>
                <a:cs typeface="Tahoma"/>
              </a:rPr>
              <a:t> </a:t>
            </a:r>
            <a:r>
              <a:rPr sz="2950" spc="-160" dirty="0">
                <a:latin typeface="Tahoma"/>
                <a:cs typeface="Tahoma"/>
              </a:rPr>
              <a:t>vào</a:t>
            </a:r>
            <a:r>
              <a:rPr sz="2950" spc="-350" dirty="0">
                <a:latin typeface="Tahoma"/>
                <a:cs typeface="Tahoma"/>
              </a:rPr>
              <a:t> </a:t>
            </a:r>
            <a:r>
              <a:rPr sz="2950" spc="-135" dirty="0">
                <a:latin typeface="Tahoma"/>
                <a:cs typeface="Tahoma"/>
              </a:rPr>
              <a:t>thẻ</a:t>
            </a:r>
            <a:r>
              <a:rPr sz="2950" spc="-350" dirty="0">
                <a:latin typeface="Tahoma"/>
                <a:cs typeface="Tahoma"/>
              </a:rPr>
              <a:t> </a:t>
            </a:r>
            <a:r>
              <a:rPr sz="2950" spc="-140" dirty="0">
                <a:latin typeface="Tahoma"/>
                <a:cs typeface="Tahoma"/>
              </a:rPr>
              <a:t>đó</a:t>
            </a:r>
            <a:r>
              <a:rPr sz="2950" spc="-350" dirty="0">
                <a:latin typeface="Tahoma"/>
                <a:cs typeface="Tahoma"/>
              </a:rPr>
              <a:t> </a:t>
            </a:r>
            <a:r>
              <a:rPr sz="2950" spc="-65" dirty="0">
                <a:latin typeface="Tahoma"/>
                <a:cs typeface="Tahoma"/>
              </a:rPr>
              <a:t>sẽ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30" dirty="0">
                <a:latin typeface="Tahoma"/>
                <a:cs typeface="Tahoma"/>
              </a:rPr>
              <a:t>chuyển</a:t>
            </a:r>
            <a:r>
              <a:rPr sz="2950" spc="-350" dirty="0">
                <a:latin typeface="Tahoma"/>
                <a:cs typeface="Tahoma"/>
              </a:rPr>
              <a:t> </a:t>
            </a:r>
            <a:r>
              <a:rPr sz="2950" spc="-190" dirty="0">
                <a:latin typeface="Tahoma"/>
                <a:cs typeface="Tahoma"/>
              </a:rPr>
              <a:t>hướng</a:t>
            </a:r>
            <a:r>
              <a:rPr sz="2950" spc="-350" dirty="0">
                <a:latin typeface="Tahoma"/>
                <a:cs typeface="Tahoma"/>
              </a:rPr>
              <a:t> </a:t>
            </a:r>
            <a:r>
              <a:rPr sz="2950" spc="-155" dirty="0">
                <a:latin typeface="Tahoma"/>
                <a:cs typeface="Tahoma"/>
              </a:rPr>
              <a:t>đến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95" dirty="0">
                <a:latin typeface="Tahoma"/>
                <a:cs typeface="Tahoma"/>
              </a:rPr>
              <a:t>trang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20" dirty="0">
                <a:latin typeface="Tahoma"/>
                <a:cs typeface="Tahoma"/>
              </a:rPr>
              <a:t>khác.</a:t>
            </a:r>
            <a:endParaRPr sz="2950">
              <a:latin typeface="Tahoma"/>
              <a:cs typeface="Tahoma"/>
            </a:endParaRPr>
          </a:p>
          <a:p>
            <a:pPr marL="642620">
              <a:lnSpc>
                <a:spcPct val="100000"/>
              </a:lnSpc>
              <a:spcBef>
                <a:spcPts val="1160"/>
              </a:spcBef>
              <a:tabLst>
                <a:tab pos="2533015" algn="l"/>
              </a:tabLst>
            </a:pPr>
            <a:r>
              <a:rPr sz="2950" b="1" spc="-220" dirty="0">
                <a:latin typeface="Tahoma"/>
                <a:cs typeface="Tahoma"/>
              </a:rPr>
              <a:t>Cú</a:t>
            </a:r>
            <a:r>
              <a:rPr sz="2950" b="1" spc="-315" dirty="0">
                <a:latin typeface="Tahoma"/>
                <a:cs typeface="Tahoma"/>
              </a:rPr>
              <a:t> pháp:</a:t>
            </a:r>
            <a:r>
              <a:rPr sz="2950" b="1" dirty="0">
                <a:latin typeface="Tahoma"/>
                <a:cs typeface="Tahoma"/>
              </a:rPr>
              <a:t>	</a:t>
            </a:r>
            <a:r>
              <a:rPr sz="295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&lt;a</a:t>
            </a:r>
            <a:r>
              <a:rPr sz="2950" spc="-15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950" spc="-1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href</a:t>
            </a:r>
            <a:r>
              <a:rPr sz="2950" spc="-10" dirty="0">
                <a:latin typeface="Courier New" panose="02070309020205020404"/>
                <a:cs typeface="Courier New" panose="02070309020205020404"/>
              </a:rPr>
              <a:t>=</a:t>
            </a:r>
            <a:r>
              <a:rPr sz="2950" b="1" spc="-10" dirty="0">
                <a:solidFill>
                  <a:srgbClr val="8000FF"/>
                </a:solidFill>
                <a:latin typeface="Courier New" panose="02070309020205020404"/>
                <a:cs typeface="Courier New" panose="02070309020205020404"/>
              </a:rPr>
              <a:t>"url"</a:t>
            </a:r>
            <a:r>
              <a:rPr sz="2950" spc="-1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&gt;</a:t>
            </a:r>
            <a:r>
              <a:rPr sz="2950" b="1" spc="-10" dirty="0">
                <a:latin typeface="Courier New" panose="02070309020205020404"/>
                <a:cs typeface="Courier New" panose="02070309020205020404"/>
              </a:rPr>
              <a:t>Text</a:t>
            </a:r>
            <a:r>
              <a:rPr sz="2950" spc="-1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&lt;/a&gt;</a:t>
            </a:r>
            <a:endParaRPr sz="2950">
              <a:latin typeface="Courier New" panose="02070309020205020404"/>
              <a:cs typeface="Courier New" panose="02070309020205020404"/>
            </a:endParaRPr>
          </a:p>
          <a:p>
            <a:pPr marL="642620">
              <a:lnSpc>
                <a:spcPct val="100000"/>
              </a:lnSpc>
              <a:spcBef>
                <a:spcPts val="815"/>
              </a:spcBef>
            </a:pPr>
            <a:r>
              <a:rPr sz="2950" b="1" spc="-310" dirty="0">
                <a:latin typeface="Tahoma"/>
                <a:cs typeface="Tahoma"/>
              </a:rPr>
              <a:t>Thuộc</a:t>
            </a:r>
            <a:r>
              <a:rPr sz="2950" b="1" spc="-325" dirty="0">
                <a:latin typeface="Tahoma"/>
                <a:cs typeface="Tahoma"/>
              </a:rPr>
              <a:t> </a:t>
            </a:r>
            <a:r>
              <a:rPr sz="2950" b="1" spc="-290" dirty="0">
                <a:latin typeface="Tahoma"/>
                <a:cs typeface="Tahoma"/>
              </a:rPr>
              <a:t>tính:</a:t>
            </a:r>
            <a:endParaRPr sz="2950">
              <a:latin typeface="Tahoma"/>
              <a:cs typeface="Tahoma"/>
            </a:endParaRPr>
          </a:p>
          <a:p>
            <a:pPr marL="2085340" lvl="2" indent="-419100">
              <a:lnSpc>
                <a:spcPct val="100000"/>
              </a:lnSpc>
              <a:spcBef>
                <a:spcPts val="1100"/>
              </a:spcBef>
              <a:buSzPct val="50000"/>
              <a:buChar char="•"/>
              <a:tabLst>
                <a:tab pos="2084705" algn="l"/>
              </a:tabLst>
            </a:pPr>
            <a:r>
              <a:rPr sz="2400" spc="-55" dirty="0">
                <a:latin typeface="Tahoma"/>
                <a:cs typeface="Tahoma"/>
              </a:rPr>
              <a:t>href</a:t>
            </a:r>
            <a:r>
              <a:rPr sz="2400" spc="180" dirty="0">
                <a:latin typeface="Tahoma"/>
                <a:cs typeface="Tahoma"/>
              </a:rPr>
              <a:t> </a:t>
            </a:r>
            <a:r>
              <a:rPr sz="2400" spc="-135" dirty="0">
                <a:latin typeface="Tahoma"/>
                <a:cs typeface="Tahoma"/>
              </a:rPr>
              <a:t>(Hypertext</a:t>
            </a:r>
            <a:r>
              <a:rPr sz="2400" spc="-295" dirty="0">
                <a:latin typeface="Tahoma"/>
                <a:cs typeface="Tahoma"/>
              </a:rPr>
              <a:t> </a:t>
            </a:r>
            <a:r>
              <a:rPr sz="2400" spc="-110" dirty="0">
                <a:latin typeface="Tahoma"/>
                <a:cs typeface="Tahoma"/>
              </a:rPr>
              <a:t>Reference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140" dirty="0">
                <a:latin typeface="Tahoma"/>
                <a:cs typeface="Tahoma"/>
              </a:rPr>
              <a:t>-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70" dirty="0">
                <a:latin typeface="Tahoma"/>
                <a:cs typeface="Tahoma"/>
              </a:rPr>
              <a:t>tài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liệu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120" dirty="0">
                <a:latin typeface="Tahoma"/>
                <a:cs typeface="Tahoma"/>
              </a:rPr>
              <a:t>tham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110" dirty="0">
                <a:latin typeface="Tahoma"/>
                <a:cs typeface="Tahoma"/>
              </a:rPr>
              <a:t>khảo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140" dirty="0">
                <a:latin typeface="Tahoma"/>
                <a:cs typeface="Tahoma"/>
              </a:rPr>
              <a:t>dạng</a:t>
            </a:r>
            <a:r>
              <a:rPr sz="2400" spc="-295" dirty="0">
                <a:latin typeface="Tahoma"/>
                <a:cs typeface="Tahoma"/>
              </a:rPr>
              <a:t> </a:t>
            </a:r>
            <a:r>
              <a:rPr sz="2400" spc="-65" dirty="0">
                <a:latin typeface="Tahoma"/>
                <a:cs typeface="Tahoma"/>
              </a:rPr>
              <a:t>siêu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145" dirty="0">
                <a:latin typeface="Tahoma"/>
                <a:cs typeface="Tahoma"/>
              </a:rPr>
              <a:t>văn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150" dirty="0">
                <a:latin typeface="Tahoma"/>
                <a:cs typeface="Tahoma"/>
              </a:rPr>
              <a:t>bản):</a:t>
            </a:r>
            <a:r>
              <a:rPr sz="2400" spc="-290" dirty="0">
                <a:latin typeface="Tahoma"/>
                <a:cs typeface="Tahoma"/>
              </a:rPr>
              <a:t> </a:t>
            </a:r>
            <a:r>
              <a:rPr sz="2400" spc="-80" dirty="0">
                <a:latin typeface="Tahoma"/>
                <a:cs typeface="Tahoma"/>
              </a:rPr>
              <a:t>thuộc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90" dirty="0">
                <a:latin typeface="Tahoma"/>
                <a:cs typeface="Tahoma"/>
              </a:rPr>
              <a:t>tính</a:t>
            </a:r>
            <a:r>
              <a:rPr sz="2400" spc="-300" dirty="0">
                <a:latin typeface="Tahoma"/>
                <a:cs typeface="Tahoma"/>
              </a:rPr>
              <a:t> </a:t>
            </a:r>
            <a:r>
              <a:rPr sz="2400" spc="-100" dirty="0">
                <a:latin typeface="Tahoma"/>
                <a:cs typeface="Tahoma"/>
              </a:rPr>
              <a:t>xác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100" dirty="0">
                <a:latin typeface="Tahoma"/>
                <a:cs typeface="Tahoma"/>
              </a:rPr>
              <a:t>định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85" dirty="0">
                <a:latin typeface="Tahoma"/>
                <a:cs typeface="Tahoma"/>
              </a:rPr>
              <a:t>địa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40" dirty="0">
                <a:latin typeface="Tahoma"/>
                <a:cs typeface="Tahoma"/>
              </a:rPr>
              <a:t>chỉ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55" dirty="0">
                <a:latin typeface="Tahoma"/>
                <a:cs typeface="Tahoma"/>
              </a:rPr>
              <a:t>liên</a:t>
            </a:r>
            <a:r>
              <a:rPr sz="2400" spc="-295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kết.</a:t>
            </a:r>
            <a:endParaRPr sz="2400">
              <a:latin typeface="Tahoma"/>
              <a:cs typeface="Tahoma"/>
            </a:endParaRPr>
          </a:p>
          <a:p>
            <a:pPr marL="2085340" lvl="2" indent="-419100">
              <a:lnSpc>
                <a:spcPct val="100000"/>
              </a:lnSpc>
              <a:spcBef>
                <a:spcPts val="1475"/>
              </a:spcBef>
              <a:buSzPct val="50000"/>
              <a:buChar char="•"/>
              <a:tabLst>
                <a:tab pos="2084705" algn="l"/>
              </a:tabLst>
            </a:pPr>
            <a:r>
              <a:rPr sz="2400" spc="-155" dirty="0">
                <a:latin typeface="Tahoma"/>
                <a:cs typeface="Tahoma"/>
              </a:rPr>
              <a:t>target: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80" dirty="0">
                <a:latin typeface="Tahoma"/>
                <a:cs typeface="Tahoma"/>
              </a:rPr>
              <a:t>thuộc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90" dirty="0">
                <a:latin typeface="Tahoma"/>
                <a:cs typeface="Tahoma"/>
              </a:rPr>
              <a:t>tính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100" dirty="0">
                <a:latin typeface="Tahoma"/>
                <a:cs typeface="Tahoma"/>
              </a:rPr>
              <a:t>xác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100" dirty="0">
                <a:latin typeface="Tahoma"/>
                <a:cs typeface="Tahoma"/>
              </a:rPr>
              <a:t>định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85" dirty="0">
                <a:latin typeface="Tahoma"/>
                <a:cs typeface="Tahoma"/>
              </a:rPr>
              <a:t>nơi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125" dirty="0">
                <a:latin typeface="Tahoma"/>
                <a:cs typeface="Tahoma"/>
              </a:rPr>
              <a:t>mà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75" dirty="0">
                <a:latin typeface="Tahoma"/>
                <a:cs typeface="Tahoma"/>
              </a:rPr>
              <a:t>tài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liệu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85" dirty="0">
                <a:latin typeface="Tahoma"/>
                <a:cs typeface="Tahoma"/>
              </a:rPr>
              <a:t>được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mở.</a:t>
            </a:r>
            <a:endParaRPr sz="2400">
              <a:latin typeface="Tahoma"/>
              <a:cs typeface="Tahoma"/>
            </a:endParaRPr>
          </a:p>
          <a:p>
            <a:pPr marL="2085340" lvl="2" indent="-419100">
              <a:lnSpc>
                <a:spcPct val="100000"/>
              </a:lnSpc>
              <a:spcBef>
                <a:spcPts val="1470"/>
              </a:spcBef>
              <a:buSzPct val="50000"/>
              <a:buChar char="•"/>
              <a:tabLst>
                <a:tab pos="2084705" algn="l"/>
              </a:tabLst>
            </a:pPr>
            <a:r>
              <a:rPr sz="2400" spc="-130" dirty="0">
                <a:latin typeface="Tahoma"/>
                <a:cs typeface="Tahoma"/>
              </a:rPr>
              <a:t>_self: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65" dirty="0">
                <a:latin typeface="Tahoma"/>
                <a:cs typeface="Tahoma"/>
              </a:rPr>
              <a:t>Mặc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105" dirty="0">
                <a:latin typeface="Tahoma"/>
                <a:cs typeface="Tahoma"/>
              </a:rPr>
              <a:t>định.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120" dirty="0">
                <a:latin typeface="Tahoma"/>
                <a:cs typeface="Tahoma"/>
              </a:rPr>
              <a:t>Mở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70" dirty="0">
                <a:latin typeface="Tahoma"/>
                <a:cs typeface="Tahoma"/>
              </a:rPr>
              <a:t>tài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liệu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114" dirty="0">
                <a:latin typeface="Tahoma"/>
                <a:cs typeface="Tahoma"/>
              </a:rPr>
              <a:t>ở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100" dirty="0">
                <a:latin typeface="Tahoma"/>
                <a:cs typeface="Tahoma"/>
              </a:rPr>
              <a:t>tab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95" dirty="0">
                <a:latin typeface="Tahoma"/>
                <a:cs typeface="Tahoma"/>
              </a:rPr>
              <a:t>hiện</a:t>
            </a:r>
            <a:r>
              <a:rPr sz="2400" spc="-290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tại.</a:t>
            </a:r>
            <a:endParaRPr sz="2400">
              <a:latin typeface="Tahoma"/>
              <a:cs typeface="Tahoma"/>
            </a:endParaRPr>
          </a:p>
          <a:p>
            <a:pPr marL="2085340" lvl="2" indent="-419100">
              <a:lnSpc>
                <a:spcPct val="100000"/>
              </a:lnSpc>
              <a:spcBef>
                <a:spcPts val="1475"/>
              </a:spcBef>
              <a:buSzPct val="50000"/>
              <a:buChar char="•"/>
              <a:tabLst>
                <a:tab pos="2084705" algn="l"/>
              </a:tabLst>
            </a:pPr>
            <a:r>
              <a:rPr sz="2400" spc="-145" dirty="0">
                <a:latin typeface="Tahoma"/>
                <a:cs typeface="Tahoma"/>
              </a:rPr>
              <a:t>_blank: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120" dirty="0">
                <a:latin typeface="Tahoma"/>
                <a:cs typeface="Tahoma"/>
              </a:rPr>
              <a:t>Mở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70" dirty="0">
                <a:latin typeface="Tahoma"/>
                <a:cs typeface="Tahoma"/>
              </a:rPr>
              <a:t>tài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liệu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145" dirty="0">
                <a:latin typeface="Tahoma"/>
                <a:cs typeface="Tahoma"/>
              </a:rPr>
              <a:t>trong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100" dirty="0">
                <a:latin typeface="Tahoma"/>
                <a:cs typeface="Tahoma"/>
              </a:rPr>
              <a:t>tab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mới.</a:t>
            </a:r>
            <a:endParaRPr sz="2400">
              <a:latin typeface="Tahoma"/>
              <a:cs typeface="Tahoma"/>
            </a:endParaRPr>
          </a:p>
          <a:p>
            <a:pPr marL="2085340" lvl="2" indent="-419100">
              <a:lnSpc>
                <a:spcPct val="100000"/>
              </a:lnSpc>
              <a:spcBef>
                <a:spcPts val="1475"/>
              </a:spcBef>
              <a:buSzPct val="50000"/>
              <a:buChar char="•"/>
              <a:tabLst>
                <a:tab pos="2084705" algn="l"/>
              </a:tabLst>
            </a:pPr>
            <a:r>
              <a:rPr sz="2400" spc="-90" dirty="0">
                <a:latin typeface="Tahoma"/>
                <a:cs typeface="Tahoma"/>
              </a:rPr>
              <a:t>title: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195" dirty="0">
                <a:latin typeface="Tahoma"/>
                <a:cs typeface="Tahoma"/>
              </a:rPr>
              <a:t>Thông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80" dirty="0">
                <a:latin typeface="Tahoma"/>
                <a:cs typeface="Tahoma"/>
              </a:rPr>
              <a:t>tin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100" dirty="0">
                <a:latin typeface="Tahoma"/>
                <a:cs typeface="Tahoma"/>
              </a:rPr>
              <a:t>bổ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120" dirty="0">
                <a:latin typeface="Tahoma"/>
                <a:cs typeface="Tahoma"/>
              </a:rPr>
              <a:t>sung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160" dirty="0">
                <a:latin typeface="Tahoma"/>
                <a:cs typeface="Tahoma"/>
              </a:rPr>
              <a:t>về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105" dirty="0">
                <a:latin typeface="Tahoma"/>
                <a:cs typeface="Tahoma"/>
              </a:rPr>
              <a:t>một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element.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484" dirty="0"/>
              <a:t>CHƯƠNG</a:t>
            </a:r>
            <a:r>
              <a:rPr spc="-580" dirty="0"/>
              <a:t> </a:t>
            </a:r>
            <a:r>
              <a:rPr spc="-919" dirty="0"/>
              <a:t>II:</a:t>
            </a:r>
            <a:r>
              <a:rPr spc="-575" dirty="0"/>
              <a:t> </a:t>
            </a:r>
            <a:r>
              <a:rPr spc="-715" dirty="0"/>
              <a:t>HTML</a:t>
            </a:r>
            <a:r>
              <a:rPr spc="-585" dirty="0"/>
              <a:t> </a:t>
            </a:r>
            <a:r>
              <a:rPr spc="-905" dirty="0"/>
              <a:t>&amp;</a:t>
            </a:r>
            <a:r>
              <a:rPr spc="-580" dirty="0"/>
              <a:t> </a:t>
            </a:r>
            <a:r>
              <a:rPr spc="-715" dirty="0"/>
              <a:t>HTML5</a:t>
            </a:r>
            <a:endParaRPr spc="-715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xfrm>
            <a:off x="601345" y="10674350"/>
            <a:ext cx="5245100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85" dirty="0">
                <a:solidFill>
                  <a:schemeClr val="tx1"/>
                </a:solidFill>
              </a:rPr>
              <a:t>THIẾT </a:t>
            </a:r>
            <a:r>
              <a:rPr spc="-110" dirty="0">
                <a:solidFill>
                  <a:schemeClr val="tx1"/>
                </a:solidFill>
              </a:rPr>
              <a:t>KẾ</a:t>
            </a:r>
            <a:r>
              <a:rPr spc="-190" dirty="0">
                <a:solidFill>
                  <a:schemeClr val="tx1"/>
                </a:solidFill>
              </a:rPr>
              <a:t> </a:t>
            </a:r>
            <a:r>
              <a:rPr spc="-110" dirty="0">
                <a:solidFill>
                  <a:schemeClr val="tx1"/>
                </a:solidFill>
              </a:rPr>
              <a:t>WEB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VÀ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45" dirty="0">
                <a:solidFill>
                  <a:schemeClr val="tx1"/>
                </a:solidFill>
              </a:rPr>
              <a:t>TRIỂN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KHAI</a:t>
            </a:r>
            <a:r>
              <a:rPr spc="-200" dirty="0">
                <a:solidFill>
                  <a:schemeClr val="tx1"/>
                </a:solidFill>
              </a:rPr>
              <a:t> </a:t>
            </a:r>
            <a:r>
              <a:rPr spc="-80" dirty="0">
                <a:solidFill>
                  <a:schemeClr val="tx1"/>
                </a:solidFill>
              </a:rPr>
              <a:t>HỆ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95" dirty="0">
                <a:solidFill>
                  <a:schemeClr val="tx1"/>
                </a:solidFill>
              </a:rPr>
              <a:t>THỐNG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75" dirty="0">
                <a:solidFill>
                  <a:schemeClr val="tx1"/>
                </a:solidFill>
              </a:rPr>
              <a:t>PHẦN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25" dirty="0">
                <a:solidFill>
                  <a:schemeClr val="tx1"/>
                </a:solidFill>
              </a:rPr>
              <a:t>MỀM</a:t>
            </a:r>
            <a:endParaRPr spc="-20" dirty="0">
              <a:solidFill>
                <a:schemeClr val="tx1"/>
              </a:solidFill>
            </a:endParaRPr>
          </a:p>
        </p:txBody>
      </p:sp>
      <p:sp>
        <p:nvSpPr>
          <p:cNvPr id="16" name="object 6"/>
          <p:cNvSpPr/>
          <p:nvPr/>
        </p:nvSpPr>
        <p:spPr>
          <a:xfrm>
            <a:off x="523544" y="10447221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8063A1"/>
            </a:solidFill>
          </a:ln>
        </p:spPr>
        <p:txBody>
          <a:bodyPr wrap="square" lIns="0" tIns="0" rIns="0" bIns="0" rtlCol="0"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71926" y="2201978"/>
            <a:ext cx="9552239" cy="2845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79590" y="2530355"/>
            <a:ext cx="17647285" cy="5344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36750">
              <a:lnSpc>
                <a:spcPct val="100000"/>
              </a:lnSpc>
              <a:spcBef>
                <a:spcPts val="100"/>
              </a:spcBef>
            </a:pPr>
            <a:r>
              <a:rPr sz="4400" b="1" spc="-465" dirty="0">
                <a:latin typeface="Tahoma"/>
                <a:cs typeface="Tahoma"/>
              </a:rPr>
              <a:t>2.3</a:t>
            </a:r>
            <a:r>
              <a:rPr sz="4400" b="1" spc="-495" dirty="0">
                <a:latin typeface="Tahoma"/>
                <a:cs typeface="Tahoma"/>
              </a:rPr>
              <a:t> </a:t>
            </a:r>
            <a:r>
              <a:rPr sz="4400" b="1" spc="-265" dirty="0">
                <a:latin typeface="Tahoma"/>
                <a:cs typeface="Tahoma"/>
              </a:rPr>
              <a:t>Các</a:t>
            </a:r>
            <a:r>
              <a:rPr sz="4400" b="1" spc="-490" dirty="0">
                <a:latin typeface="Tahoma"/>
                <a:cs typeface="Tahoma"/>
              </a:rPr>
              <a:t> </a:t>
            </a:r>
            <a:r>
              <a:rPr sz="4400" b="1" spc="-459" dirty="0">
                <a:latin typeface="Tahoma"/>
                <a:cs typeface="Tahoma"/>
              </a:rPr>
              <a:t>thẻ</a:t>
            </a:r>
            <a:r>
              <a:rPr sz="4400" b="1" spc="-495" dirty="0">
                <a:latin typeface="Tahoma"/>
                <a:cs typeface="Tahoma"/>
              </a:rPr>
              <a:t> </a:t>
            </a:r>
            <a:r>
              <a:rPr sz="4400" b="1" spc="-630" dirty="0">
                <a:latin typeface="Tahoma"/>
                <a:cs typeface="Tahoma"/>
              </a:rPr>
              <a:t>HTML</a:t>
            </a:r>
            <a:r>
              <a:rPr sz="4400" b="1" spc="-490" dirty="0">
                <a:latin typeface="Tahoma"/>
                <a:cs typeface="Tahoma"/>
              </a:rPr>
              <a:t> </a:t>
            </a:r>
            <a:r>
              <a:rPr sz="4400" b="1" spc="-545" dirty="0">
                <a:latin typeface="Tahoma"/>
                <a:cs typeface="Tahoma"/>
              </a:rPr>
              <a:t>thông</a:t>
            </a:r>
            <a:r>
              <a:rPr sz="4400" b="1" spc="-500" dirty="0">
                <a:latin typeface="Tahoma"/>
                <a:cs typeface="Tahoma"/>
              </a:rPr>
              <a:t> </a:t>
            </a:r>
            <a:r>
              <a:rPr sz="4400" b="1" spc="-580" dirty="0">
                <a:latin typeface="Tahoma"/>
                <a:cs typeface="Tahoma"/>
              </a:rPr>
              <a:t>dụng</a:t>
            </a:r>
            <a:endParaRPr sz="4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775"/>
              </a:spcBef>
            </a:pPr>
            <a:endParaRPr sz="4400">
              <a:latin typeface="Tahoma"/>
              <a:cs typeface="Tahoma"/>
            </a:endParaRPr>
          </a:p>
          <a:p>
            <a:pPr marL="641985" indent="-629285">
              <a:lnSpc>
                <a:spcPct val="100000"/>
              </a:lnSpc>
              <a:buSzPct val="59000"/>
              <a:buFont typeface="Wingdings"/>
              <a:buChar char=""/>
              <a:tabLst>
                <a:tab pos="641985" algn="l"/>
              </a:tabLst>
            </a:pPr>
            <a:r>
              <a:rPr sz="3300" b="1" dirty="0">
                <a:latin typeface="Arial" panose="020B0604020202020204"/>
                <a:cs typeface="Arial" panose="020B0604020202020204"/>
              </a:rPr>
              <a:t>Thẻ</a:t>
            </a:r>
            <a:r>
              <a:rPr sz="3300" b="1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3300" b="1" dirty="0">
                <a:latin typeface="Arial" panose="020B0604020202020204"/>
                <a:cs typeface="Arial" panose="020B0604020202020204"/>
              </a:rPr>
              <a:t>img</a:t>
            </a:r>
            <a:r>
              <a:rPr sz="3300" b="1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3300" b="1" dirty="0">
                <a:latin typeface="Arial" panose="020B0604020202020204"/>
                <a:cs typeface="Arial" panose="020B0604020202020204"/>
              </a:rPr>
              <a:t>(chèn</a:t>
            </a:r>
            <a:r>
              <a:rPr sz="3300" b="1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3300" b="1" dirty="0">
                <a:latin typeface="Arial" panose="020B0604020202020204"/>
                <a:cs typeface="Arial" panose="020B0604020202020204"/>
              </a:rPr>
              <a:t>hình</a:t>
            </a:r>
            <a:r>
              <a:rPr sz="3300" b="1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3300" b="1" spc="-20" dirty="0">
                <a:latin typeface="Arial" panose="020B0604020202020204"/>
                <a:cs typeface="Arial" panose="020B0604020202020204"/>
              </a:rPr>
              <a:t>ảnh)</a:t>
            </a:r>
            <a:endParaRPr sz="3300">
              <a:latin typeface="Arial" panose="020B0604020202020204"/>
              <a:cs typeface="Arial" panose="020B0604020202020204"/>
            </a:endParaRPr>
          </a:p>
          <a:p>
            <a:pPr marL="806450">
              <a:lnSpc>
                <a:spcPct val="100000"/>
              </a:lnSpc>
              <a:spcBef>
                <a:spcPts val="1885"/>
              </a:spcBef>
            </a:pPr>
            <a:r>
              <a:rPr sz="2950" spc="-240" dirty="0">
                <a:latin typeface="Tahoma"/>
                <a:cs typeface="Tahoma"/>
              </a:rPr>
              <a:t>Thẻ</a:t>
            </a:r>
            <a:r>
              <a:rPr sz="2950" spc="-350" dirty="0">
                <a:latin typeface="Tahoma"/>
                <a:cs typeface="Tahoma"/>
              </a:rPr>
              <a:t> </a:t>
            </a:r>
            <a:r>
              <a:rPr sz="2950" spc="-280" dirty="0">
                <a:latin typeface="Tahoma"/>
                <a:cs typeface="Tahoma"/>
              </a:rPr>
              <a:t>&lt;img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430" dirty="0">
                <a:latin typeface="Tahoma"/>
                <a:cs typeface="Tahoma"/>
              </a:rPr>
              <a:t>/&gt;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45" dirty="0">
                <a:latin typeface="Tahoma"/>
                <a:cs typeface="Tahoma"/>
              </a:rPr>
              <a:t>là</a:t>
            </a:r>
            <a:r>
              <a:rPr sz="2950" spc="-335" dirty="0">
                <a:latin typeface="Tahoma"/>
                <a:cs typeface="Tahoma"/>
              </a:rPr>
              <a:t> </a:t>
            </a:r>
            <a:r>
              <a:rPr sz="2950" spc="-135" dirty="0">
                <a:latin typeface="Tahoma"/>
                <a:cs typeface="Tahoma"/>
              </a:rPr>
              <a:t>thẻ</a:t>
            </a:r>
            <a:r>
              <a:rPr sz="2950" spc="-350" dirty="0">
                <a:latin typeface="Tahoma"/>
                <a:cs typeface="Tahoma"/>
              </a:rPr>
              <a:t> </a:t>
            </a:r>
            <a:r>
              <a:rPr sz="2950" spc="-155" dirty="0">
                <a:latin typeface="Tahoma"/>
                <a:cs typeface="Tahoma"/>
              </a:rPr>
              <a:t>để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90" dirty="0">
                <a:latin typeface="Tahoma"/>
                <a:cs typeface="Tahoma"/>
              </a:rPr>
              <a:t>nhúng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55" dirty="0">
                <a:latin typeface="Tahoma"/>
                <a:cs typeface="Tahoma"/>
              </a:rPr>
              <a:t>ảnh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60" dirty="0">
                <a:latin typeface="Tahoma"/>
                <a:cs typeface="Tahoma"/>
              </a:rPr>
              <a:t>vào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90" dirty="0">
                <a:latin typeface="Tahoma"/>
                <a:cs typeface="Tahoma"/>
              </a:rPr>
              <a:t>trang</a:t>
            </a:r>
            <a:r>
              <a:rPr sz="2950" spc="-350" dirty="0">
                <a:latin typeface="Tahoma"/>
                <a:cs typeface="Tahoma"/>
              </a:rPr>
              <a:t> </a:t>
            </a:r>
            <a:r>
              <a:rPr sz="2950" spc="-180" dirty="0">
                <a:latin typeface="Tahoma"/>
                <a:cs typeface="Tahoma"/>
              </a:rPr>
              <a:t>web,</a:t>
            </a:r>
            <a:r>
              <a:rPr sz="2950" spc="-335" dirty="0">
                <a:latin typeface="Tahoma"/>
                <a:cs typeface="Tahoma"/>
              </a:rPr>
              <a:t> </a:t>
            </a:r>
            <a:r>
              <a:rPr sz="2950" spc="-135" dirty="0">
                <a:latin typeface="Tahoma"/>
                <a:cs typeface="Tahoma"/>
              </a:rPr>
              <a:t>thẻ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65" dirty="0">
                <a:latin typeface="Tahoma"/>
                <a:cs typeface="Tahoma"/>
              </a:rPr>
              <a:t>img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45" dirty="0">
                <a:latin typeface="Tahoma"/>
                <a:cs typeface="Tahoma"/>
              </a:rPr>
              <a:t>là</a:t>
            </a:r>
            <a:r>
              <a:rPr sz="2950" spc="-350" dirty="0">
                <a:latin typeface="Tahoma"/>
                <a:cs typeface="Tahoma"/>
              </a:rPr>
              <a:t> </a:t>
            </a:r>
            <a:r>
              <a:rPr sz="2950" spc="-135" dirty="0">
                <a:latin typeface="Tahoma"/>
                <a:cs typeface="Tahoma"/>
              </a:rPr>
              <a:t>thẻ</a:t>
            </a:r>
            <a:r>
              <a:rPr sz="2950" spc="-330" dirty="0">
                <a:latin typeface="Tahoma"/>
                <a:cs typeface="Tahoma"/>
              </a:rPr>
              <a:t> </a:t>
            </a:r>
            <a:r>
              <a:rPr sz="2950" spc="-170" dirty="0">
                <a:latin typeface="Tahoma"/>
                <a:cs typeface="Tahoma"/>
              </a:rPr>
              <a:t>trống,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50" dirty="0">
                <a:latin typeface="Tahoma"/>
                <a:cs typeface="Tahoma"/>
              </a:rPr>
              <a:t>chỉ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05" dirty="0">
                <a:latin typeface="Tahoma"/>
                <a:cs typeface="Tahoma"/>
              </a:rPr>
              <a:t>chứa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0" dirty="0">
                <a:latin typeface="Tahoma"/>
                <a:cs typeface="Tahoma"/>
              </a:rPr>
              <a:t>các</a:t>
            </a:r>
            <a:r>
              <a:rPr sz="2950" spc="-350" dirty="0">
                <a:latin typeface="Tahoma"/>
                <a:cs typeface="Tahoma"/>
              </a:rPr>
              <a:t> </a:t>
            </a:r>
            <a:r>
              <a:rPr sz="2950" spc="-95" dirty="0">
                <a:latin typeface="Tahoma"/>
                <a:cs typeface="Tahoma"/>
              </a:rPr>
              <a:t>thuộc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20" dirty="0">
                <a:latin typeface="Tahoma"/>
                <a:cs typeface="Tahoma"/>
              </a:rPr>
              <a:t>tính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90" dirty="0">
                <a:latin typeface="Tahoma"/>
                <a:cs typeface="Tahoma"/>
              </a:rPr>
              <a:t>và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85" dirty="0">
                <a:latin typeface="Tahoma"/>
                <a:cs typeface="Tahoma"/>
              </a:rPr>
              <a:t>không</a:t>
            </a:r>
            <a:r>
              <a:rPr sz="2950" spc="-360" dirty="0">
                <a:latin typeface="Tahoma"/>
                <a:cs typeface="Tahoma"/>
              </a:rPr>
              <a:t> </a:t>
            </a:r>
            <a:r>
              <a:rPr sz="2950" spc="-35" dirty="0">
                <a:latin typeface="Tahoma"/>
                <a:cs typeface="Tahoma"/>
              </a:rPr>
              <a:t>có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35" dirty="0">
                <a:latin typeface="Tahoma"/>
                <a:cs typeface="Tahoma"/>
              </a:rPr>
              <a:t>thẻ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20" dirty="0">
                <a:latin typeface="Tahoma"/>
                <a:cs typeface="Tahoma"/>
              </a:rPr>
              <a:t>đóng.</a:t>
            </a:r>
            <a:endParaRPr sz="2950">
              <a:latin typeface="Tahoma"/>
              <a:cs typeface="Tahoma"/>
            </a:endParaRPr>
          </a:p>
          <a:p>
            <a:pPr marL="642620">
              <a:lnSpc>
                <a:spcPct val="100000"/>
              </a:lnSpc>
              <a:spcBef>
                <a:spcPts val="1160"/>
              </a:spcBef>
              <a:tabLst>
                <a:tab pos="2759075" algn="l"/>
              </a:tabLst>
            </a:pPr>
            <a:r>
              <a:rPr sz="2950" b="1" spc="-220" dirty="0">
                <a:latin typeface="Tahoma"/>
                <a:cs typeface="Tahoma"/>
              </a:rPr>
              <a:t>Cú</a:t>
            </a:r>
            <a:r>
              <a:rPr sz="2950" b="1" spc="-315" dirty="0">
                <a:latin typeface="Tahoma"/>
                <a:cs typeface="Tahoma"/>
              </a:rPr>
              <a:t> pháp:</a:t>
            </a:r>
            <a:r>
              <a:rPr sz="2950" b="1" dirty="0">
                <a:latin typeface="Tahoma"/>
                <a:cs typeface="Tahoma"/>
              </a:rPr>
              <a:t>	</a:t>
            </a:r>
            <a:r>
              <a:rPr sz="295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&lt;img</a:t>
            </a:r>
            <a:r>
              <a:rPr sz="2950" spc="-2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950" spc="-1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src</a:t>
            </a:r>
            <a:r>
              <a:rPr sz="2950" spc="-10" dirty="0">
                <a:latin typeface="Courier New" panose="02070309020205020404"/>
                <a:cs typeface="Courier New" panose="02070309020205020404"/>
              </a:rPr>
              <a:t>=</a:t>
            </a:r>
            <a:r>
              <a:rPr sz="2950" spc="-10" dirty="0">
                <a:solidFill>
                  <a:srgbClr val="FF8000"/>
                </a:solidFill>
                <a:latin typeface="Courier New" panose="02070309020205020404"/>
                <a:cs typeface="Courier New" panose="02070309020205020404"/>
              </a:rPr>
              <a:t>“duong-dan-hinh-</a:t>
            </a:r>
            <a:r>
              <a:rPr sz="2950" dirty="0">
                <a:solidFill>
                  <a:srgbClr val="FF8000"/>
                </a:solidFill>
                <a:latin typeface="Courier New" panose="02070309020205020404"/>
                <a:cs typeface="Courier New" panose="02070309020205020404"/>
              </a:rPr>
              <a:t>anh.jpg</a:t>
            </a:r>
            <a:r>
              <a:rPr sz="2950" dirty="0">
                <a:latin typeface="Courier New" panose="02070309020205020404"/>
                <a:cs typeface="Courier New" panose="02070309020205020404"/>
              </a:rPr>
              <a:t>"</a:t>
            </a:r>
            <a:r>
              <a:rPr sz="2950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95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alt</a:t>
            </a:r>
            <a:r>
              <a:rPr sz="2950" dirty="0">
                <a:latin typeface="Courier New" panose="02070309020205020404"/>
                <a:cs typeface="Courier New" panose="02070309020205020404"/>
              </a:rPr>
              <a:t>=</a:t>
            </a:r>
            <a:r>
              <a:rPr sz="2950" dirty="0">
                <a:solidFill>
                  <a:srgbClr val="FF8000"/>
                </a:solidFill>
                <a:latin typeface="Courier New" panose="02070309020205020404"/>
                <a:cs typeface="Courier New" panose="02070309020205020404"/>
              </a:rPr>
              <a:t>“Mô</a:t>
            </a:r>
            <a:r>
              <a:rPr sz="2950" spc="-15" dirty="0">
                <a:solidFill>
                  <a:srgbClr val="FF8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950" dirty="0">
                <a:latin typeface="Courier New" panose="02070309020205020404"/>
                <a:cs typeface="Courier New" panose="02070309020205020404"/>
              </a:rPr>
              <a:t>tả</a:t>
            </a:r>
            <a:r>
              <a:rPr sz="2950" spc="-1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950" dirty="0">
                <a:latin typeface="Courier New" panose="02070309020205020404"/>
                <a:cs typeface="Courier New" panose="02070309020205020404"/>
              </a:rPr>
              <a:t>hình</a:t>
            </a:r>
            <a:r>
              <a:rPr sz="2950" spc="-1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950" spc="-20" dirty="0">
                <a:latin typeface="Courier New" panose="02070309020205020404"/>
                <a:cs typeface="Courier New" panose="02070309020205020404"/>
              </a:rPr>
              <a:t>ảnh"</a:t>
            </a:r>
            <a:r>
              <a:rPr sz="2950" spc="-2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&gt;</a:t>
            </a:r>
            <a:endParaRPr sz="2950">
              <a:latin typeface="Courier New" panose="02070309020205020404"/>
              <a:cs typeface="Courier New" panose="02070309020205020404"/>
            </a:endParaRPr>
          </a:p>
          <a:p>
            <a:pPr marL="642620">
              <a:lnSpc>
                <a:spcPct val="100000"/>
              </a:lnSpc>
              <a:spcBef>
                <a:spcPts val="815"/>
              </a:spcBef>
            </a:pPr>
            <a:r>
              <a:rPr sz="2950" b="1" spc="-310" dirty="0">
                <a:latin typeface="Tahoma"/>
                <a:cs typeface="Tahoma"/>
              </a:rPr>
              <a:t>Thuộc</a:t>
            </a:r>
            <a:r>
              <a:rPr sz="2950" b="1" spc="-325" dirty="0">
                <a:latin typeface="Tahoma"/>
                <a:cs typeface="Tahoma"/>
              </a:rPr>
              <a:t> </a:t>
            </a:r>
            <a:r>
              <a:rPr sz="2950" b="1" spc="-290" dirty="0">
                <a:latin typeface="Tahoma"/>
                <a:cs typeface="Tahoma"/>
              </a:rPr>
              <a:t>tính:</a:t>
            </a:r>
            <a:endParaRPr sz="2950">
              <a:latin typeface="Tahoma"/>
              <a:cs typeface="Tahoma"/>
            </a:endParaRPr>
          </a:p>
          <a:p>
            <a:pPr marL="2085340" lvl="1" indent="-419100">
              <a:lnSpc>
                <a:spcPct val="100000"/>
              </a:lnSpc>
              <a:spcBef>
                <a:spcPts val="1195"/>
              </a:spcBef>
              <a:buSzPct val="46000"/>
              <a:buChar char="•"/>
              <a:tabLst>
                <a:tab pos="2084705" algn="l"/>
              </a:tabLst>
            </a:pPr>
            <a:r>
              <a:rPr sz="2600" spc="-45" dirty="0">
                <a:latin typeface="Tahoma"/>
                <a:cs typeface="Tahoma"/>
              </a:rPr>
              <a:t>src</a:t>
            </a:r>
            <a:r>
              <a:rPr sz="2600" spc="-295" dirty="0">
                <a:latin typeface="Tahoma"/>
                <a:cs typeface="Tahoma"/>
              </a:rPr>
              <a:t> </a:t>
            </a:r>
            <a:r>
              <a:rPr sz="2600" spc="-95" dirty="0">
                <a:latin typeface="Tahoma"/>
                <a:cs typeface="Tahoma"/>
              </a:rPr>
              <a:t>(source</a:t>
            </a:r>
            <a:r>
              <a:rPr sz="2600" spc="-295" dirty="0">
                <a:latin typeface="Tahoma"/>
                <a:cs typeface="Tahoma"/>
              </a:rPr>
              <a:t> </a:t>
            </a:r>
            <a:r>
              <a:rPr sz="2600" spc="-150" dirty="0">
                <a:latin typeface="Tahoma"/>
                <a:cs typeface="Tahoma"/>
              </a:rPr>
              <a:t>-</a:t>
            </a:r>
            <a:r>
              <a:rPr sz="2600" spc="-285" dirty="0">
                <a:latin typeface="Tahoma"/>
                <a:cs typeface="Tahoma"/>
              </a:rPr>
              <a:t> </a:t>
            </a:r>
            <a:r>
              <a:rPr sz="2600" spc="-180" dirty="0">
                <a:latin typeface="Tahoma"/>
                <a:cs typeface="Tahoma"/>
              </a:rPr>
              <a:t>nguồn):</a:t>
            </a:r>
            <a:r>
              <a:rPr sz="2600" spc="-280" dirty="0">
                <a:latin typeface="Tahoma"/>
                <a:cs typeface="Tahoma"/>
              </a:rPr>
              <a:t> </a:t>
            </a:r>
            <a:r>
              <a:rPr sz="2600" spc="-65" dirty="0">
                <a:latin typeface="Tahoma"/>
                <a:cs typeface="Tahoma"/>
              </a:rPr>
              <a:t>Chèn</a:t>
            </a:r>
            <a:r>
              <a:rPr sz="2600" spc="-290" dirty="0">
                <a:latin typeface="Tahoma"/>
                <a:cs typeface="Tahoma"/>
              </a:rPr>
              <a:t> </a:t>
            </a:r>
            <a:r>
              <a:rPr sz="2600" spc="-155" dirty="0">
                <a:latin typeface="Tahoma"/>
                <a:cs typeface="Tahoma"/>
              </a:rPr>
              <a:t>đường</a:t>
            </a:r>
            <a:r>
              <a:rPr sz="2600" spc="-285" dirty="0">
                <a:latin typeface="Tahoma"/>
                <a:cs typeface="Tahoma"/>
              </a:rPr>
              <a:t> </a:t>
            </a:r>
            <a:r>
              <a:rPr sz="2600" spc="-105" dirty="0">
                <a:latin typeface="Tahoma"/>
                <a:cs typeface="Tahoma"/>
              </a:rPr>
              <a:t>dẫn</a:t>
            </a:r>
            <a:r>
              <a:rPr sz="2600" spc="-290" dirty="0">
                <a:latin typeface="Tahoma"/>
                <a:cs typeface="Tahoma"/>
              </a:rPr>
              <a:t> </a:t>
            </a:r>
            <a:r>
              <a:rPr sz="2600" spc="-25" dirty="0">
                <a:latin typeface="Tahoma"/>
                <a:cs typeface="Tahoma"/>
              </a:rPr>
              <a:t>ảnh</a:t>
            </a:r>
            <a:endParaRPr sz="2600">
              <a:latin typeface="Tahoma"/>
              <a:cs typeface="Tahoma"/>
            </a:endParaRPr>
          </a:p>
          <a:p>
            <a:pPr marL="2085340" lvl="1" indent="-419100">
              <a:lnSpc>
                <a:spcPct val="100000"/>
              </a:lnSpc>
              <a:spcBef>
                <a:spcPts val="1630"/>
              </a:spcBef>
              <a:buSzPct val="46000"/>
              <a:buChar char="•"/>
              <a:tabLst>
                <a:tab pos="2084705" algn="l"/>
              </a:tabLst>
            </a:pPr>
            <a:r>
              <a:rPr sz="2600" spc="-60" dirty="0">
                <a:latin typeface="Tahoma"/>
                <a:cs typeface="Tahoma"/>
              </a:rPr>
              <a:t>alt</a:t>
            </a:r>
            <a:r>
              <a:rPr sz="2600" spc="-300" dirty="0">
                <a:latin typeface="Tahoma"/>
                <a:cs typeface="Tahoma"/>
              </a:rPr>
              <a:t> </a:t>
            </a:r>
            <a:r>
              <a:rPr sz="2600" spc="-110" dirty="0">
                <a:latin typeface="Tahoma"/>
                <a:cs typeface="Tahoma"/>
              </a:rPr>
              <a:t>(alternate</a:t>
            </a:r>
            <a:r>
              <a:rPr sz="2600" spc="-290" dirty="0">
                <a:latin typeface="Tahoma"/>
                <a:cs typeface="Tahoma"/>
              </a:rPr>
              <a:t> </a:t>
            </a:r>
            <a:r>
              <a:rPr sz="2600" spc="-150" dirty="0">
                <a:latin typeface="Tahoma"/>
                <a:cs typeface="Tahoma"/>
              </a:rPr>
              <a:t>-</a:t>
            </a:r>
            <a:r>
              <a:rPr sz="2600" spc="-290" dirty="0">
                <a:latin typeface="Tahoma"/>
                <a:cs typeface="Tahoma"/>
              </a:rPr>
              <a:t> </a:t>
            </a:r>
            <a:r>
              <a:rPr sz="2600" spc="-135" dirty="0">
                <a:latin typeface="Tahoma"/>
                <a:cs typeface="Tahoma"/>
              </a:rPr>
              <a:t>thay</a:t>
            </a:r>
            <a:r>
              <a:rPr sz="2600" spc="-285" dirty="0">
                <a:latin typeface="Tahoma"/>
                <a:cs typeface="Tahoma"/>
              </a:rPr>
              <a:t> </a:t>
            </a:r>
            <a:r>
              <a:rPr sz="2600" spc="-155" dirty="0">
                <a:latin typeface="Tahoma"/>
                <a:cs typeface="Tahoma"/>
              </a:rPr>
              <a:t>thế):</a:t>
            </a:r>
            <a:r>
              <a:rPr sz="2600" spc="-295" dirty="0">
                <a:latin typeface="Tahoma"/>
                <a:cs typeface="Tahoma"/>
              </a:rPr>
              <a:t> </a:t>
            </a:r>
            <a:r>
              <a:rPr sz="2600" spc="-165" dirty="0">
                <a:latin typeface="Tahoma"/>
                <a:cs typeface="Tahoma"/>
              </a:rPr>
              <a:t>Văn</a:t>
            </a:r>
            <a:r>
              <a:rPr sz="2600" spc="-295" dirty="0">
                <a:latin typeface="Tahoma"/>
                <a:cs typeface="Tahoma"/>
              </a:rPr>
              <a:t> </a:t>
            </a:r>
            <a:r>
              <a:rPr sz="2600" spc="-105" dirty="0">
                <a:latin typeface="Tahoma"/>
                <a:cs typeface="Tahoma"/>
              </a:rPr>
              <a:t>bản</a:t>
            </a:r>
            <a:r>
              <a:rPr sz="2600" spc="-295" dirty="0">
                <a:latin typeface="Tahoma"/>
                <a:cs typeface="Tahoma"/>
              </a:rPr>
              <a:t> </a:t>
            </a:r>
            <a:r>
              <a:rPr sz="2600" spc="-135" dirty="0">
                <a:latin typeface="Tahoma"/>
                <a:cs typeface="Tahoma"/>
              </a:rPr>
              <a:t>thay</a:t>
            </a:r>
            <a:r>
              <a:rPr sz="2600" spc="-290" dirty="0">
                <a:latin typeface="Tahoma"/>
                <a:cs typeface="Tahoma"/>
              </a:rPr>
              <a:t> </a:t>
            </a:r>
            <a:r>
              <a:rPr sz="2600" spc="-110" dirty="0">
                <a:latin typeface="Tahoma"/>
                <a:cs typeface="Tahoma"/>
              </a:rPr>
              <a:t>thế</a:t>
            </a:r>
            <a:r>
              <a:rPr sz="2600" spc="-300" dirty="0">
                <a:latin typeface="Tahoma"/>
                <a:cs typeface="Tahoma"/>
              </a:rPr>
              <a:t> </a:t>
            </a:r>
            <a:r>
              <a:rPr sz="2600" spc="-60" dirty="0">
                <a:latin typeface="Tahoma"/>
                <a:cs typeface="Tahoma"/>
              </a:rPr>
              <a:t>cho</a:t>
            </a:r>
            <a:r>
              <a:rPr sz="2600" spc="-290" dirty="0">
                <a:latin typeface="Tahoma"/>
                <a:cs typeface="Tahoma"/>
              </a:rPr>
              <a:t> </a:t>
            </a:r>
            <a:r>
              <a:rPr sz="2600" spc="-105" dirty="0">
                <a:latin typeface="Tahoma"/>
                <a:cs typeface="Tahoma"/>
              </a:rPr>
              <a:t>hình</a:t>
            </a:r>
            <a:r>
              <a:rPr sz="2600" spc="-295" dirty="0">
                <a:latin typeface="Tahoma"/>
                <a:cs typeface="Tahoma"/>
              </a:rPr>
              <a:t> </a:t>
            </a:r>
            <a:r>
              <a:rPr sz="2600" spc="-110" dirty="0">
                <a:latin typeface="Tahoma"/>
                <a:cs typeface="Tahoma"/>
              </a:rPr>
              <a:t>ảnh,</a:t>
            </a:r>
            <a:r>
              <a:rPr sz="2600" spc="-280" dirty="0">
                <a:latin typeface="Tahoma"/>
                <a:cs typeface="Tahoma"/>
              </a:rPr>
              <a:t> </a:t>
            </a:r>
            <a:r>
              <a:rPr sz="2600" spc="-95" dirty="0">
                <a:latin typeface="Tahoma"/>
                <a:cs typeface="Tahoma"/>
              </a:rPr>
              <a:t>hiển</a:t>
            </a:r>
            <a:r>
              <a:rPr sz="2600" spc="-295" dirty="0">
                <a:latin typeface="Tahoma"/>
                <a:cs typeface="Tahoma"/>
              </a:rPr>
              <a:t> </a:t>
            </a:r>
            <a:r>
              <a:rPr sz="2600" spc="-90" dirty="0">
                <a:latin typeface="Tahoma"/>
                <a:cs typeface="Tahoma"/>
              </a:rPr>
              <a:t>thị</a:t>
            </a:r>
            <a:r>
              <a:rPr sz="2600" spc="-290" dirty="0">
                <a:latin typeface="Tahoma"/>
                <a:cs typeface="Tahoma"/>
              </a:rPr>
              <a:t> </a:t>
            </a:r>
            <a:r>
              <a:rPr sz="2600" spc="-100" dirty="0">
                <a:latin typeface="Tahoma"/>
                <a:cs typeface="Tahoma"/>
              </a:rPr>
              <a:t>khi</a:t>
            </a:r>
            <a:r>
              <a:rPr sz="2600" spc="-295" dirty="0">
                <a:latin typeface="Tahoma"/>
                <a:cs typeface="Tahoma"/>
              </a:rPr>
              <a:t> </a:t>
            </a:r>
            <a:r>
              <a:rPr sz="2600" spc="-155" dirty="0">
                <a:latin typeface="Tahoma"/>
                <a:cs typeface="Tahoma"/>
              </a:rPr>
              <a:t>đường</a:t>
            </a:r>
            <a:r>
              <a:rPr sz="2600" spc="-290" dirty="0">
                <a:latin typeface="Tahoma"/>
                <a:cs typeface="Tahoma"/>
              </a:rPr>
              <a:t> </a:t>
            </a:r>
            <a:r>
              <a:rPr sz="2600" spc="-105" dirty="0">
                <a:latin typeface="Tahoma"/>
                <a:cs typeface="Tahoma"/>
              </a:rPr>
              <a:t>dẫn</a:t>
            </a:r>
            <a:r>
              <a:rPr sz="2600" spc="-295" dirty="0">
                <a:latin typeface="Tahoma"/>
                <a:cs typeface="Tahoma"/>
              </a:rPr>
              <a:t> </a:t>
            </a:r>
            <a:r>
              <a:rPr sz="2600" spc="-120" dirty="0">
                <a:latin typeface="Tahoma"/>
                <a:cs typeface="Tahoma"/>
              </a:rPr>
              <a:t>ảnh</a:t>
            </a:r>
            <a:r>
              <a:rPr sz="2600" spc="-295" dirty="0">
                <a:latin typeface="Tahoma"/>
                <a:cs typeface="Tahoma"/>
              </a:rPr>
              <a:t> </a:t>
            </a:r>
            <a:r>
              <a:rPr sz="2600" spc="-60" dirty="0">
                <a:latin typeface="Tahoma"/>
                <a:cs typeface="Tahoma"/>
              </a:rPr>
              <a:t>bị</a:t>
            </a:r>
            <a:r>
              <a:rPr sz="2600" spc="-295" dirty="0">
                <a:latin typeface="Tahoma"/>
                <a:cs typeface="Tahoma"/>
              </a:rPr>
              <a:t> </a:t>
            </a:r>
            <a:r>
              <a:rPr sz="2600" spc="-20" dirty="0">
                <a:latin typeface="Tahoma"/>
                <a:cs typeface="Tahoma"/>
              </a:rPr>
              <a:t>lỗi.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484" dirty="0"/>
              <a:t>CHƯƠNG</a:t>
            </a:r>
            <a:r>
              <a:rPr spc="-580" dirty="0"/>
              <a:t> </a:t>
            </a:r>
            <a:r>
              <a:rPr spc="-919" dirty="0"/>
              <a:t>II:</a:t>
            </a:r>
            <a:r>
              <a:rPr spc="-575" dirty="0"/>
              <a:t> </a:t>
            </a:r>
            <a:r>
              <a:rPr spc="-715" dirty="0"/>
              <a:t>HTML</a:t>
            </a:r>
            <a:r>
              <a:rPr spc="-585" dirty="0"/>
              <a:t> </a:t>
            </a:r>
            <a:r>
              <a:rPr spc="-905" dirty="0"/>
              <a:t>&amp;</a:t>
            </a:r>
            <a:r>
              <a:rPr spc="-580" dirty="0"/>
              <a:t> </a:t>
            </a:r>
            <a:r>
              <a:rPr spc="-715" dirty="0"/>
              <a:t>HTML5</a:t>
            </a:r>
            <a:endParaRPr spc="-715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xfrm>
            <a:off x="601345" y="10674350"/>
            <a:ext cx="5245100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85" dirty="0">
                <a:solidFill>
                  <a:schemeClr val="tx1"/>
                </a:solidFill>
              </a:rPr>
              <a:t>THIẾT </a:t>
            </a:r>
            <a:r>
              <a:rPr spc="-110" dirty="0">
                <a:solidFill>
                  <a:schemeClr val="tx1"/>
                </a:solidFill>
              </a:rPr>
              <a:t>KẾ</a:t>
            </a:r>
            <a:r>
              <a:rPr spc="-190" dirty="0">
                <a:solidFill>
                  <a:schemeClr val="tx1"/>
                </a:solidFill>
              </a:rPr>
              <a:t> </a:t>
            </a:r>
            <a:r>
              <a:rPr spc="-110" dirty="0">
                <a:solidFill>
                  <a:schemeClr val="tx1"/>
                </a:solidFill>
              </a:rPr>
              <a:t>WEB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VÀ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45" dirty="0">
                <a:solidFill>
                  <a:schemeClr val="tx1"/>
                </a:solidFill>
              </a:rPr>
              <a:t>TRIỂN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KHAI</a:t>
            </a:r>
            <a:r>
              <a:rPr spc="-200" dirty="0">
                <a:solidFill>
                  <a:schemeClr val="tx1"/>
                </a:solidFill>
              </a:rPr>
              <a:t> </a:t>
            </a:r>
            <a:r>
              <a:rPr spc="-80" dirty="0">
                <a:solidFill>
                  <a:schemeClr val="tx1"/>
                </a:solidFill>
              </a:rPr>
              <a:t>HỆ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95" dirty="0">
                <a:solidFill>
                  <a:schemeClr val="tx1"/>
                </a:solidFill>
              </a:rPr>
              <a:t>THỐNG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75" dirty="0">
                <a:solidFill>
                  <a:schemeClr val="tx1"/>
                </a:solidFill>
              </a:rPr>
              <a:t>PHẦN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25" dirty="0">
                <a:solidFill>
                  <a:schemeClr val="tx1"/>
                </a:solidFill>
              </a:rPr>
              <a:t>MỀM</a:t>
            </a:r>
            <a:endParaRPr spc="-20" dirty="0">
              <a:solidFill>
                <a:schemeClr val="tx1"/>
              </a:solidFill>
            </a:endParaRPr>
          </a:p>
        </p:txBody>
      </p:sp>
      <p:sp>
        <p:nvSpPr>
          <p:cNvPr id="16" name="object 6"/>
          <p:cNvSpPr/>
          <p:nvPr/>
        </p:nvSpPr>
        <p:spPr>
          <a:xfrm>
            <a:off x="523544" y="10447221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8063A1"/>
            </a:solidFill>
          </a:ln>
        </p:spPr>
        <p:txBody>
          <a:bodyPr wrap="square" lIns="0" tIns="0" rIns="0" bIns="0" rtlCol="0"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71926" y="2201978"/>
            <a:ext cx="9552239" cy="2845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01485" y="2510035"/>
            <a:ext cx="18528030" cy="7657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36750">
              <a:lnSpc>
                <a:spcPct val="100000"/>
              </a:lnSpc>
              <a:spcBef>
                <a:spcPts val="100"/>
              </a:spcBef>
            </a:pPr>
            <a:r>
              <a:rPr sz="4400" b="1" spc="-465" dirty="0">
                <a:latin typeface="Tahoma"/>
                <a:cs typeface="Tahoma"/>
              </a:rPr>
              <a:t>2.3</a:t>
            </a:r>
            <a:r>
              <a:rPr sz="4400" b="1" spc="-495" dirty="0">
                <a:latin typeface="Tahoma"/>
                <a:cs typeface="Tahoma"/>
              </a:rPr>
              <a:t> </a:t>
            </a:r>
            <a:r>
              <a:rPr sz="4400" b="1" spc="-265" dirty="0">
                <a:latin typeface="Tahoma"/>
                <a:cs typeface="Tahoma"/>
              </a:rPr>
              <a:t>Các</a:t>
            </a:r>
            <a:r>
              <a:rPr sz="4400" b="1" spc="-490" dirty="0">
                <a:latin typeface="Tahoma"/>
                <a:cs typeface="Tahoma"/>
              </a:rPr>
              <a:t> </a:t>
            </a:r>
            <a:r>
              <a:rPr sz="4400" b="1" spc="-459" dirty="0">
                <a:latin typeface="Tahoma"/>
                <a:cs typeface="Tahoma"/>
              </a:rPr>
              <a:t>thẻ</a:t>
            </a:r>
            <a:r>
              <a:rPr sz="4400" b="1" spc="-495" dirty="0">
                <a:latin typeface="Tahoma"/>
                <a:cs typeface="Tahoma"/>
              </a:rPr>
              <a:t> </a:t>
            </a:r>
            <a:r>
              <a:rPr sz="4400" b="1" spc="-630" dirty="0">
                <a:latin typeface="Tahoma"/>
                <a:cs typeface="Tahoma"/>
              </a:rPr>
              <a:t>HTML</a:t>
            </a:r>
            <a:r>
              <a:rPr sz="4400" b="1" spc="-490" dirty="0">
                <a:latin typeface="Tahoma"/>
                <a:cs typeface="Tahoma"/>
              </a:rPr>
              <a:t> </a:t>
            </a:r>
            <a:r>
              <a:rPr sz="4400" b="1" spc="-545" dirty="0">
                <a:latin typeface="Tahoma"/>
                <a:cs typeface="Tahoma"/>
              </a:rPr>
              <a:t>thông</a:t>
            </a:r>
            <a:r>
              <a:rPr sz="4400" b="1" spc="-500" dirty="0">
                <a:latin typeface="Tahoma"/>
                <a:cs typeface="Tahoma"/>
              </a:rPr>
              <a:t> </a:t>
            </a:r>
            <a:r>
              <a:rPr sz="4400" b="1" spc="-580" dirty="0">
                <a:latin typeface="Tahoma"/>
                <a:cs typeface="Tahoma"/>
              </a:rPr>
              <a:t>dụng</a:t>
            </a:r>
            <a:endParaRPr sz="4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540"/>
              </a:spcBef>
            </a:pPr>
            <a:endParaRPr sz="4400">
              <a:latin typeface="Tahoma"/>
              <a:cs typeface="Tahoma"/>
            </a:endParaRPr>
          </a:p>
          <a:p>
            <a:pPr marL="641985" indent="-629285">
              <a:lnSpc>
                <a:spcPct val="100000"/>
              </a:lnSpc>
              <a:buSzPct val="59000"/>
              <a:buFont typeface="Wingdings"/>
              <a:buChar char=""/>
              <a:tabLst>
                <a:tab pos="641985" algn="l"/>
              </a:tabLst>
            </a:pPr>
            <a:r>
              <a:rPr sz="3300" b="1" dirty="0">
                <a:latin typeface="Arial" panose="020B0604020202020204"/>
                <a:cs typeface="Arial" panose="020B0604020202020204"/>
              </a:rPr>
              <a:t>Đường</a:t>
            </a:r>
            <a:r>
              <a:rPr sz="3300" b="1" spc="-125" dirty="0">
                <a:latin typeface="Arial" panose="020B0604020202020204"/>
                <a:cs typeface="Arial" panose="020B0604020202020204"/>
              </a:rPr>
              <a:t> </a:t>
            </a:r>
            <a:r>
              <a:rPr sz="3300" b="1" spc="-25" dirty="0">
                <a:latin typeface="Arial" panose="020B0604020202020204"/>
                <a:cs typeface="Arial" panose="020B0604020202020204"/>
              </a:rPr>
              <a:t>dẫn</a:t>
            </a:r>
            <a:endParaRPr sz="3300">
              <a:latin typeface="Arial" panose="020B0604020202020204"/>
              <a:cs typeface="Arial" panose="020B0604020202020204"/>
            </a:endParaRPr>
          </a:p>
          <a:p>
            <a:pPr marL="1331595" lvl="1" indent="-525145">
              <a:lnSpc>
                <a:spcPct val="100000"/>
              </a:lnSpc>
              <a:spcBef>
                <a:spcPts val="1785"/>
              </a:spcBef>
              <a:buSzPct val="46000"/>
              <a:buChar char="•"/>
              <a:tabLst>
                <a:tab pos="1331595" algn="l"/>
              </a:tabLst>
            </a:pPr>
            <a:r>
              <a:rPr sz="2600" spc="-85" dirty="0">
                <a:latin typeface="Tahoma"/>
                <a:cs typeface="Tahoma"/>
              </a:rPr>
              <a:t>Absolute</a:t>
            </a:r>
            <a:r>
              <a:rPr sz="2600" spc="-310" dirty="0">
                <a:latin typeface="Tahoma"/>
                <a:cs typeface="Tahoma"/>
              </a:rPr>
              <a:t> </a:t>
            </a:r>
            <a:r>
              <a:rPr sz="2600" spc="-55" dirty="0">
                <a:latin typeface="Tahoma"/>
                <a:cs typeface="Tahoma"/>
              </a:rPr>
              <a:t>File</a:t>
            </a:r>
            <a:r>
              <a:rPr sz="2600" spc="-300" dirty="0">
                <a:latin typeface="Tahoma"/>
                <a:cs typeface="Tahoma"/>
              </a:rPr>
              <a:t> </a:t>
            </a:r>
            <a:r>
              <a:rPr sz="2600" spc="-95" dirty="0">
                <a:latin typeface="Tahoma"/>
                <a:cs typeface="Tahoma"/>
              </a:rPr>
              <a:t>Paths</a:t>
            </a:r>
            <a:r>
              <a:rPr sz="2600" spc="-290" dirty="0">
                <a:latin typeface="Tahoma"/>
                <a:cs typeface="Tahoma"/>
              </a:rPr>
              <a:t> </a:t>
            </a:r>
            <a:r>
              <a:rPr sz="2600" spc="-170" dirty="0">
                <a:latin typeface="Tahoma"/>
                <a:cs typeface="Tahoma"/>
              </a:rPr>
              <a:t>(Đường</a:t>
            </a:r>
            <a:r>
              <a:rPr sz="2600" spc="-295" dirty="0">
                <a:latin typeface="Tahoma"/>
                <a:cs typeface="Tahoma"/>
              </a:rPr>
              <a:t> </a:t>
            </a:r>
            <a:r>
              <a:rPr sz="2600" spc="-100" dirty="0">
                <a:latin typeface="Tahoma"/>
                <a:cs typeface="Tahoma"/>
              </a:rPr>
              <a:t>dẫn</a:t>
            </a:r>
            <a:r>
              <a:rPr sz="2600" spc="-290" dirty="0">
                <a:latin typeface="Tahoma"/>
                <a:cs typeface="Tahoma"/>
              </a:rPr>
              <a:t> </a:t>
            </a:r>
            <a:r>
              <a:rPr sz="2600" spc="-95" dirty="0">
                <a:latin typeface="Tahoma"/>
                <a:cs typeface="Tahoma"/>
              </a:rPr>
              <a:t>tệp</a:t>
            </a:r>
            <a:r>
              <a:rPr sz="2600" spc="-305" dirty="0">
                <a:latin typeface="Tahoma"/>
                <a:cs typeface="Tahoma"/>
              </a:rPr>
              <a:t> </a:t>
            </a:r>
            <a:r>
              <a:rPr sz="2600" spc="-130" dirty="0">
                <a:latin typeface="Tahoma"/>
                <a:cs typeface="Tahoma"/>
              </a:rPr>
              <a:t>tuyệt</a:t>
            </a:r>
            <a:r>
              <a:rPr sz="2600" spc="-285" dirty="0">
                <a:latin typeface="Tahoma"/>
                <a:cs typeface="Tahoma"/>
              </a:rPr>
              <a:t> </a:t>
            </a:r>
            <a:r>
              <a:rPr sz="2600" spc="-155" dirty="0">
                <a:latin typeface="Tahoma"/>
                <a:cs typeface="Tahoma"/>
              </a:rPr>
              <a:t>đối):</a:t>
            </a:r>
            <a:r>
              <a:rPr sz="2600" spc="-295" dirty="0">
                <a:latin typeface="Tahoma"/>
                <a:cs typeface="Tahoma"/>
              </a:rPr>
              <a:t> </a:t>
            </a:r>
            <a:r>
              <a:rPr sz="2600" spc="-160" dirty="0">
                <a:latin typeface="Tahoma"/>
                <a:cs typeface="Tahoma"/>
              </a:rPr>
              <a:t>Đường</a:t>
            </a:r>
            <a:r>
              <a:rPr sz="2600" spc="-285" dirty="0">
                <a:latin typeface="Tahoma"/>
                <a:cs typeface="Tahoma"/>
              </a:rPr>
              <a:t> </a:t>
            </a:r>
            <a:r>
              <a:rPr sz="2600" spc="-105" dirty="0">
                <a:latin typeface="Tahoma"/>
                <a:cs typeface="Tahoma"/>
              </a:rPr>
              <a:t>dẫn</a:t>
            </a:r>
            <a:r>
              <a:rPr sz="2600" spc="-295" dirty="0">
                <a:latin typeface="Tahoma"/>
                <a:cs typeface="Tahoma"/>
              </a:rPr>
              <a:t> </a:t>
            </a:r>
            <a:r>
              <a:rPr sz="2600" spc="-95" dirty="0">
                <a:latin typeface="Tahoma"/>
                <a:cs typeface="Tahoma"/>
              </a:rPr>
              <a:t>tệp</a:t>
            </a:r>
            <a:r>
              <a:rPr sz="2600" spc="-290" dirty="0">
                <a:latin typeface="Tahoma"/>
                <a:cs typeface="Tahoma"/>
              </a:rPr>
              <a:t> </a:t>
            </a:r>
            <a:r>
              <a:rPr sz="2600" spc="-130" dirty="0">
                <a:latin typeface="Tahoma"/>
                <a:cs typeface="Tahoma"/>
              </a:rPr>
              <a:t>tuyệt</a:t>
            </a:r>
            <a:r>
              <a:rPr sz="2600" spc="-300" dirty="0">
                <a:latin typeface="Tahoma"/>
                <a:cs typeface="Tahoma"/>
              </a:rPr>
              <a:t> </a:t>
            </a:r>
            <a:r>
              <a:rPr sz="2600" spc="-85" dirty="0">
                <a:latin typeface="Tahoma"/>
                <a:cs typeface="Tahoma"/>
              </a:rPr>
              <a:t>đối</a:t>
            </a:r>
            <a:r>
              <a:rPr sz="2600" spc="-290" dirty="0">
                <a:latin typeface="Tahoma"/>
                <a:cs typeface="Tahoma"/>
              </a:rPr>
              <a:t> </a:t>
            </a:r>
            <a:r>
              <a:rPr sz="2600" spc="-30" dirty="0">
                <a:latin typeface="Tahoma"/>
                <a:cs typeface="Tahoma"/>
              </a:rPr>
              <a:t>là</a:t>
            </a:r>
            <a:r>
              <a:rPr sz="2600" spc="-290" dirty="0">
                <a:latin typeface="Tahoma"/>
                <a:cs typeface="Tahoma"/>
              </a:rPr>
              <a:t> </a:t>
            </a:r>
            <a:r>
              <a:rPr sz="2600" spc="-114" dirty="0">
                <a:latin typeface="Tahoma"/>
                <a:cs typeface="Tahoma"/>
              </a:rPr>
              <a:t>URL</a:t>
            </a:r>
            <a:r>
              <a:rPr sz="2600" spc="-295" dirty="0">
                <a:latin typeface="Tahoma"/>
                <a:cs typeface="Tahoma"/>
              </a:rPr>
              <a:t> </a:t>
            </a:r>
            <a:r>
              <a:rPr sz="2600" spc="-165" dirty="0">
                <a:latin typeface="Tahoma"/>
                <a:cs typeface="Tahoma"/>
              </a:rPr>
              <a:t>đầy</a:t>
            </a:r>
            <a:r>
              <a:rPr sz="2600" spc="-290" dirty="0">
                <a:latin typeface="Tahoma"/>
                <a:cs typeface="Tahoma"/>
              </a:rPr>
              <a:t> </a:t>
            </a:r>
            <a:r>
              <a:rPr sz="2600" spc="-120" dirty="0">
                <a:latin typeface="Tahoma"/>
                <a:cs typeface="Tahoma"/>
              </a:rPr>
              <a:t>đủ</a:t>
            </a:r>
            <a:r>
              <a:rPr sz="2600" spc="-295" dirty="0">
                <a:latin typeface="Tahoma"/>
                <a:cs typeface="Tahoma"/>
              </a:rPr>
              <a:t> </a:t>
            </a:r>
            <a:r>
              <a:rPr sz="2600" spc="-50" dirty="0">
                <a:latin typeface="Tahoma"/>
                <a:cs typeface="Tahoma"/>
              </a:rPr>
              <a:t>của</a:t>
            </a:r>
            <a:r>
              <a:rPr sz="2600" spc="-290" dirty="0">
                <a:latin typeface="Tahoma"/>
                <a:cs typeface="Tahoma"/>
              </a:rPr>
              <a:t> </a:t>
            </a:r>
            <a:r>
              <a:rPr sz="2600" spc="-20" dirty="0">
                <a:latin typeface="Tahoma"/>
                <a:cs typeface="Tahoma"/>
              </a:rPr>
              <a:t>tệp.</a:t>
            </a:r>
            <a:endParaRPr sz="2600">
              <a:latin typeface="Tahoma"/>
              <a:cs typeface="Tahoma"/>
            </a:endParaRPr>
          </a:p>
          <a:p>
            <a:pPr marR="198120" algn="ctr">
              <a:lnSpc>
                <a:spcPct val="100000"/>
              </a:lnSpc>
              <a:spcBef>
                <a:spcPts val="1015"/>
              </a:spcBef>
            </a:pPr>
            <a:r>
              <a:rPr sz="240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&lt;img</a:t>
            </a:r>
            <a:r>
              <a:rPr sz="2400" spc="16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src</a:t>
            </a:r>
            <a:r>
              <a:rPr sz="2400" dirty="0">
                <a:latin typeface="Courier New" panose="02070309020205020404"/>
                <a:cs typeface="Courier New" panose="02070309020205020404"/>
              </a:rPr>
              <a:t>=</a:t>
            </a:r>
            <a:r>
              <a:rPr sz="2400" b="1" dirty="0">
                <a:solidFill>
                  <a:srgbClr val="8000FF"/>
                </a:solidFill>
                <a:latin typeface="Courier New" panose="02070309020205020404"/>
                <a:cs typeface="Courier New" panose="02070309020205020404"/>
              </a:rPr>
              <a:t>"https://dainam.edu.vn/img/logo/logo-ios-3.svg"</a:t>
            </a:r>
            <a:r>
              <a:rPr sz="2400" b="1" spc="165" dirty="0">
                <a:solidFill>
                  <a:srgbClr val="8000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alt</a:t>
            </a:r>
            <a:r>
              <a:rPr sz="2400" dirty="0">
                <a:latin typeface="Courier New" panose="02070309020205020404"/>
                <a:cs typeface="Courier New" panose="02070309020205020404"/>
              </a:rPr>
              <a:t>=</a:t>
            </a:r>
            <a:r>
              <a:rPr sz="2400" dirty="0">
                <a:solidFill>
                  <a:srgbClr val="FF8000"/>
                </a:solidFill>
                <a:latin typeface="Courier New" panose="02070309020205020404"/>
                <a:cs typeface="Courier New" panose="02070309020205020404"/>
              </a:rPr>
              <a:t>“Logo</a:t>
            </a:r>
            <a:r>
              <a:rPr sz="2400" spc="180" dirty="0">
                <a:solidFill>
                  <a:srgbClr val="FF8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10" dirty="0">
                <a:latin typeface="Courier New" panose="02070309020205020404"/>
                <a:cs typeface="Courier New" panose="02070309020205020404"/>
              </a:rPr>
              <a:t>DNU"</a:t>
            </a:r>
            <a:r>
              <a:rPr sz="2400" spc="-1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&gt;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L="1331595" lvl="1" indent="-525145">
              <a:lnSpc>
                <a:spcPct val="100000"/>
              </a:lnSpc>
              <a:spcBef>
                <a:spcPts val="1220"/>
              </a:spcBef>
              <a:buSzPct val="46000"/>
              <a:buChar char="•"/>
              <a:tabLst>
                <a:tab pos="1331595" algn="l"/>
              </a:tabLst>
            </a:pPr>
            <a:r>
              <a:rPr sz="2600" spc="-105" dirty="0">
                <a:latin typeface="Tahoma"/>
                <a:cs typeface="Tahoma"/>
              </a:rPr>
              <a:t>Relative</a:t>
            </a:r>
            <a:r>
              <a:rPr sz="2600" spc="-315" dirty="0">
                <a:latin typeface="Tahoma"/>
                <a:cs typeface="Tahoma"/>
              </a:rPr>
              <a:t> </a:t>
            </a:r>
            <a:r>
              <a:rPr sz="2600" spc="-55" dirty="0">
                <a:latin typeface="Tahoma"/>
                <a:cs typeface="Tahoma"/>
              </a:rPr>
              <a:t>File</a:t>
            </a:r>
            <a:r>
              <a:rPr sz="2600" spc="-300" dirty="0">
                <a:latin typeface="Tahoma"/>
                <a:cs typeface="Tahoma"/>
              </a:rPr>
              <a:t> </a:t>
            </a:r>
            <a:r>
              <a:rPr sz="2600" spc="-95" dirty="0">
                <a:latin typeface="Tahoma"/>
                <a:cs typeface="Tahoma"/>
              </a:rPr>
              <a:t>Paths</a:t>
            </a:r>
            <a:r>
              <a:rPr sz="2600" spc="-290" dirty="0">
                <a:latin typeface="Tahoma"/>
                <a:cs typeface="Tahoma"/>
              </a:rPr>
              <a:t> </a:t>
            </a:r>
            <a:r>
              <a:rPr sz="2600" spc="-170" dirty="0">
                <a:latin typeface="Tahoma"/>
                <a:cs typeface="Tahoma"/>
              </a:rPr>
              <a:t>(Đường</a:t>
            </a:r>
            <a:r>
              <a:rPr sz="2600" spc="-295" dirty="0">
                <a:latin typeface="Tahoma"/>
                <a:cs typeface="Tahoma"/>
              </a:rPr>
              <a:t> </a:t>
            </a:r>
            <a:r>
              <a:rPr sz="2600" spc="-100" dirty="0">
                <a:latin typeface="Tahoma"/>
                <a:cs typeface="Tahoma"/>
              </a:rPr>
              <a:t>dẫn</a:t>
            </a:r>
            <a:r>
              <a:rPr sz="2600" spc="-295" dirty="0">
                <a:latin typeface="Tahoma"/>
                <a:cs typeface="Tahoma"/>
              </a:rPr>
              <a:t> </a:t>
            </a:r>
            <a:r>
              <a:rPr sz="2600" spc="-95" dirty="0">
                <a:latin typeface="Tahoma"/>
                <a:cs typeface="Tahoma"/>
              </a:rPr>
              <a:t>tệp</a:t>
            </a:r>
            <a:r>
              <a:rPr sz="2600" spc="-300" dirty="0">
                <a:latin typeface="Tahoma"/>
                <a:cs typeface="Tahoma"/>
              </a:rPr>
              <a:t> </a:t>
            </a:r>
            <a:r>
              <a:rPr sz="2600" spc="-155" dirty="0">
                <a:latin typeface="Tahoma"/>
                <a:cs typeface="Tahoma"/>
              </a:rPr>
              <a:t>tương</a:t>
            </a:r>
            <a:r>
              <a:rPr sz="2600" spc="-295" dirty="0">
                <a:latin typeface="Tahoma"/>
                <a:cs typeface="Tahoma"/>
              </a:rPr>
              <a:t> </a:t>
            </a:r>
            <a:r>
              <a:rPr sz="2600" spc="-150" dirty="0">
                <a:latin typeface="Tahoma"/>
                <a:cs typeface="Tahoma"/>
              </a:rPr>
              <a:t>đối):</a:t>
            </a:r>
            <a:r>
              <a:rPr sz="2600" spc="-290" dirty="0">
                <a:latin typeface="Tahoma"/>
                <a:cs typeface="Tahoma"/>
              </a:rPr>
              <a:t> </a:t>
            </a:r>
            <a:r>
              <a:rPr sz="2600" spc="-160" dirty="0">
                <a:latin typeface="Tahoma"/>
                <a:cs typeface="Tahoma"/>
              </a:rPr>
              <a:t>Đường</a:t>
            </a:r>
            <a:r>
              <a:rPr sz="2600" spc="-290" dirty="0">
                <a:latin typeface="Tahoma"/>
                <a:cs typeface="Tahoma"/>
              </a:rPr>
              <a:t> </a:t>
            </a:r>
            <a:r>
              <a:rPr sz="2600" spc="-105" dirty="0">
                <a:latin typeface="Tahoma"/>
                <a:cs typeface="Tahoma"/>
              </a:rPr>
              <a:t>dẫn</a:t>
            </a:r>
            <a:r>
              <a:rPr sz="2600" spc="-290" dirty="0">
                <a:latin typeface="Tahoma"/>
                <a:cs typeface="Tahoma"/>
              </a:rPr>
              <a:t> </a:t>
            </a:r>
            <a:r>
              <a:rPr sz="2600" spc="-95" dirty="0">
                <a:latin typeface="Tahoma"/>
                <a:cs typeface="Tahoma"/>
              </a:rPr>
              <a:t>tệp</a:t>
            </a:r>
            <a:r>
              <a:rPr sz="2600" spc="-295" dirty="0">
                <a:latin typeface="Tahoma"/>
                <a:cs typeface="Tahoma"/>
              </a:rPr>
              <a:t> </a:t>
            </a:r>
            <a:r>
              <a:rPr sz="2600" spc="-155" dirty="0">
                <a:latin typeface="Tahoma"/>
                <a:cs typeface="Tahoma"/>
              </a:rPr>
              <a:t>tương</a:t>
            </a:r>
            <a:r>
              <a:rPr sz="2600" spc="-290" dirty="0">
                <a:latin typeface="Tahoma"/>
                <a:cs typeface="Tahoma"/>
              </a:rPr>
              <a:t> </a:t>
            </a:r>
            <a:r>
              <a:rPr sz="2600" spc="-85" dirty="0">
                <a:latin typeface="Tahoma"/>
                <a:cs typeface="Tahoma"/>
              </a:rPr>
              <a:t>đối</a:t>
            </a:r>
            <a:r>
              <a:rPr sz="2600" spc="-290" dirty="0">
                <a:latin typeface="Tahoma"/>
                <a:cs typeface="Tahoma"/>
              </a:rPr>
              <a:t> </a:t>
            </a:r>
            <a:r>
              <a:rPr sz="2600" spc="-114" dirty="0">
                <a:latin typeface="Tahoma"/>
                <a:cs typeface="Tahoma"/>
              </a:rPr>
              <a:t>trỏ</a:t>
            </a:r>
            <a:r>
              <a:rPr sz="2600" spc="-295" dirty="0">
                <a:latin typeface="Tahoma"/>
                <a:cs typeface="Tahoma"/>
              </a:rPr>
              <a:t> </a:t>
            </a:r>
            <a:r>
              <a:rPr sz="2600" spc="-120" dirty="0">
                <a:latin typeface="Tahoma"/>
                <a:cs typeface="Tahoma"/>
              </a:rPr>
              <a:t>đến</a:t>
            </a:r>
            <a:r>
              <a:rPr sz="2600" spc="-290" dirty="0">
                <a:latin typeface="Tahoma"/>
                <a:cs typeface="Tahoma"/>
              </a:rPr>
              <a:t> </a:t>
            </a:r>
            <a:r>
              <a:rPr sz="2600" spc="-114" dirty="0">
                <a:latin typeface="Tahoma"/>
                <a:cs typeface="Tahoma"/>
              </a:rPr>
              <a:t>một</a:t>
            </a:r>
            <a:r>
              <a:rPr sz="2600" spc="-290" dirty="0">
                <a:latin typeface="Tahoma"/>
                <a:cs typeface="Tahoma"/>
              </a:rPr>
              <a:t> </a:t>
            </a:r>
            <a:r>
              <a:rPr sz="2600" spc="-95" dirty="0">
                <a:latin typeface="Tahoma"/>
                <a:cs typeface="Tahoma"/>
              </a:rPr>
              <a:t>tệp</a:t>
            </a:r>
            <a:r>
              <a:rPr sz="2600" spc="-290" dirty="0">
                <a:latin typeface="Tahoma"/>
                <a:cs typeface="Tahoma"/>
              </a:rPr>
              <a:t> </a:t>
            </a:r>
            <a:r>
              <a:rPr sz="2600" spc="-60" dirty="0">
                <a:latin typeface="Tahoma"/>
                <a:cs typeface="Tahoma"/>
              </a:rPr>
              <a:t>liên</a:t>
            </a:r>
            <a:r>
              <a:rPr sz="2600" spc="-295" dirty="0">
                <a:latin typeface="Tahoma"/>
                <a:cs typeface="Tahoma"/>
              </a:rPr>
              <a:t> </a:t>
            </a:r>
            <a:r>
              <a:rPr sz="2600" spc="-105" dirty="0">
                <a:latin typeface="Tahoma"/>
                <a:cs typeface="Tahoma"/>
              </a:rPr>
              <a:t>quan</a:t>
            </a:r>
            <a:r>
              <a:rPr sz="2600" spc="-290" dirty="0">
                <a:latin typeface="Tahoma"/>
                <a:cs typeface="Tahoma"/>
              </a:rPr>
              <a:t> </a:t>
            </a:r>
            <a:r>
              <a:rPr sz="2600" spc="-120" dirty="0">
                <a:latin typeface="Tahoma"/>
                <a:cs typeface="Tahoma"/>
              </a:rPr>
              <a:t>đến</a:t>
            </a:r>
            <a:r>
              <a:rPr sz="2600" spc="-295" dirty="0">
                <a:latin typeface="Tahoma"/>
                <a:cs typeface="Tahoma"/>
              </a:rPr>
              <a:t> </a:t>
            </a:r>
            <a:r>
              <a:rPr sz="2600" spc="-160" dirty="0">
                <a:latin typeface="Tahoma"/>
                <a:cs typeface="Tahoma"/>
              </a:rPr>
              <a:t>trang</a:t>
            </a:r>
            <a:r>
              <a:rPr sz="2600" spc="-295" dirty="0">
                <a:latin typeface="Tahoma"/>
                <a:cs typeface="Tahoma"/>
              </a:rPr>
              <a:t> </a:t>
            </a:r>
            <a:r>
              <a:rPr sz="2600" spc="-80" dirty="0">
                <a:latin typeface="Tahoma"/>
                <a:cs typeface="Tahoma"/>
              </a:rPr>
              <a:t>hiện</a:t>
            </a:r>
            <a:r>
              <a:rPr sz="2600" spc="-290" dirty="0">
                <a:latin typeface="Tahoma"/>
                <a:cs typeface="Tahoma"/>
              </a:rPr>
              <a:t> </a:t>
            </a:r>
            <a:r>
              <a:rPr sz="2600" spc="-20" dirty="0">
                <a:latin typeface="Tahoma"/>
                <a:cs typeface="Tahoma"/>
              </a:rPr>
              <a:t>tại.</a:t>
            </a:r>
            <a:endParaRPr sz="2600">
              <a:latin typeface="Tahoma"/>
              <a:cs typeface="Tahoma"/>
            </a:endParaRPr>
          </a:p>
          <a:p>
            <a:pPr marL="2066925" lvl="2" indent="-420370">
              <a:lnSpc>
                <a:spcPct val="100000"/>
              </a:lnSpc>
              <a:spcBef>
                <a:spcPts val="1355"/>
              </a:spcBef>
              <a:buSzPct val="62000"/>
              <a:buFont typeface="Tahoma"/>
              <a:buChar char="•"/>
              <a:tabLst>
                <a:tab pos="2066925" algn="l"/>
              </a:tabLst>
            </a:pPr>
            <a:r>
              <a:rPr sz="195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&lt;img</a:t>
            </a:r>
            <a:r>
              <a:rPr sz="1950" spc="65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95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src</a:t>
            </a:r>
            <a:r>
              <a:rPr sz="1950" dirty="0">
                <a:latin typeface="Courier New" panose="02070309020205020404"/>
                <a:cs typeface="Courier New" panose="02070309020205020404"/>
              </a:rPr>
              <a:t>=</a:t>
            </a:r>
            <a:r>
              <a:rPr sz="1950" b="1" dirty="0">
                <a:solidFill>
                  <a:srgbClr val="8000FF"/>
                </a:solidFill>
                <a:latin typeface="Courier New" panose="02070309020205020404"/>
                <a:cs typeface="Courier New" panose="02070309020205020404"/>
              </a:rPr>
              <a:t>"logo.png"</a:t>
            </a:r>
            <a:r>
              <a:rPr sz="1950" b="1" spc="75" dirty="0">
                <a:solidFill>
                  <a:srgbClr val="8000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95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alt</a:t>
            </a:r>
            <a:r>
              <a:rPr sz="1950" dirty="0">
                <a:latin typeface="Courier New" panose="02070309020205020404"/>
                <a:cs typeface="Courier New" panose="02070309020205020404"/>
              </a:rPr>
              <a:t>=</a:t>
            </a:r>
            <a:r>
              <a:rPr sz="1950" b="1" dirty="0">
                <a:solidFill>
                  <a:srgbClr val="8000FF"/>
                </a:solidFill>
                <a:latin typeface="Courier New" panose="02070309020205020404"/>
                <a:cs typeface="Courier New" panose="02070309020205020404"/>
              </a:rPr>
              <a:t>"Logo"</a:t>
            </a:r>
            <a:r>
              <a:rPr sz="195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&gt;</a:t>
            </a:r>
            <a:r>
              <a:rPr sz="1950" b="1" dirty="0">
                <a:latin typeface="Courier New" panose="02070309020205020404"/>
                <a:cs typeface="Courier New" panose="02070309020205020404"/>
              </a:rPr>
              <a:t>:</a:t>
            </a:r>
            <a:r>
              <a:rPr sz="1950" b="1" spc="6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950" b="1" dirty="0">
                <a:latin typeface="Courier New" panose="02070309020205020404"/>
                <a:cs typeface="Courier New" panose="02070309020205020404"/>
              </a:rPr>
              <a:t>File</a:t>
            </a:r>
            <a:r>
              <a:rPr sz="1950" b="1" spc="6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950" b="1" dirty="0">
                <a:latin typeface="Courier New" panose="02070309020205020404"/>
                <a:cs typeface="Courier New" panose="02070309020205020404"/>
              </a:rPr>
              <a:t>"logo.png"</a:t>
            </a:r>
            <a:r>
              <a:rPr sz="1950" b="1" spc="6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950" b="1" dirty="0">
                <a:latin typeface="Courier New" panose="02070309020205020404"/>
                <a:cs typeface="Courier New" panose="02070309020205020404"/>
              </a:rPr>
              <a:t>nằm</a:t>
            </a:r>
            <a:r>
              <a:rPr sz="1950" b="1" spc="6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950" b="1" dirty="0">
                <a:latin typeface="Courier New" panose="02070309020205020404"/>
                <a:cs typeface="Courier New" panose="02070309020205020404"/>
              </a:rPr>
              <a:t>cùng</a:t>
            </a:r>
            <a:r>
              <a:rPr sz="1950" b="1" spc="6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950" b="1" dirty="0">
                <a:latin typeface="Courier New" panose="02070309020205020404"/>
                <a:cs typeface="Courier New" panose="02070309020205020404"/>
              </a:rPr>
              <a:t>thư</a:t>
            </a:r>
            <a:r>
              <a:rPr sz="1950" b="1" spc="6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950" b="1" dirty="0">
                <a:latin typeface="Courier New" panose="02070309020205020404"/>
                <a:cs typeface="Courier New" panose="02070309020205020404"/>
              </a:rPr>
              <a:t>mục</a:t>
            </a:r>
            <a:r>
              <a:rPr sz="1950" b="1" spc="7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950" b="1" dirty="0">
                <a:latin typeface="Courier New" panose="02070309020205020404"/>
                <a:cs typeface="Courier New" panose="02070309020205020404"/>
              </a:rPr>
              <a:t>với</a:t>
            </a:r>
            <a:r>
              <a:rPr sz="1950" b="1" spc="6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950" b="1" dirty="0">
                <a:latin typeface="Courier New" panose="02070309020205020404"/>
                <a:cs typeface="Courier New" panose="02070309020205020404"/>
              </a:rPr>
              <a:t>trang</a:t>
            </a:r>
            <a:r>
              <a:rPr sz="1950" b="1" spc="7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950" b="1" dirty="0">
                <a:latin typeface="Courier New" panose="02070309020205020404"/>
                <a:cs typeface="Courier New" panose="02070309020205020404"/>
              </a:rPr>
              <a:t>hiện</a:t>
            </a:r>
            <a:r>
              <a:rPr sz="1950" b="1" spc="7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950" b="1" spc="-20" dirty="0">
                <a:latin typeface="Courier New" panose="02070309020205020404"/>
                <a:cs typeface="Courier New" panose="02070309020205020404"/>
              </a:rPr>
              <a:t>tại.</a:t>
            </a:r>
            <a:endParaRPr sz="1950">
              <a:latin typeface="Courier New" panose="02070309020205020404"/>
              <a:cs typeface="Courier New" panose="02070309020205020404"/>
            </a:endParaRPr>
          </a:p>
          <a:p>
            <a:pPr marL="2066925" lvl="2" indent="-420370">
              <a:lnSpc>
                <a:spcPct val="100000"/>
              </a:lnSpc>
              <a:spcBef>
                <a:spcPts val="1220"/>
              </a:spcBef>
              <a:buSzPct val="62000"/>
              <a:buFont typeface="Tahoma"/>
              <a:buChar char="•"/>
              <a:tabLst>
                <a:tab pos="2066925" algn="l"/>
              </a:tabLst>
            </a:pPr>
            <a:r>
              <a:rPr sz="195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&lt;img</a:t>
            </a:r>
            <a:r>
              <a:rPr sz="1950" spc="65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95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src</a:t>
            </a:r>
            <a:r>
              <a:rPr sz="1950" dirty="0">
                <a:latin typeface="Courier New" panose="02070309020205020404"/>
                <a:cs typeface="Courier New" panose="02070309020205020404"/>
              </a:rPr>
              <a:t>=</a:t>
            </a:r>
            <a:r>
              <a:rPr sz="1950" b="1" dirty="0">
                <a:solidFill>
                  <a:srgbClr val="8000FF"/>
                </a:solidFill>
                <a:latin typeface="Courier New" panose="02070309020205020404"/>
                <a:cs typeface="Courier New" panose="02070309020205020404"/>
              </a:rPr>
              <a:t>"images/logo.png"</a:t>
            </a:r>
            <a:r>
              <a:rPr sz="195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&gt;</a:t>
            </a:r>
            <a:r>
              <a:rPr sz="1950" b="1" dirty="0">
                <a:latin typeface="Courier New" panose="02070309020205020404"/>
                <a:cs typeface="Courier New" panose="02070309020205020404"/>
              </a:rPr>
              <a:t>:</a:t>
            </a:r>
            <a:r>
              <a:rPr sz="1950" b="1" spc="6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950" b="1" dirty="0">
                <a:latin typeface="Courier New" panose="02070309020205020404"/>
                <a:cs typeface="Courier New" panose="02070309020205020404"/>
              </a:rPr>
              <a:t>File</a:t>
            </a:r>
            <a:r>
              <a:rPr sz="1950" b="1" spc="6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950" b="1" dirty="0">
                <a:latin typeface="Courier New" panose="02070309020205020404"/>
                <a:cs typeface="Courier New" panose="02070309020205020404"/>
              </a:rPr>
              <a:t>"</a:t>
            </a:r>
            <a:r>
              <a:rPr sz="1950" b="1" spc="6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950" b="1" dirty="0">
                <a:latin typeface="Courier New" panose="02070309020205020404"/>
                <a:cs typeface="Courier New" panose="02070309020205020404"/>
              </a:rPr>
              <a:t>logo.png"</a:t>
            </a:r>
            <a:r>
              <a:rPr sz="1950" b="1" spc="6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950" b="1" dirty="0">
                <a:latin typeface="Courier New" panose="02070309020205020404"/>
                <a:cs typeface="Courier New" panose="02070309020205020404"/>
              </a:rPr>
              <a:t>nằm</a:t>
            </a:r>
            <a:r>
              <a:rPr sz="1950" b="1" spc="6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950" b="1" dirty="0">
                <a:latin typeface="Courier New" panose="02070309020205020404"/>
                <a:cs typeface="Courier New" panose="02070309020205020404"/>
              </a:rPr>
              <a:t>trong</a:t>
            </a:r>
            <a:r>
              <a:rPr sz="1950" b="1" spc="6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950" b="1" dirty="0">
                <a:latin typeface="Courier New" panose="02070309020205020404"/>
                <a:cs typeface="Courier New" panose="02070309020205020404"/>
              </a:rPr>
              <a:t>thư</a:t>
            </a:r>
            <a:r>
              <a:rPr sz="1950" b="1" spc="6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950" b="1" dirty="0">
                <a:latin typeface="Courier New" panose="02070309020205020404"/>
                <a:cs typeface="Courier New" panose="02070309020205020404"/>
              </a:rPr>
              <a:t>mục</a:t>
            </a:r>
            <a:r>
              <a:rPr sz="1950" b="1" spc="6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950" b="1" dirty="0">
                <a:latin typeface="Courier New" panose="02070309020205020404"/>
                <a:cs typeface="Courier New" panose="02070309020205020404"/>
              </a:rPr>
              <a:t>images</a:t>
            </a:r>
            <a:r>
              <a:rPr sz="1950" b="1" spc="6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950" b="1" dirty="0">
                <a:latin typeface="Courier New" panose="02070309020205020404"/>
                <a:cs typeface="Courier New" panose="02070309020205020404"/>
              </a:rPr>
              <a:t>trong</a:t>
            </a:r>
            <a:r>
              <a:rPr sz="1950" b="1" spc="6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950" b="1" dirty="0">
                <a:latin typeface="Courier New" panose="02070309020205020404"/>
                <a:cs typeface="Courier New" panose="02070309020205020404"/>
              </a:rPr>
              <a:t>thư</a:t>
            </a:r>
            <a:r>
              <a:rPr sz="1950" b="1" spc="6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950" b="1" dirty="0">
                <a:latin typeface="Courier New" panose="02070309020205020404"/>
                <a:cs typeface="Courier New" panose="02070309020205020404"/>
              </a:rPr>
              <a:t>mục</a:t>
            </a:r>
            <a:r>
              <a:rPr sz="1950" b="1" spc="6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950" b="1" dirty="0">
                <a:latin typeface="Courier New" panose="02070309020205020404"/>
                <a:cs typeface="Courier New" panose="02070309020205020404"/>
              </a:rPr>
              <a:t>hiện</a:t>
            </a:r>
            <a:r>
              <a:rPr sz="1950" b="1" spc="6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950" b="1" spc="-20" dirty="0">
                <a:latin typeface="Courier New" panose="02070309020205020404"/>
                <a:cs typeface="Courier New" panose="02070309020205020404"/>
              </a:rPr>
              <a:t>tại.</a:t>
            </a:r>
            <a:endParaRPr sz="1950">
              <a:latin typeface="Courier New" panose="02070309020205020404"/>
              <a:cs typeface="Courier New" panose="02070309020205020404"/>
            </a:endParaRPr>
          </a:p>
          <a:p>
            <a:pPr marL="2066925" lvl="2" indent="-420370">
              <a:lnSpc>
                <a:spcPct val="100000"/>
              </a:lnSpc>
              <a:spcBef>
                <a:spcPts val="1225"/>
              </a:spcBef>
              <a:buSzPct val="62000"/>
              <a:buFont typeface="Tahoma"/>
              <a:buChar char="•"/>
              <a:tabLst>
                <a:tab pos="2066925" algn="l"/>
              </a:tabLst>
            </a:pPr>
            <a:r>
              <a:rPr sz="195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&lt;img</a:t>
            </a:r>
            <a:r>
              <a:rPr sz="1950" spc="6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95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src</a:t>
            </a:r>
            <a:r>
              <a:rPr sz="1950" dirty="0">
                <a:latin typeface="Courier New" panose="02070309020205020404"/>
                <a:cs typeface="Courier New" panose="02070309020205020404"/>
              </a:rPr>
              <a:t>=</a:t>
            </a:r>
            <a:r>
              <a:rPr sz="1950" b="1" dirty="0">
                <a:solidFill>
                  <a:srgbClr val="8000FF"/>
                </a:solidFill>
                <a:latin typeface="Courier New" panose="02070309020205020404"/>
                <a:cs typeface="Courier New" panose="02070309020205020404"/>
              </a:rPr>
              <a:t>"/images/logo.png"</a:t>
            </a:r>
            <a:r>
              <a:rPr sz="195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&gt;</a:t>
            </a:r>
            <a:r>
              <a:rPr sz="1950" b="1" dirty="0">
                <a:latin typeface="Courier New" panose="02070309020205020404"/>
                <a:cs typeface="Courier New" panose="02070309020205020404"/>
              </a:rPr>
              <a:t>:</a:t>
            </a:r>
            <a:r>
              <a:rPr sz="1950" b="1" spc="6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950" b="1" dirty="0">
                <a:latin typeface="Courier New" panose="02070309020205020404"/>
                <a:cs typeface="Courier New" panose="02070309020205020404"/>
              </a:rPr>
              <a:t>File</a:t>
            </a:r>
            <a:r>
              <a:rPr sz="1950" b="1" spc="6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950" b="1" dirty="0">
                <a:latin typeface="Courier New" panose="02070309020205020404"/>
                <a:cs typeface="Courier New" panose="02070309020205020404"/>
              </a:rPr>
              <a:t>"</a:t>
            </a:r>
            <a:r>
              <a:rPr sz="1950" b="1" spc="6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950" b="1" dirty="0">
                <a:latin typeface="Courier New" panose="02070309020205020404"/>
                <a:cs typeface="Courier New" panose="02070309020205020404"/>
              </a:rPr>
              <a:t>logo.png"</a:t>
            </a:r>
            <a:r>
              <a:rPr sz="1950" b="1" spc="5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950" b="1" dirty="0">
                <a:latin typeface="Courier New" panose="02070309020205020404"/>
                <a:cs typeface="Courier New" panose="02070309020205020404"/>
              </a:rPr>
              <a:t>nằm</a:t>
            </a:r>
            <a:r>
              <a:rPr sz="1950" b="1" spc="6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950" b="1" dirty="0">
                <a:latin typeface="Courier New" panose="02070309020205020404"/>
                <a:cs typeface="Courier New" panose="02070309020205020404"/>
              </a:rPr>
              <a:t>trong</a:t>
            </a:r>
            <a:r>
              <a:rPr sz="1950" b="1" spc="5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950" b="1" dirty="0">
                <a:latin typeface="Courier New" panose="02070309020205020404"/>
                <a:cs typeface="Courier New" panose="02070309020205020404"/>
              </a:rPr>
              <a:t>thư</a:t>
            </a:r>
            <a:r>
              <a:rPr sz="1950" b="1" spc="6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950" b="1" dirty="0">
                <a:latin typeface="Courier New" panose="02070309020205020404"/>
                <a:cs typeface="Courier New" panose="02070309020205020404"/>
              </a:rPr>
              <a:t>mục</a:t>
            </a:r>
            <a:r>
              <a:rPr sz="1950" b="1" spc="6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950" b="1" dirty="0">
                <a:latin typeface="Courier New" panose="02070309020205020404"/>
                <a:cs typeface="Courier New" panose="02070309020205020404"/>
              </a:rPr>
              <a:t>images</a:t>
            </a:r>
            <a:r>
              <a:rPr sz="1950" b="1" spc="5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950" b="1" dirty="0">
                <a:latin typeface="Courier New" panose="02070309020205020404"/>
                <a:cs typeface="Courier New" panose="02070309020205020404"/>
              </a:rPr>
              <a:t>ở</a:t>
            </a:r>
            <a:r>
              <a:rPr sz="1950" b="1" spc="5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950" b="1" dirty="0">
                <a:latin typeface="Courier New" panose="02070309020205020404"/>
                <a:cs typeface="Courier New" panose="02070309020205020404"/>
              </a:rPr>
              <a:t>thư</a:t>
            </a:r>
            <a:r>
              <a:rPr sz="1950" b="1" spc="5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950" b="1" dirty="0">
                <a:latin typeface="Courier New" panose="02070309020205020404"/>
                <a:cs typeface="Courier New" panose="02070309020205020404"/>
              </a:rPr>
              <a:t>mục</a:t>
            </a:r>
            <a:r>
              <a:rPr sz="1950" b="1" spc="6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950" b="1" dirty="0">
                <a:latin typeface="Courier New" panose="02070309020205020404"/>
                <a:cs typeface="Courier New" panose="02070309020205020404"/>
              </a:rPr>
              <a:t>gốc</a:t>
            </a:r>
            <a:r>
              <a:rPr sz="1950" b="1" spc="6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950" b="1" dirty="0">
                <a:latin typeface="Courier New" panose="02070309020205020404"/>
                <a:cs typeface="Courier New" panose="02070309020205020404"/>
              </a:rPr>
              <a:t>của</a:t>
            </a:r>
            <a:r>
              <a:rPr sz="1950" b="1" spc="6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950" b="1" dirty="0">
                <a:latin typeface="Courier New" panose="02070309020205020404"/>
                <a:cs typeface="Courier New" panose="02070309020205020404"/>
              </a:rPr>
              <a:t>trang</a:t>
            </a:r>
            <a:r>
              <a:rPr sz="1950" b="1" spc="6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950" b="1" dirty="0">
                <a:latin typeface="Courier New" panose="02070309020205020404"/>
                <a:cs typeface="Courier New" panose="02070309020205020404"/>
              </a:rPr>
              <a:t>web</a:t>
            </a:r>
            <a:r>
              <a:rPr sz="1950" b="1" spc="6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950" b="1" dirty="0">
                <a:latin typeface="Courier New" panose="02070309020205020404"/>
                <a:cs typeface="Courier New" panose="02070309020205020404"/>
              </a:rPr>
              <a:t>hiện</a:t>
            </a:r>
            <a:r>
              <a:rPr sz="1950" b="1" spc="6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950" b="1" spc="-20" dirty="0">
                <a:latin typeface="Courier New" panose="02070309020205020404"/>
                <a:cs typeface="Courier New" panose="02070309020205020404"/>
              </a:rPr>
              <a:t>tại.</a:t>
            </a:r>
            <a:endParaRPr sz="1950">
              <a:latin typeface="Courier New" panose="02070309020205020404"/>
              <a:cs typeface="Courier New" panose="02070309020205020404"/>
            </a:endParaRPr>
          </a:p>
          <a:p>
            <a:pPr marL="2066925" lvl="2" indent="-420370">
              <a:lnSpc>
                <a:spcPct val="100000"/>
              </a:lnSpc>
              <a:spcBef>
                <a:spcPts val="1240"/>
              </a:spcBef>
              <a:buSzPct val="62000"/>
              <a:buFont typeface="Tahoma"/>
              <a:buChar char="•"/>
              <a:tabLst>
                <a:tab pos="2066925" algn="l"/>
              </a:tabLst>
            </a:pPr>
            <a:r>
              <a:rPr sz="195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&lt;img</a:t>
            </a:r>
            <a:r>
              <a:rPr sz="1950" spc="55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95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src</a:t>
            </a:r>
            <a:r>
              <a:rPr sz="1950" dirty="0">
                <a:latin typeface="Courier New" panose="02070309020205020404"/>
                <a:cs typeface="Courier New" panose="02070309020205020404"/>
              </a:rPr>
              <a:t>=</a:t>
            </a:r>
            <a:r>
              <a:rPr sz="1950" b="1" dirty="0">
                <a:solidFill>
                  <a:srgbClr val="8000FF"/>
                </a:solidFill>
                <a:latin typeface="Courier New" panose="02070309020205020404"/>
                <a:cs typeface="Courier New" panose="02070309020205020404"/>
              </a:rPr>
              <a:t>"../logo.png"</a:t>
            </a:r>
            <a:r>
              <a:rPr sz="195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&gt;</a:t>
            </a:r>
            <a:r>
              <a:rPr sz="1950" b="1" dirty="0">
                <a:latin typeface="Courier New" panose="02070309020205020404"/>
                <a:cs typeface="Courier New" panose="02070309020205020404"/>
              </a:rPr>
              <a:t>:</a:t>
            </a:r>
            <a:r>
              <a:rPr sz="1950" b="1" spc="6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950" b="1" dirty="0">
                <a:latin typeface="Courier New" panose="02070309020205020404"/>
                <a:cs typeface="Courier New" panose="02070309020205020404"/>
              </a:rPr>
              <a:t>File</a:t>
            </a:r>
            <a:r>
              <a:rPr sz="1950" b="1" spc="6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950" b="1" dirty="0">
                <a:latin typeface="Courier New" panose="02070309020205020404"/>
                <a:cs typeface="Courier New" panose="02070309020205020404"/>
              </a:rPr>
              <a:t>"</a:t>
            </a:r>
            <a:r>
              <a:rPr sz="1950" b="1" spc="5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950" b="1" dirty="0">
                <a:latin typeface="Courier New" panose="02070309020205020404"/>
                <a:cs typeface="Courier New" panose="02070309020205020404"/>
              </a:rPr>
              <a:t>logo.png"</a:t>
            </a:r>
            <a:r>
              <a:rPr sz="1950" b="1" spc="5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950" b="1" dirty="0">
                <a:latin typeface="Courier New" panose="02070309020205020404"/>
                <a:cs typeface="Courier New" panose="02070309020205020404"/>
              </a:rPr>
              <a:t>nằm</a:t>
            </a:r>
            <a:r>
              <a:rPr sz="1950" b="1" spc="6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950" b="1" dirty="0">
                <a:latin typeface="Courier New" panose="02070309020205020404"/>
                <a:cs typeface="Courier New" panose="02070309020205020404"/>
              </a:rPr>
              <a:t>trong</a:t>
            </a:r>
            <a:r>
              <a:rPr sz="1950" b="1" spc="5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950" b="1" dirty="0">
                <a:latin typeface="Courier New" panose="02070309020205020404"/>
                <a:cs typeface="Courier New" panose="02070309020205020404"/>
              </a:rPr>
              <a:t>thư</a:t>
            </a:r>
            <a:r>
              <a:rPr sz="1950" b="1" spc="6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950" b="1" dirty="0">
                <a:latin typeface="Courier New" panose="02070309020205020404"/>
                <a:cs typeface="Courier New" panose="02070309020205020404"/>
              </a:rPr>
              <a:t>mục</a:t>
            </a:r>
            <a:r>
              <a:rPr sz="1950" b="1" spc="6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950" b="1" dirty="0">
                <a:latin typeface="Courier New" panose="02070309020205020404"/>
                <a:cs typeface="Courier New" panose="02070309020205020404"/>
              </a:rPr>
              <a:t>tăng</a:t>
            </a:r>
            <a:r>
              <a:rPr sz="1950" b="1" spc="5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950" b="1" dirty="0">
                <a:latin typeface="Courier New" panose="02070309020205020404"/>
                <a:cs typeface="Courier New" panose="02070309020205020404"/>
              </a:rPr>
              <a:t>một</a:t>
            </a:r>
            <a:r>
              <a:rPr sz="1950" b="1" spc="5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950" b="1" dirty="0">
                <a:latin typeface="Courier New" panose="02070309020205020404"/>
                <a:cs typeface="Courier New" panose="02070309020205020404"/>
              </a:rPr>
              <a:t>cấp</a:t>
            </a:r>
            <a:r>
              <a:rPr sz="1950" b="1" spc="5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950" b="1" dirty="0">
                <a:latin typeface="Courier New" panose="02070309020205020404"/>
                <a:cs typeface="Courier New" panose="02070309020205020404"/>
              </a:rPr>
              <a:t>so</a:t>
            </a:r>
            <a:r>
              <a:rPr sz="1950" b="1" spc="5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950" b="1" dirty="0">
                <a:latin typeface="Courier New" panose="02070309020205020404"/>
                <a:cs typeface="Courier New" panose="02070309020205020404"/>
              </a:rPr>
              <a:t>với</a:t>
            </a:r>
            <a:r>
              <a:rPr sz="1950" b="1" spc="6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950" b="1" dirty="0">
                <a:latin typeface="Courier New" panose="02070309020205020404"/>
                <a:cs typeface="Courier New" panose="02070309020205020404"/>
              </a:rPr>
              <a:t>thư</a:t>
            </a:r>
            <a:r>
              <a:rPr sz="1950" b="1" spc="5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950" b="1" dirty="0">
                <a:latin typeface="Courier New" panose="02070309020205020404"/>
                <a:cs typeface="Courier New" panose="02070309020205020404"/>
              </a:rPr>
              <a:t>mục</a:t>
            </a:r>
            <a:r>
              <a:rPr sz="1950" b="1" spc="5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950" b="1" dirty="0">
                <a:latin typeface="Courier New" panose="02070309020205020404"/>
                <a:cs typeface="Courier New" panose="02070309020205020404"/>
              </a:rPr>
              <a:t>hiện</a:t>
            </a:r>
            <a:r>
              <a:rPr sz="1950" b="1" spc="5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950" b="1" spc="-20" dirty="0">
                <a:latin typeface="Courier New" panose="02070309020205020404"/>
                <a:cs typeface="Courier New" panose="02070309020205020404"/>
              </a:rPr>
              <a:t>tại.</a:t>
            </a:r>
            <a:endParaRPr sz="1950">
              <a:latin typeface="Courier New" panose="02070309020205020404"/>
              <a:cs typeface="Courier New" panose="02070309020205020404"/>
            </a:endParaRPr>
          </a:p>
          <a:p>
            <a:pPr marL="1331595" lvl="1" indent="-525145">
              <a:lnSpc>
                <a:spcPct val="100000"/>
              </a:lnSpc>
              <a:spcBef>
                <a:spcPts val="1480"/>
              </a:spcBef>
              <a:buSzPct val="46000"/>
              <a:buChar char="•"/>
              <a:tabLst>
                <a:tab pos="1331595" algn="l"/>
              </a:tabLst>
            </a:pPr>
            <a:r>
              <a:rPr sz="2600" spc="-125" dirty="0">
                <a:latin typeface="Tahoma"/>
                <a:cs typeface="Tahoma"/>
              </a:rPr>
              <a:t>Kết</a:t>
            </a:r>
            <a:r>
              <a:rPr sz="2600" spc="-310" dirty="0">
                <a:latin typeface="Tahoma"/>
                <a:cs typeface="Tahoma"/>
              </a:rPr>
              <a:t> </a:t>
            </a:r>
            <a:r>
              <a:rPr sz="2600" spc="-110" dirty="0">
                <a:latin typeface="Tahoma"/>
                <a:cs typeface="Tahoma"/>
              </a:rPr>
              <a:t>hợp</a:t>
            </a:r>
            <a:r>
              <a:rPr sz="2600" spc="-300" dirty="0">
                <a:latin typeface="Tahoma"/>
                <a:cs typeface="Tahoma"/>
              </a:rPr>
              <a:t> </a:t>
            </a:r>
            <a:r>
              <a:rPr sz="2600" spc="-110" dirty="0">
                <a:latin typeface="Tahoma"/>
                <a:cs typeface="Tahoma"/>
              </a:rPr>
              <a:t>thẻ</a:t>
            </a:r>
            <a:r>
              <a:rPr sz="2600" spc="-305" dirty="0">
                <a:latin typeface="Tahoma"/>
                <a:cs typeface="Tahoma"/>
              </a:rPr>
              <a:t> </a:t>
            </a:r>
            <a:r>
              <a:rPr sz="2600" spc="-90" dirty="0">
                <a:latin typeface="Tahoma"/>
                <a:cs typeface="Tahoma"/>
              </a:rPr>
              <a:t>a</a:t>
            </a:r>
            <a:r>
              <a:rPr sz="2600" spc="-300" dirty="0">
                <a:latin typeface="Tahoma"/>
                <a:cs typeface="Tahoma"/>
              </a:rPr>
              <a:t> </a:t>
            </a:r>
            <a:r>
              <a:rPr sz="2600" spc="-155" dirty="0">
                <a:latin typeface="Tahoma"/>
                <a:cs typeface="Tahoma"/>
              </a:rPr>
              <a:t>và</a:t>
            </a:r>
            <a:r>
              <a:rPr sz="2600" spc="-300" dirty="0">
                <a:latin typeface="Tahoma"/>
                <a:cs typeface="Tahoma"/>
              </a:rPr>
              <a:t> </a:t>
            </a:r>
            <a:r>
              <a:rPr sz="2600" spc="-110" dirty="0">
                <a:latin typeface="Tahoma"/>
                <a:cs typeface="Tahoma"/>
              </a:rPr>
              <a:t>thẻ</a:t>
            </a:r>
            <a:r>
              <a:rPr sz="2600" spc="-305" dirty="0">
                <a:latin typeface="Tahoma"/>
                <a:cs typeface="Tahoma"/>
              </a:rPr>
              <a:t> </a:t>
            </a:r>
            <a:r>
              <a:rPr sz="2600" spc="-20" dirty="0">
                <a:latin typeface="Tahoma"/>
                <a:cs typeface="Tahoma"/>
              </a:rPr>
              <a:t>img:</a:t>
            </a:r>
            <a:endParaRPr sz="2600">
              <a:latin typeface="Tahoma"/>
              <a:cs typeface="Tahoma"/>
            </a:endParaRPr>
          </a:p>
          <a:p>
            <a:pPr marL="1692910">
              <a:lnSpc>
                <a:spcPct val="100000"/>
              </a:lnSpc>
              <a:spcBef>
                <a:spcPts val="975"/>
              </a:spcBef>
            </a:pPr>
            <a:r>
              <a:rPr sz="240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&lt;a</a:t>
            </a:r>
            <a:r>
              <a:rPr sz="2400" spc="25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href</a:t>
            </a:r>
            <a:r>
              <a:rPr sz="2400" spc="-10" dirty="0">
                <a:latin typeface="Courier New" panose="02070309020205020404"/>
                <a:cs typeface="Courier New" panose="02070309020205020404"/>
              </a:rPr>
              <a:t>=</a:t>
            </a:r>
            <a:r>
              <a:rPr sz="2400" b="1" spc="-10" dirty="0">
                <a:solidFill>
                  <a:srgbClr val="8000FF"/>
                </a:solidFill>
                <a:latin typeface="Courier New" panose="02070309020205020404"/>
                <a:cs typeface="Courier New" panose="02070309020205020404"/>
              </a:rPr>
              <a:t>"https://dainam.edu.vn/vi"</a:t>
            </a:r>
            <a:r>
              <a:rPr sz="2400" spc="-1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&gt;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L="3373120">
              <a:lnSpc>
                <a:spcPct val="100000"/>
              </a:lnSpc>
              <a:spcBef>
                <a:spcPts val="605"/>
              </a:spcBef>
            </a:pPr>
            <a:r>
              <a:rPr sz="240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&lt;img</a:t>
            </a:r>
            <a:r>
              <a:rPr sz="2400" spc="114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src</a:t>
            </a:r>
            <a:r>
              <a:rPr sz="2400" dirty="0">
                <a:latin typeface="Courier New" panose="02070309020205020404"/>
                <a:cs typeface="Courier New" panose="02070309020205020404"/>
              </a:rPr>
              <a:t>=</a:t>
            </a:r>
            <a:r>
              <a:rPr sz="2400" b="1" dirty="0">
                <a:solidFill>
                  <a:srgbClr val="8000FF"/>
                </a:solidFill>
                <a:latin typeface="Courier New" panose="02070309020205020404"/>
                <a:cs typeface="Courier New" panose="02070309020205020404"/>
              </a:rPr>
              <a:t>"img/logo/logo-ios-3.svg"</a:t>
            </a:r>
            <a:r>
              <a:rPr sz="2400" b="1" spc="120" dirty="0">
                <a:solidFill>
                  <a:srgbClr val="8000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alt</a:t>
            </a:r>
            <a:r>
              <a:rPr sz="2400" dirty="0">
                <a:latin typeface="Courier New" panose="02070309020205020404"/>
                <a:cs typeface="Courier New" panose="02070309020205020404"/>
              </a:rPr>
              <a:t>=</a:t>
            </a:r>
            <a:r>
              <a:rPr sz="2400" b="1" dirty="0">
                <a:solidFill>
                  <a:srgbClr val="8000FF"/>
                </a:solidFill>
                <a:latin typeface="Courier New" panose="02070309020205020404"/>
                <a:cs typeface="Courier New" panose="02070309020205020404"/>
              </a:rPr>
              <a:t>"Logo</a:t>
            </a:r>
            <a:r>
              <a:rPr sz="2400" b="1" spc="110" dirty="0">
                <a:solidFill>
                  <a:srgbClr val="8000FF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10" dirty="0">
                <a:solidFill>
                  <a:srgbClr val="8000FF"/>
                </a:solidFill>
                <a:latin typeface="Courier New" panose="02070309020205020404"/>
                <a:cs typeface="Courier New" panose="02070309020205020404"/>
              </a:rPr>
              <a:t>DNU"</a:t>
            </a:r>
            <a:r>
              <a:rPr sz="2400" spc="-1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&gt;</a:t>
            </a:r>
            <a:endParaRPr sz="2400">
              <a:latin typeface="Courier New" panose="02070309020205020404"/>
              <a:cs typeface="Courier New" panose="02070309020205020404"/>
            </a:endParaRPr>
          </a:p>
          <a:p>
            <a:pPr marL="1692910">
              <a:lnSpc>
                <a:spcPct val="100000"/>
              </a:lnSpc>
              <a:spcBef>
                <a:spcPts val="635"/>
              </a:spcBef>
            </a:pPr>
            <a:r>
              <a:rPr sz="2400" spc="-20" dirty="0">
                <a:solidFill>
                  <a:srgbClr val="0000FF"/>
                </a:solidFill>
                <a:latin typeface="Courier New" panose="02070309020205020404"/>
                <a:cs typeface="Courier New" panose="02070309020205020404"/>
              </a:rPr>
              <a:t>&lt;/a&gt;</a:t>
            </a:r>
            <a:endParaRPr sz="24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484" dirty="0"/>
              <a:t>CHƯƠNG</a:t>
            </a:r>
            <a:r>
              <a:rPr spc="-580" dirty="0"/>
              <a:t> </a:t>
            </a:r>
            <a:r>
              <a:rPr spc="-919" dirty="0"/>
              <a:t>II:</a:t>
            </a:r>
            <a:r>
              <a:rPr spc="-575" dirty="0"/>
              <a:t> </a:t>
            </a:r>
            <a:r>
              <a:rPr spc="-715" dirty="0"/>
              <a:t>HTML</a:t>
            </a:r>
            <a:r>
              <a:rPr spc="-585" dirty="0"/>
              <a:t> </a:t>
            </a:r>
            <a:r>
              <a:rPr spc="-905" dirty="0"/>
              <a:t>&amp;</a:t>
            </a:r>
            <a:r>
              <a:rPr spc="-580" dirty="0"/>
              <a:t> </a:t>
            </a:r>
            <a:r>
              <a:rPr spc="-715" dirty="0"/>
              <a:t>HTML5</a:t>
            </a:r>
            <a:endParaRPr spc="-715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xfrm>
            <a:off x="601345" y="10674350"/>
            <a:ext cx="5245100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85" dirty="0">
                <a:solidFill>
                  <a:schemeClr val="tx1"/>
                </a:solidFill>
              </a:rPr>
              <a:t>THIẾT </a:t>
            </a:r>
            <a:r>
              <a:rPr spc="-110" dirty="0">
                <a:solidFill>
                  <a:schemeClr val="tx1"/>
                </a:solidFill>
              </a:rPr>
              <a:t>KẾ</a:t>
            </a:r>
            <a:r>
              <a:rPr spc="-190" dirty="0">
                <a:solidFill>
                  <a:schemeClr val="tx1"/>
                </a:solidFill>
              </a:rPr>
              <a:t> </a:t>
            </a:r>
            <a:r>
              <a:rPr spc="-110" dirty="0">
                <a:solidFill>
                  <a:schemeClr val="tx1"/>
                </a:solidFill>
              </a:rPr>
              <a:t>WEB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VÀ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45" dirty="0">
                <a:solidFill>
                  <a:schemeClr val="tx1"/>
                </a:solidFill>
              </a:rPr>
              <a:t>TRIỂN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KHAI</a:t>
            </a:r>
            <a:r>
              <a:rPr spc="-200" dirty="0">
                <a:solidFill>
                  <a:schemeClr val="tx1"/>
                </a:solidFill>
              </a:rPr>
              <a:t> </a:t>
            </a:r>
            <a:r>
              <a:rPr spc="-80" dirty="0">
                <a:solidFill>
                  <a:schemeClr val="tx1"/>
                </a:solidFill>
              </a:rPr>
              <a:t>HỆ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95" dirty="0">
                <a:solidFill>
                  <a:schemeClr val="tx1"/>
                </a:solidFill>
              </a:rPr>
              <a:t>THỐNG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75" dirty="0">
                <a:solidFill>
                  <a:schemeClr val="tx1"/>
                </a:solidFill>
              </a:rPr>
              <a:t>PHẦN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25" dirty="0">
                <a:solidFill>
                  <a:schemeClr val="tx1"/>
                </a:solidFill>
              </a:rPr>
              <a:t>MỀM</a:t>
            </a:r>
            <a:endParaRPr spc="-20" dirty="0">
              <a:solidFill>
                <a:schemeClr val="tx1"/>
              </a:solidFill>
            </a:endParaRPr>
          </a:p>
        </p:txBody>
      </p:sp>
      <p:sp>
        <p:nvSpPr>
          <p:cNvPr id="16" name="object 6"/>
          <p:cNvSpPr/>
          <p:nvPr/>
        </p:nvSpPr>
        <p:spPr>
          <a:xfrm>
            <a:off x="523544" y="10447221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8063A1"/>
            </a:solidFill>
          </a:ln>
        </p:spPr>
        <p:txBody>
          <a:bodyPr wrap="square" lIns="0" tIns="0" rIns="0" bIns="0" rtlCol="0"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71926" y="2201978"/>
            <a:ext cx="9552239" cy="2845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74790" y="2377955"/>
            <a:ext cx="18391505" cy="74999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36750">
              <a:lnSpc>
                <a:spcPct val="100000"/>
              </a:lnSpc>
              <a:spcBef>
                <a:spcPts val="100"/>
              </a:spcBef>
            </a:pPr>
            <a:r>
              <a:rPr sz="4400" b="1" spc="-465" dirty="0">
                <a:latin typeface="Tahoma"/>
                <a:cs typeface="Tahoma"/>
              </a:rPr>
              <a:t>2.3</a:t>
            </a:r>
            <a:r>
              <a:rPr sz="4400" b="1" spc="-495" dirty="0">
                <a:latin typeface="Tahoma"/>
                <a:cs typeface="Tahoma"/>
              </a:rPr>
              <a:t> </a:t>
            </a:r>
            <a:r>
              <a:rPr sz="4400" b="1" spc="-265" dirty="0">
                <a:latin typeface="Tahoma"/>
                <a:cs typeface="Tahoma"/>
              </a:rPr>
              <a:t>Các</a:t>
            </a:r>
            <a:r>
              <a:rPr sz="4400" b="1" spc="-490" dirty="0">
                <a:latin typeface="Tahoma"/>
                <a:cs typeface="Tahoma"/>
              </a:rPr>
              <a:t> </a:t>
            </a:r>
            <a:r>
              <a:rPr sz="4400" b="1" spc="-459" dirty="0">
                <a:latin typeface="Tahoma"/>
                <a:cs typeface="Tahoma"/>
              </a:rPr>
              <a:t>thẻ</a:t>
            </a:r>
            <a:r>
              <a:rPr sz="4400" b="1" spc="-495" dirty="0">
                <a:latin typeface="Tahoma"/>
                <a:cs typeface="Tahoma"/>
              </a:rPr>
              <a:t> </a:t>
            </a:r>
            <a:r>
              <a:rPr sz="4400" b="1" spc="-630" dirty="0">
                <a:latin typeface="Tahoma"/>
                <a:cs typeface="Tahoma"/>
              </a:rPr>
              <a:t>HTML</a:t>
            </a:r>
            <a:r>
              <a:rPr sz="4400" b="1" spc="-490" dirty="0">
                <a:latin typeface="Tahoma"/>
                <a:cs typeface="Tahoma"/>
              </a:rPr>
              <a:t> </a:t>
            </a:r>
            <a:r>
              <a:rPr sz="4400" b="1" spc="-545" dirty="0">
                <a:latin typeface="Tahoma"/>
                <a:cs typeface="Tahoma"/>
              </a:rPr>
              <a:t>thông</a:t>
            </a:r>
            <a:r>
              <a:rPr sz="4400" b="1" spc="-500" dirty="0">
                <a:latin typeface="Tahoma"/>
                <a:cs typeface="Tahoma"/>
              </a:rPr>
              <a:t> </a:t>
            </a:r>
            <a:r>
              <a:rPr sz="4400" b="1" spc="-580" dirty="0">
                <a:latin typeface="Tahoma"/>
                <a:cs typeface="Tahoma"/>
              </a:rPr>
              <a:t>dụng</a:t>
            </a:r>
            <a:endParaRPr sz="4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4400">
              <a:latin typeface="Tahoma"/>
              <a:cs typeface="Tahoma"/>
            </a:endParaRPr>
          </a:p>
          <a:p>
            <a:pPr marL="641985" indent="-629285">
              <a:lnSpc>
                <a:spcPct val="100000"/>
              </a:lnSpc>
              <a:buSzPct val="60000"/>
              <a:buFont typeface="Wingdings"/>
              <a:buChar char=""/>
              <a:tabLst>
                <a:tab pos="641985" algn="l"/>
              </a:tabLst>
            </a:pPr>
            <a:r>
              <a:rPr sz="2900" b="1" dirty="0">
                <a:latin typeface="Arial" panose="020B0604020202020204"/>
                <a:cs typeface="Arial" panose="020B0604020202020204"/>
              </a:rPr>
              <a:t>Thẻ</a:t>
            </a:r>
            <a:r>
              <a:rPr sz="2900" b="1" spc="-10" dirty="0">
                <a:latin typeface="Arial" panose="020B0604020202020204"/>
                <a:cs typeface="Arial" panose="020B0604020202020204"/>
              </a:rPr>
              <a:t> video:</a:t>
            </a:r>
            <a:endParaRPr sz="2900">
              <a:latin typeface="Arial" panose="020B0604020202020204"/>
              <a:cs typeface="Arial" panose="020B0604020202020204"/>
            </a:endParaRPr>
          </a:p>
          <a:p>
            <a:pPr marL="1331595" marR="5080" lvl="1" indent="-525780">
              <a:lnSpc>
                <a:spcPct val="130000"/>
              </a:lnSpc>
              <a:spcBef>
                <a:spcPts val="185"/>
              </a:spcBef>
              <a:buSzPct val="42000"/>
              <a:buChar char="•"/>
              <a:tabLst>
                <a:tab pos="1331595" algn="l"/>
              </a:tabLst>
            </a:pPr>
            <a:r>
              <a:rPr sz="2850" spc="-250" dirty="0">
                <a:latin typeface="Tahoma"/>
                <a:cs typeface="Tahoma"/>
              </a:rPr>
              <a:t>Thẻ</a:t>
            </a:r>
            <a:r>
              <a:rPr sz="2850" spc="-335" dirty="0">
                <a:latin typeface="Tahoma"/>
                <a:cs typeface="Tahoma"/>
              </a:rPr>
              <a:t> </a:t>
            </a:r>
            <a:r>
              <a:rPr sz="2850" spc="-265" dirty="0">
                <a:latin typeface="Tahoma"/>
                <a:cs typeface="Tahoma"/>
              </a:rPr>
              <a:t>&lt;video&gt;&lt;/video&gt;</a:t>
            </a:r>
            <a:r>
              <a:rPr sz="2850" spc="-315" dirty="0">
                <a:latin typeface="Tahoma"/>
                <a:cs typeface="Tahoma"/>
              </a:rPr>
              <a:t> </a:t>
            </a:r>
            <a:r>
              <a:rPr sz="2850" spc="-55" dirty="0">
                <a:latin typeface="Tahoma"/>
                <a:cs typeface="Tahoma"/>
              </a:rPr>
              <a:t>là</a:t>
            </a:r>
            <a:r>
              <a:rPr sz="2850" spc="-335" dirty="0">
                <a:latin typeface="Tahoma"/>
                <a:cs typeface="Tahoma"/>
              </a:rPr>
              <a:t> </a:t>
            </a:r>
            <a:r>
              <a:rPr sz="2850" spc="-130" dirty="0">
                <a:latin typeface="Tahoma"/>
                <a:cs typeface="Tahoma"/>
              </a:rPr>
              <a:t>thẻ</a:t>
            </a:r>
            <a:r>
              <a:rPr sz="2850" spc="-335" dirty="0">
                <a:latin typeface="Tahoma"/>
                <a:cs typeface="Tahoma"/>
              </a:rPr>
              <a:t> </a:t>
            </a:r>
            <a:r>
              <a:rPr sz="2850" spc="-155" dirty="0">
                <a:latin typeface="Tahoma"/>
                <a:cs typeface="Tahoma"/>
              </a:rPr>
              <a:t>để</a:t>
            </a:r>
            <a:r>
              <a:rPr sz="2850" spc="-335" dirty="0">
                <a:latin typeface="Tahoma"/>
                <a:cs typeface="Tahoma"/>
              </a:rPr>
              <a:t> </a:t>
            </a:r>
            <a:r>
              <a:rPr sz="2850" spc="-180" dirty="0">
                <a:latin typeface="Tahoma"/>
                <a:cs typeface="Tahoma"/>
              </a:rPr>
              <a:t>nhúng</a:t>
            </a:r>
            <a:r>
              <a:rPr sz="2850" spc="-325" dirty="0">
                <a:latin typeface="Tahoma"/>
                <a:cs typeface="Tahoma"/>
              </a:rPr>
              <a:t> </a:t>
            </a:r>
            <a:r>
              <a:rPr sz="2850" spc="-130" dirty="0">
                <a:latin typeface="Tahoma"/>
                <a:cs typeface="Tahoma"/>
              </a:rPr>
              <a:t>video</a:t>
            </a:r>
            <a:r>
              <a:rPr sz="2850" spc="-330" dirty="0">
                <a:latin typeface="Tahoma"/>
                <a:cs typeface="Tahoma"/>
              </a:rPr>
              <a:t> </a:t>
            </a:r>
            <a:r>
              <a:rPr sz="2850" spc="-170" dirty="0">
                <a:latin typeface="Tahoma"/>
                <a:cs typeface="Tahoma"/>
              </a:rPr>
              <a:t>vào</a:t>
            </a:r>
            <a:r>
              <a:rPr sz="2850" spc="-325" dirty="0">
                <a:latin typeface="Tahoma"/>
                <a:cs typeface="Tahoma"/>
              </a:rPr>
              <a:t> </a:t>
            </a:r>
            <a:r>
              <a:rPr sz="2850" spc="-185" dirty="0">
                <a:latin typeface="Tahoma"/>
                <a:cs typeface="Tahoma"/>
              </a:rPr>
              <a:t>trang</a:t>
            </a:r>
            <a:r>
              <a:rPr sz="2850" spc="-325" dirty="0">
                <a:latin typeface="Tahoma"/>
                <a:cs typeface="Tahoma"/>
              </a:rPr>
              <a:t> </a:t>
            </a:r>
            <a:r>
              <a:rPr sz="2850" spc="-190" dirty="0">
                <a:latin typeface="Tahoma"/>
                <a:cs typeface="Tahoma"/>
              </a:rPr>
              <a:t>web.</a:t>
            </a:r>
            <a:r>
              <a:rPr sz="2850" spc="-335" dirty="0">
                <a:latin typeface="Tahoma"/>
                <a:cs typeface="Tahoma"/>
              </a:rPr>
              <a:t> </a:t>
            </a:r>
            <a:r>
              <a:rPr sz="2850" spc="-260" dirty="0">
                <a:latin typeface="Tahoma"/>
                <a:cs typeface="Tahoma"/>
              </a:rPr>
              <a:t>Trong</a:t>
            </a:r>
            <a:r>
              <a:rPr sz="2850" spc="-335" dirty="0">
                <a:latin typeface="Tahoma"/>
                <a:cs typeface="Tahoma"/>
              </a:rPr>
              <a:t> </a:t>
            </a:r>
            <a:r>
              <a:rPr sz="2850" spc="-130" dirty="0">
                <a:latin typeface="Tahoma"/>
                <a:cs typeface="Tahoma"/>
              </a:rPr>
              <a:t>thẻ</a:t>
            </a:r>
            <a:r>
              <a:rPr sz="2850" spc="-330" dirty="0">
                <a:latin typeface="Tahoma"/>
                <a:cs typeface="Tahoma"/>
              </a:rPr>
              <a:t> </a:t>
            </a:r>
            <a:r>
              <a:rPr sz="2850" spc="-130" dirty="0">
                <a:latin typeface="Tahoma"/>
                <a:cs typeface="Tahoma"/>
              </a:rPr>
              <a:t>video</a:t>
            </a:r>
            <a:r>
              <a:rPr sz="2850" spc="-335" dirty="0">
                <a:latin typeface="Tahoma"/>
                <a:cs typeface="Tahoma"/>
              </a:rPr>
              <a:t> </a:t>
            </a:r>
            <a:r>
              <a:rPr sz="2850" spc="-35" dirty="0">
                <a:latin typeface="Tahoma"/>
                <a:cs typeface="Tahoma"/>
              </a:rPr>
              <a:t>có</a:t>
            </a:r>
            <a:r>
              <a:rPr sz="2850" spc="-330" dirty="0">
                <a:latin typeface="Tahoma"/>
                <a:cs typeface="Tahoma"/>
              </a:rPr>
              <a:t> </a:t>
            </a:r>
            <a:r>
              <a:rPr sz="2850" spc="-130" dirty="0">
                <a:latin typeface="Tahoma"/>
                <a:cs typeface="Tahoma"/>
              </a:rPr>
              <a:t>thẻ</a:t>
            </a:r>
            <a:r>
              <a:rPr sz="2850" spc="-330" dirty="0">
                <a:latin typeface="Tahoma"/>
                <a:cs typeface="Tahoma"/>
              </a:rPr>
              <a:t> </a:t>
            </a:r>
            <a:r>
              <a:rPr sz="2850" spc="-229" dirty="0">
                <a:latin typeface="Tahoma"/>
                <a:cs typeface="Tahoma"/>
              </a:rPr>
              <a:t>&lt;source&gt;</a:t>
            </a:r>
            <a:r>
              <a:rPr sz="2850" spc="-335" dirty="0">
                <a:latin typeface="Tahoma"/>
                <a:cs typeface="Tahoma"/>
              </a:rPr>
              <a:t> </a:t>
            </a:r>
            <a:r>
              <a:rPr sz="2850" spc="-165" dirty="0">
                <a:latin typeface="Tahoma"/>
                <a:cs typeface="Tahoma"/>
              </a:rPr>
              <a:t>để</a:t>
            </a:r>
            <a:r>
              <a:rPr sz="2850" spc="-335" dirty="0">
                <a:latin typeface="Tahoma"/>
                <a:cs typeface="Tahoma"/>
              </a:rPr>
              <a:t> </a:t>
            </a:r>
            <a:r>
              <a:rPr sz="2850" spc="-105" dirty="0">
                <a:latin typeface="Tahoma"/>
                <a:cs typeface="Tahoma"/>
              </a:rPr>
              <a:t>chứa</a:t>
            </a:r>
            <a:r>
              <a:rPr sz="2850" spc="-325" dirty="0">
                <a:latin typeface="Tahoma"/>
                <a:cs typeface="Tahoma"/>
              </a:rPr>
              <a:t> </a:t>
            </a:r>
            <a:r>
              <a:rPr sz="2850" spc="-185" dirty="0">
                <a:latin typeface="Tahoma"/>
                <a:cs typeface="Tahoma"/>
              </a:rPr>
              <a:t>đường</a:t>
            </a:r>
            <a:r>
              <a:rPr sz="2850" spc="-325" dirty="0">
                <a:latin typeface="Tahoma"/>
                <a:cs typeface="Tahoma"/>
              </a:rPr>
              <a:t> </a:t>
            </a:r>
            <a:r>
              <a:rPr sz="2850" spc="-130" dirty="0">
                <a:latin typeface="Tahoma"/>
                <a:cs typeface="Tahoma"/>
              </a:rPr>
              <a:t>dẫn</a:t>
            </a:r>
            <a:r>
              <a:rPr sz="2850" spc="-335" dirty="0">
                <a:latin typeface="Tahoma"/>
                <a:cs typeface="Tahoma"/>
              </a:rPr>
              <a:t> </a:t>
            </a:r>
            <a:r>
              <a:rPr sz="2850" spc="-60" dirty="0">
                <a:latin typeface="Tahoma"/>
                <a:cs typeface="Tahoma"/>
              </a:rPr>
              <a:t>file</a:t>
            </a:r>
            <a:r>
              <a:rPr sz="2850" spc="-335" dirty="0">
                <a:latin typeface="Tahoma"/>
                <a:cs typeface="Tahoma"/>
              </a:rPr>
              <a:t> </a:t>
            </a:r>
            <a:r>
              <a:rPr sz="2850" spc="-10" dirty="0">
                <a:latin typeface="Tahoma"/>
                <a:cs typeface="Tahoma"/>
              </a:rPr>
              <a:t>video </a:t>
            </a:r>
            <a:r>
              <a:rPr sz="2850" spc="-185" dirty="0">
                <a:latin typeface="Tahoma"/>
                <a:cs typeface="Tahoma"/>
              </a:rPr>
              <a:t>và</a:t>
            </a:r>
            <a:r>
              <a:rPr sz="2850" spc="-340" dirty="0">
                <a:latin typeface="Tahoma"/>
                <a:cs typeface="Tahoma"/>
              </a:rPr>
              <a:t> </a:t>
            </a:r>
            <a:r>
              <a:rPr sz="2850" spc="-114" dirty="0">
                <a:latin typeface="Tahoma"/>
                <a:cs typeface="Tahoma"/>
              </a:rPr>
              <a:t>kiểu</a:t>
            </a:r>
            <a:r>
              <a:rPr sz="2850" spc="-335" dirty="0">
                <a:latin typeface="Tahoma"/>
                <a:cs typeface="Tahoma"/>
              </a:rPr>
              <a:t> </a:t>
            </a:r>
            <a:r>
              <a:rPr sz="2850" spc="-10" dirty="0">
                <a:latin typeface="Tahoma"/>
                <a:cs typeface="Tahoma"/>
              </a:rPr>
              <a:t>video.</a:t>
            </a:r>
            <a:endParaRPr sz="2850">
              <a:latin typeface="Tahoma"/>
              <a:cs typeface="Tahoma"/>
            </a:endParaRPr>
          </a:p>
          <a:p>
            <a:pPr marL="1331595" lvl="1" indent="-525145">
              <a:lnSpc>
                <a:spcPct val="100000"/>
              </a:lnSpc>
              <a:spcBef>
                <a:spcPts val="1040"/>
              </a:spcBef>
              <a:buSzPct val="42000"/>
              <a:buChar char="•"/>
              <a:tabLst>
                <a:tab pos="1331595" algn="l"/>
              </a:tabLst>
            </a:pPr>
            <a:r>
              <a:rPr sz="2850" spc="-45" dirty="0">
                <a:latin typeface="Tahoma"/>
                <a:cs typeface="Tahoma"/>
              </a:rPr>
              <a:t>Cú</a:t>
            </a:r>
            <a:r>
              <a:rPr sz="2850" spc="-345" dirty="0">
                <a:latin typeface="Tahoma"/>
                <a:cs typeface="Tahoma"/>
              </a:rPr>
              <a:t> </a:t>
            </a:r>
            <a:r>
              <a:rPr sz="2850" spc="-10" dirty="0">
                <a:latin typeface="Tahoma"/>
                <a:cs typeface="Tahoma"/>
              </a:rPr>
              <a:t>pháp:</a:t>
            </a:r>
            <a:endParaRPr sz="2850">
              <a:latin typeface="Tahoma"/>
              <a:cs typeface="Tahoma"/>
            </a:endParaRPr>
          </a:p>
          <a:p>
            <a:pPr marL="1520190">
              <a:lnSpc>
                <a:spcPct val="100000"/>
              </a:lnSpc>
              <a:spcBef>
                <a:spcPts val="975"/>
              </a:spcBef>
            </a:pPr>
            <a:r>
              <a:rPr sz="2400" spc="-180" dirty="0">
                <a:solidFill>
                  <a:srgbClr val="C00000"/>
                </a:solidFill>
                <a:latin typeface="Tahoma"/>
                <a:cs typeface="Tahoma"/>
              </a:rPr>
              <a:t>&lt;video</a:t>
            </a:r>
            <a:r>
              <a:rPr sz="2400" spc="-21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400" spc="-160" dirty="0">
                <a:solidFill>
                  <a:srgbClr val="C00000"/>
                </a:solidFill>
                <a:latin typeface="Tahoma"/>
                <a:cs typeface="Tahoma"/>
              </a:rPr>
              <a:t>width="320"</a:t>
            </a:r>
            <a:r>
              <a:rPr sz="2400" spc="-229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400" spc="-155" dirty="0">
                <a:solidFill>
                  <a:srgbClr val="C00000"/>
                </a:solidFill>
                <a:latin typeface="Tahoma"/>
                <a:cs typeface="Tahoma"/>
              </a:rPr>
              <a:t>height="240"</a:t>
            </a:r>
            <a:r>
              <a:rPr sz="2400" spc="-23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Tahoma"/>
                <a:cs typeface="Tahoma"/>
              </a:rPr>
              <a:t>controls&gt;</a:t>
            </a:r>
            <a:endParaRPr sz="2400">
              <a:latin typeface="Tahoma"/>
              <a:cs typeface="Tahoma"/>
            </a:endParaRPr>
          </a:p>
          <a:p>
            <a:pPr marL="1692910">
              <a:lnSpc>
                <a:spcPct val="100000"/>
              </a:lnSpc>
              <a:spcBef>
                <a:spcPts val="895"/>
              </a:spcBef>
            </a:pPr>
            <a:r>
              <a:rPr sz="2400" spc="-140" dirty="0">
                <a:solidFill>
                  <a:srgbClr val="C00000"/>
                </a:solidFill>
                <a:latin typeface="Tahoma"/>
                <a:cs typeface="Tahoma"/>
              </a:rPr>
              <a:t>&lt;source</a:t>
            </a:r>
            <a:r>
              <a:rPr sz="2400" spc="-21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400" spc="-105" dirty="0">
                <a:solidFill>
                  <a:srgbClr val="C00000"/>
                </a:solidFill>
                <a:latin typeface="Tahoma"/>
                <a:cs typeface="Tahoma"/>
              </a:rPr>
              <a:t>src=“link-</a:t>
            </a:r>
            <a:r>
              <a:rPr sz="2400" spc="-114" dirty="0">
                <a:solidFill>
                  <a:srgbClr val="C00000"/>
                </a:solidFill>
                <a:latin typeface="Tahoma"/>
                <a:cs typeface="Tahoma"/>
              </a:rPr>
              <a:t>video.mp4"</a:t>
            </a:r>
            <a:r>
              <a:rPr sz="2400" spc="-229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400" spc="-105" dirty="0">
                <a:solidFill>
                  <a:srgbClr val="C00000"/>
                </a:solidFill>
                <a:latin typeface="Tahoma"/>
                <a:cs typeface="Tahoma"/>
              </a:rPr>
              <a:t>type="video/mp4"&gt;</a:t>
            </a:r>
            <a:endParaRPr sz="2400">
              <a:latin typeface="Tahoma"/>
              <a:cs typeface="Tahoma"/>
            </a:endParaRPr>
          </a:p>
          <a:p>
            <a:pPr marL="1520190">
              <a:lnSpc>
                <a:spcPct val="100000"/>
              </a:lnSpc>
              <a:spcBef>
                <a:spcPts val="890"/>
              </a:spcBef>
            </a:pPr>
            <a:r>
              <a:rPr sz="2400" spc="-100" dirty="0">
                <a:solidFill>
                  <a:srgbClr val="C00000"/>
                </a:solidFill>
                <a:latin typeface="Tahoma"/>
                <a:cs typeface="Tahoma"/>
              </a:rPr>
              <a:t>&lt;/video&gt;</a:t>
            </a:r>
            <a:endParaRPr sz="2400">
              <a:latin typeface="Tahoma"/>
              <a:cs typeface="Tahoma"/>
            </a:endParaRPr>
          </a:p>
          <a:p>
            <a:pPr marL="1331595" lvl="1" indent="-525145">
              <a:lnSpc>
                <a:spcPct val="100000"/>
              </a:lnSpc>
              <a:spcBef>
                <a:spcPts val="960"/>
              </a:spcBef>
              <a:buSzPct val="42000"/>
              <a:buChar char="•"/>
              <a:tabLst>
                <a:tab pos="1331595" algn="l"/>
              </a:tabLst>
            </a:pPr>
            <a:r>
              <a:rPr sz="2850" spc="-160" dirty="0">
                <a:latin typeface="Tahoma"/>
                <a:cs typeface="Tahoma"/>
              </a:rPr>
              <a:t>Thuộc</a:t>
            </a:r>
            <a:r>
              <a:rPr sz="2850" spc="-330" dirty="0">
                <a:latin typeface="Tahoma"/>
                <a:cs typeface="Tahoma"/>
              </a:rPr>
              <a:t> </a:t>
            </a:r>
            <a:r>
              <a:rPr sz="2850" spc="-10" dirty="0">
                <a:latin typeface="Tahoma"/>
                <a:cs typeface="Tahoma"/>
              </a:rPr>
              <a:t>tính:</a:t>
            </a:r>
            <a:endParaRPr sz="2850">
              <a:latin typeface="Tahoma"/>
              <a:cs typeface="Tahoma"/>
            </a:endParaRPr>
          </a:p>
          <a:p>
            <a:pPr marL="2085340" lvl="2" indent="-419100">
              <a:lnSpc>
                <a:spcPct val="100000"/>
              </a:lnSpc>
              <a:spcBef>
                <a:spcPts val="975"/>
              </a:spcBef>
              <a:buSzPct val="50000"/>
              <a:buChar char="•"/>
              <a:tabLst>
                <a:tab pos="2084705" algn="l"/>
              </a:tabLst>
            </a:pPr>
            <a:r>
              <a:rPr sz="2400" spc="-130" dirty="0">
                <a:latin typeface="Tahoma"/>
                <a:cs typeface="Tahoma"/>
              </a:rPr>
              <a:t>width/height:</a:t>
            </a:r>
            <a:r>
              <a:rPr sz="2400" spc="-290" dirty="0">
                <a:latin typeface="Tahoma"/>
                <a:cs typeface="Tahoma"/>
              </a:rPr>
              <a:t> </a:t>
            </a:r>
            <a:r>
              <a:rPr sz="2400" spc="-60" dirty="0">
                <a:latin typeface="Tahoma"/>
                <a:cs typeface="Tahoma"/>
              </a:rPr>
              <a:t>Chiều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150" dirty="0">
                <a:latin typeface="Tahoma"/>
                <a:cs typeface="Tahoma"/>
              </a:rPr>
              <a:t>rộng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160" dirty="0">
                <a:latin typeface="Tahoma"/>
                <a:cs typeface="Tahoma"/>
              </a:rPr>
              <a:t>và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60" dirty="0">
                <a:latin typeface="Tahoma"/>
                <a:cs typeface="Tahoma"/>
              </a:rPr>
              <a:t>chiều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55" dirty="0">
                <a:latin typeface="Tahoma"/>
                <a:cs typeface="Tahoma"/>
              </a:rPr>
              <a:t>cao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60" dirty="0">
                <a:latin typeface="Tahoma"/>
                <a:cs typeface="Tahoma"/>
              </a:rPr>
              <a:t>của</a:t>
            </a:r>
            <a:r>
              <a:rPr sz="2400" spc="-265" dirty="0">
                <a:latin typeface="Tahoma"/>
                <a:cs typeface="Tahoma"/>
              </a:rPr>
              <a:t> </a:t>
            </a:r>
            <a:r>
              <a:rPr sz="2400" spc="-110" dirty="0">
                <a:latin typeface="Tahoma"/>
                <a:cs typeface="Tahoma"/>
              </a:rPr>
              <a:t>video.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95" dirty="0">
                <a:latin typeface="Tahoma"/>
                <a:cs typeface="Tahoma"/>
              </a:rPr>
              <a:t>Nếu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150" dirty="0">
                <a:latin typeface="Tahoma"/>
                <a:cs typeface="Tahoma"/>
              </a:rPr>
              <a:t>không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130" dirty="0">
                <a:latin typeface="Tahoma"/>
                <a:cs typeface="Tahoma"/>
              </a:rPr>
              <a:t>để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125" dirty="0">
                <a:latin typeface="Tahoma"/>
                <a:cs typeface="Tahoma"/>
              </a:rPr>
              <a:t>width/height</a:t>
            </a:r>
            <a:r>
              <a:rPr sz="2400" spc="-295" dirty="0">
                <a:latin typeface="Tahoma"/>
                <a:cs typeface="Tahoma"/>
              </a:rPr>
              <a:t> </a:t>
            </a:r>
            <a:r>
              <a:rPr sz="2400" spc="-75" dirty="0">
                <a:latin typeface="Tahoma"/>
                <a:cs typeface="Tahoma"/>
              </a:rPr>
              <a:t>thì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150" dirty="0">
                <a:latin typeface="Tahoma"/>
                <a:cs typeface="Tahoma"/>
              </a:rPr>
              <a:t>web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30" dirty="0">
                <a:latin typeface="Tahoma"/>
                <a:cs typeface="Tahoma"/>
              </a:rPr>
              <a:t>có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114" dirty="0">
                <a:latin typeface="Tahoma"/>
                <a:cs typeface="Tahoma"/>
              </a:rPr>
              <a:t>thể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55" dirty="0">
                <a:latin typeface="Tahoma"/>
                <a:cs typeface="Tahoma"/>
              </a:rPr>
              <a:t>bị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114" dirty="0">
                <a:latin typeface="Tahoma"/>
                <a:cs typeface="Tahoma"/>
              </a:rPr>
              <a:t>nhấp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140" dirty="0">
                <a:latin typeface="Tahoma"/>
                <a:cs typeface="Tahoma"/>
              </a:rPr>
              <a:t>nháy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145" dirty="0">
                <a:latin typeface="Tahoma"/>
                <a:cs typeface="Tahoma"/>
              </a:rPr>
              <a:t>trong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95" dirty="0">
                <a:latin typeface="Tahoma"/>
                <a:cs typeface="Tahoma"/>
              </a:rPr>
              <a:t>khi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70" dirty="0">
                <a:latin typeface="Tahoma"/>
                <a:cs typeface="Tahoma"/>
              </a:rPr>
              <a:t>tải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video.</a:t>
            </a:r>
            <a:endParaRPr sz="2400">
              <a:latin typeface="Tahoma"/>
              <a:cs typeface="Tahoma"/>
            </a:endParaRPr>
          </a:p>
          <a:p>
            <a:pPr marL="2085340" lvl="2" indent="-419100">
              <a:lnSpc>
                <a:spcPct val="100000"/>
              </a:lnSpc>
              <a:spcBef>
                <a:spcPts val="895"/>
              </a:spcBef>
              <a:buSzPct val="50000"/>
              <a:buChar char="•"/>
              <a:tabLst>
                <a:tab pos="2084705" algn="l"/>
              </a:tabLst>
            </a:pPr>
            <a:r>
              <a:rPr sz="2400" spc="-85" dirty="0">
                <a:latin typeface="Tahoma"/>
                <a:cs typeface="Tahoma"/>
              </a:rPr>
              <a:t>controls: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135" dirty="0">
                <a:latin typeface="Tahoma"/>
                <a:cs typeface="Tahoma"/>
              </a:rPr>
              <a:t>Thuộc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90" dirty="0">
                <a:latin typeface="Tahoma"/>
                <a:cs typeface="Tahoma"/>
              </a:rPr>
              <a:t>tính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100" dirty="0">
                <a:latin typeface="Tahoma"/>
                <a:cs typeface="Tahoma"/>
              </a:rPr>
              <a:t>điều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110" dirty="0">
                <a:latin typeface="Tahoma"/>
                <a:cs typeface="Tahoma"/>
              </a:rPr>
              <a:t>khiển,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135" dirty="0">
                <a:latin typeface="Tahoma"/>
                <a:cs typeface="Tahoma"/>
              </a:rPr>
              <a:t>như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40" dirty="0">
                <a:latin typeface="Tahoma"/>
                <a:cs typeface="Tahoma"/>
              </a:rPr>
              <a:t>là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100" dirty="0">
                <a:latin typeface="Tahoma"/>
                <a:cs typeface="Tahoma"/>
              </a:rPr>
              <a:t>bật,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105" dirty="0">
                <a:latin typeface="Tahoma"/>
                <a:cs typeface="Tahoma"/>
              </a:rPr>
              <a:t>tạm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145" dirty="0">
                <a:latin typeface="Tahoma"/>
                <a:cs typeface="Tahoma"/>
              </a:rPr>
              <a:t>dừng,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125" dirty="0">
                <a:latin typeface="Tahoma"/>
                <a:cs typeface="Tahoma"/>
              </a:rPr>
              <a:t>âm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lượng</a:t>
            </a:r>
            <a:endParaRPr sz="2400">
              <a:latin typeface="Tahoma"/>
              <a:cs typeface="Tahoma"/>
            </a:endParaRPr>
          </a:p>
          <a:p>
            <a:pPr marL="2085340" lvl="2" indent="-419100">
              <a:lnSpc>
                <a:spcPct val="100000"/>
              </a:lnSpc>
              <a:spcBef>
                <a:spcPts val="890"/>
              </a:spcBef>
              <a:buSzPct val="50000"/>
              <a:buChar char="•"/>
              <a:tabLst>
                <a:tab pos="2084705" algn="l"/>
              </a:tabLst>
            </a:pPr>
            <a:r>
              <a:rPr sz="2400" spc="-95" dirty="0">
                <a:latin typeface="Tahoma"/>
                <a:cs typeface="Tahoma"/>
              </a:rPr>
              <a:t>loop: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100" dirty="0">
                <a:latin typeface="Tahoma"/>
                <a:cs typeface="Tahoma"/>
              </a:rPr>
              <a:t>Lặp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35" dirty="0">
                <a:latin typeface="Tahoma"/>
                <a:cs typeface="Tahoma"/>
              </a:rPr>
              <a:t>lại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video</a:t>
            </a:r>
            <a:endParaRPr sz="2400">
              <a:latin typeface="Tahoma"/>
              <a:cs typeface="Tahoma"/>
            </a:endParaRPr>
          </a:p>
          <a:p>
            <a:pPr marL="2085340" lvl="2" indent="-419100">
              <a:lnSpc>
                <a:spcPct val="100000"/>
              </a:lnSpc>
              <a:spcBef>
                <a:spcPts val="895"/>
              </a:spcBef>
              <a:buSzPct val="50000"/>
              <a:buChar char="•"/>
              <a:tabLst>
                <a:tab pos="2084705" algn="l"/>
              </a:tabLst>
            </a:pPr>
            <a:r>
              <a:rPr sz="2400" spc="-95" dirty="0">
                <a:latin typeface="Tahoma"/>
                <a:cs typeface="Tahoma"/>
              </a:rPr>
              <a:t>src: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165" dirty="0">
                <a:latin typeface="Tahoma"/>
                <a:cs typeface="Tahoma"/>
              </a:rPr>
              <a:t>Đường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100" dirty="0">
                <a:latin typeface="Tahoma"/>
                <a:cs typeface="Tahoma"/>
              </a:rPr>
              <a:t>dẫn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video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484" dirty="0"/>
              <a:t>CHƯƠNG</a:t>
            </a:r>
            <a:r>
              <a:rPr spc="-580" dirty="0"/>
              <a:t> </a:t>
            </a:r>
            <a:r>
              <a:rPr spc="-919" dirty="0"/>
              <a:t>II:</a:t>
            </a:r>
            <a:r>
              <a:rPr spc="-575" dirty="0"/>
              <a:t> </a:t>
            </a:r>
            <a:r>
              <a:rPr spc="-715" dirty="0"/>
              <a:t>HTML</a:t>
            </a:r>
            <a:r>
              <a:rPr spc="-585" dirty="0"/>
              <a:t> </a:t>
            </a:r>
            <a:r>
              <a:rPr spc="-905" dirty="0"/>
              <a:t>&amp;</a:t>
            </a:r>
            <a:r>
              <a:rPr spc="-580" dirty="0"/>
              <a:t> </a:t>
            </a:r>
            <a:r>
              <a:rPr spc="-715" dirty="0"/>
              <a:t>HTML5</a:t>
            </a:r>
            <a:endParaRPr spc="-715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  <p:sp>
        <p:nvSpPr>
          <p:cNvPr id="9" name="object 13"/>
          <p:cNvSpPr txBox="1">
            <a:spLocks noGrp="1"/>
          </p:cNvSpPr>
          <p:nvPr>
            <p:ph type="dt" sz="half" idx="6"/>
          </p:nvPr>
        </p:nvSpPr>
        <p:spPr>
          <a:xfrm>
            <a:off x="601345" y="10674350"/>
            <a:ext cx="5245100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85" dirty="0">
                <a:solidFill>
                  <a:schemeClr val="tx1"/>
                </a:solidFill>
              </a:rPr>
              <a:t>THIẾT </a:t>
            </a:r>
            <a:r>
              <a:rPr spc="-110" dirty="0">
                <a:solidFill>
                  <a:schemeClr val="tx1"/>
                </a:solidFill>
              </a:rPr>
              <a:t>KẾ</a:t>
            </a:r>
            <a:r>
              <a:rPr spc="-190" dirty="0">
                <a:solidFill>
                  <a:schemeClr val="tx1"/>
                </a:solidFill>
              </a:rPr>
              <a:t> </a:t>
            </a:r>
            <a:r>
              <a:rPr spc="-110" dirty="0">
                <a:solidFill>
                  <a:schemeClr val="tx1"/>
                </a:solidFill>
              </a:rPr>
              <a:t>WEB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VÀ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45" dirty="0">
                <a:solidFill>
                  <a:schemeClr val="tx1"/>
                </a:solidFill>
              </a:rPr>
              <a:t>TRIỂN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KHAI</a:t>
            </a:r>
            <a:r>
              <a:rPr spc="-200" dirty="0">
                <a:solidFill>
                  <a:schemeClr val="tx1"/>
                </a:solidFill>
              </a:rPr>
              <a:t> </a:t>
            </a:r>
            <a:r>
              <a:rPr spc="-80" dirty="0">
                <a:solidFill>
                  <a:schemeClr val="tx1"/>
                </a:solidFill>
              </a:rPr>
              <a:t>HỆ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95" dirty="0">
                <a:solidFill>
                  <a:schemeClr val="tx1"/>
                </a:solidFill>
              </a:rPr>
              <a:t>THỐNG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75" dirty="0">
                <a:solidFill>
                  <a:schemeClr val="tx1"/>
                </a:solidFill>
              </a:rPr>
              <a:t>PHẦN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25" dirty="0">
                <a:solidFill>
                  <a:schemeClr val="tx1"/>
                </a:solidFill>
              </a:rPr>
              <a:t>MỀM</a:t>
            </a:r>
            <a:endParaRPr spc="-20" dirty="0">
              <a:solidFill>
                <a:schemeClr val="tx1"/>
              </a:solidFill>
            </a:endParaRPr>
          </a:p>
        </p:txBody>
      </p:sp>
      <p:sp>
        <p:nvSpPr>
          <p:cNvPr id="10" name="object 6"/>
          <p:cNvSpPr/>
          <p:nvPr/>
        </p:nvSpPr>
        <p:spPr>
          <a:xfrm>
            <a:off x="523544" y="10447221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8063A1"/>
            </a:solidFill>
          </a:ln>
        </p:spPr>
        <p:txBody>
          <a:bodyPr wrap="square" lIns="0" tIns="0" rIns="0" bIns="0" rtlCol="0"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71926" y="2201978"/>
            <a:ext cx="9552239" cy="2845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50990" y="2377955"/>
            <a:ext cx="18199100" cy="8020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36750">
              <a:lnSpc>
                <a:spcPct val="100000"/>
              </a:lnSpc>
              <a:spcBef>
                <a:spcPts val="100"/>
              </a:spcBef>
            </a:pPr>
            <a:r>
              <a:rPr sz="4000" b="1" spc="-465" dirty="0">
                <a:latin typeface="Tahoma"/>
                <a:cs typeface="Tahoma"/>
              </a:rPr>
              <a:t>2.3</a:t>
            </a:r>
            <a:r>
              <a:rPr sz="4000" b="1" spc="-495" dirty="0">
                <a:latin typeface="Tahoma"/>
                <a:cs typeface="Tahoma"/>
              </a:rPr>
              <a:t> </a:t>
            </a:r>
            <a:r>
              <a:rPr sz="4000" b="1" spc="-265" dirty="0">
                <a:latin typeface="Tahoma"/>
                <a:cs typeface="Tahoma"/>
              </a:rPr>
              <a:t>Các</a:t>
            </a:r>
            <a:r>
              <a:rPr sz="4000" b="1" spc="-490" dirty="0">
                <a:latin typeface="Tahoma"/>
                <a:cs typeface="Tahoma"/>
              </a:rPr>
              <a:t> </a:t>
            </a:r>
            <a:r>
              <a:rPr sz="4000" b="1" spc="-459" dirty="0">
                <a:latin typeface="Tahoma"/>
                <a:cs typeface="Tahoma"/>
              </a:rPr>
              <a:t>thẻ</a:t>
            </a:r>
            <a:r>
              <a:rPr sz="4000" b="1" spc="-495" dirty="0">
                <a:latin typeface="Tahoma"/>
                <a:cs typeface="Tahoma"/>
              </a:rPr>
              <a:t> </a:t>
            </a:r>
            <a:r>
              <a:rPr sz="4000" b="1" spc="-630" dirty="0">
                <a:latin typeface="Tahoma"/>
                <a:cs typeface="Tahoma"/>
              </a:rPr>
              <a:t>HTML</a:t>
            </a:r>
            <a:r>
              <a:rPr sz="4000" b="1" spc="-490" dirty="0">
                <a:latin typeface="Tahoma"/>
                <a:cs typeface="Tahoma"/>
              </a:rPr>
              <a:t> </a:t>
            </a:r>
            <a:r>
              <a:rPr sz="4000" b="1" spc="-545" dirty="0">
                <a:latin typeface="Tahoma"/>
                <a:cs typeface="Tahoma"/>
              </a:rPr>
              <a:t>thông</a:t>
            </a:r>
            <a:r>
              <a:rPr sz="4000" b="1" spc="-500" dirty="0">
                <a:latin typeface="Tahoma"/>
                <a:cs typeface="Tahoma"/>
              </a:rPr>
              <a:t> </a:t>
            </a:r>
            <a:r>
              <a:rPr sz="4000" b="1" spc="-580" dirty="0">
                <a:latin typeface="Tahoma"/>
                <a:cs typeface="Tahoma"/>
              </a:rPr>
              <a:t>dụng</a:t>
            </a:r>
            <a:endParaRPr sz="4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210"/>
              </a:spcBef>
            </a:pPr>
            <a:endParaRPr sz="4000">
              <a:latin typeface="Tahoma"/>
              <a:cs typeface="Tahoma"/>
            </a:endParaRPr>
          </a:p>
          <a:p>
            <a:pPr marL="641985" indent="-629285">
              <a:lnSpc>
                <a:spcPct val="100000"/>
              </a:lnSpc>
              <a:buSzPct val="60000"/>
              <a:buFont typeface="Wingdings"/>
              <a:buChar char=""/>
              <a:tabLst>
                <a:tab pos="641985" algn="l"/>
              </a:tabLst>
            </a:pPr>
            <a:r>
              <a:rPr sz="3600" b="1" dirty="0">
                <a:latin typeface="Arial" panose="020B0604020202020204"/>
                <a:cs typeface="Arial" panose="020B0604020202020204"/>
              </a:rPr>
              <a:t>Thẻ</a:t>
            </a:r>
            <a:r>
              <a:rPr sz="3600" b="1" spc="-80" dirty="0">
                <a:latin typeface="Arial" panose="020B0604020202020204"/>
                <a:cs typeface="Arial" panose="020B0604020202020204"/>
              </a:rPr>
              <a:t> </a:t>
            </a:r>
            <a:r>
              <a:rPr sz="3600" b="1" spc="-10" dirty="0">
                <a:latin typeface="Arial" panose="020B0604020202020204"/>
                <a:cs typeface="Arial" panose="020B0604020202020204"/>
              </a:rPr>
              <a:t>video:</a:t>
            </a:r>
            <a:endParaRPr sz="3600">
              <a:latin typeface="Arial" panose="020B0604020202020204"/>
              <a:cs typeface="Arial" panose="020B0604020202020204"/>
            </a:endParaRPr>
          </a:p>
          <a:p>
            <a:pPr marL="1331595" lvl="1" indent="-525145">
              <a:lnSpc>
                <a:spcPct val="100000"/>
              </a:lnSpc>
              <a:spcBef>
                <a:spcPts val="2115"/>
              </a:spcBef>
              <a:buSzPct val="31000"/>
              <a:buChar char="•"/>
              <a:tabLst>
                <a:tab pos="1331595" algn="l"/>
              </a:tabLst>
            </a:pPr>
            <a:r>
              <a:rPr sz="3600" spc="-220" dirty="0">
                <a:latin typeface="Tahoma"/>
                <a:cs typeface="Tahoma"/>
              </a:rPr>
              <a:t>Thuộc</a:t>
            </a:r>
            <a:r>
              <a:rPr sz="3600" spc="-445" dirty="0">
                <a:latin typeface="Tahoma"/>
                <a:cs typeface="Tahoma"/>
              </a:rPr>
              <a:t> </a:t>
            </a:r>
            <a:r>
              <a:rPr sz="3600" spc="-10" dirty="0">
                <a:latin typeface="Tahoma"/>
                <a:cs typeface="Tahoma"/>
              </a:rPr>
              <a:t>tính:</a:t>
            </a:r>
            <a:endParaRPr sz="3600">
              <a:latin typeface="Tahoma"/>
              <a:cs typeface="Tahoma"/>
            </a:endParaRPr>
          </a:p>
          <a:p>
            <a:pPr marL="2085340" lvl="2" indent="-419100">
              <a:lnSpc>
                <a:spcPct val="100000"/>
              </a:lnSpc>
              <a:spcBef>
                <a:spcPts val="1735"/>
              </a:spcBef>
              <a:buSzPct val="36000"/>
              <a:buChar char="•"/>
              <a:tabLst>
                <a:tab pos="2084705" algn="l"/>
              </a:tabLst>
            </a:pPr>
            <a:r>
              <a:rPr sz="3200" spc="-225" dirty="0">
                <a:latin typeface="Tahoma"/>
                <a:cs typeface="Tahoma"/>
              </a:rPr>
              <a:t>type:</a:t>
            </a:r>
            <a:r>
              <a:rPr sz="3200" spc="-385" dirty="0">
                <a:latin typeface="Tahoma"/>
                <a:cs typeface="Tahoma"/>
              </a:rPr>
              <a:t> </a:t>
            </a:r>
            <a:r>
              <a:rPr sz="3200" spc="-155" dirty="0">
                <a:latin typeface="Tahoma"/>
                <a:cs typeface="Tahoma"/>
              </a:rPr>
              <a:t>Kiểu</a:t>
            </a:r>
            <a:r>
              <a:rPr sz="3200" spc="-390" dirty="0">
                <a:latin typeface="Tahoma"/>
                <a:cs typeface="Tahoma"/>
              </a:rPr>
              <a:t> </a:t>
            </a:r>
            <a:r>
              <a:rPr sz="3200" spc="-150" dirty="0">
                <a:latin typeface="Tahoma"/>
                <a:cs typeface="Tahoma"/>
              </a:rPr>
              <a:t>video</a:t>
            </a:r>
            <a:r>
              <a:rPr sz="3200" spc="-385" dirty="0">
                <a:latin typeface="Tahoma"/>
                <a:cs typeface="Tahoma"/>
              </a:rPr>
              <a:t> </a:t>
            </a:r>
            <a:r>
              <a:rPr sz="3200" spc="-185" dirty="0">
                <a:latin typeface="Tahoma"/>
                <a:cs typeface="Tahoma"/>
              </a:rPr>
              <a:t>(mp4,</a:t>
            </a:r>
            <a:r>
              <a:rPr sz="3200" spc="-395" dirty="0">
                <a:latin typeface="Tahoma"/>
                <a:cs typeface="Tahoma"/>
              </a:rPr>
              <a:t> </a:t>
            </a:r>
            <a:r>
              <a:rPr sz="3200" spc="-254" dirty="0">
                <a:latin typeface="Tahoma"/>
                <a:cs typeface="Tahoma"/>
              </a:rPr>
              <a:t>ogg,</a:t>
            </a:r>
            <a:r>
              <a:rPr sz="3200" spc="-39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webm)</a:t>
            </a:r>
            <a:endParaRPr sz="3200">
              <a:latin typeface="Tahoma"/>
              <a:cs typeface="Tahoma"/>
            </a:endParaRPr>
          </a:p>
          <a:p>
            <a:pPr marL="2085340" lvl="2" indent="-419100">
              <a:lnSpc>
                <a:spcPct val="100000"/>
              </a:lnSpc>
              <a:spcBef>
                <a:spcPts val="1610"/>
              </a:spcBef>
              <a:buSzPct val="36000"/>
              <a:buChar char="•"/>
              <a:tabLst>
                <a:tab pos="2084705" algn="l"/>
              </a:tabLst>
            </a:pPr>
            <a:r>
              <a:rPr sz="3200" spc="-165" dirty="0">
                <a:latin typeface="Tahoma"/>
                <a:cs typeface="Tahoma"/>
              </a:rPr>
              <a:t>autoplay:</a:t>
            </a:r>
            <a:r>
              <a:rPr sz="3200" spc="-405" dirty="0">
                <a:latin typeface="Tahoma"/>
                <a:cs typeface="Tahoma"/>
              </a:rPr>
              <a:t> </a:t>
            </a:r>
            <a:r>
              <a:rPr sz="3200" spc="-365" dirty="0">
                <a:latin typeface="Tahoma"/>
                <a:cs typeface="Tahoma"/>
              </a:rPr>
              <a:t>Tự</a:t>
            </a:r>
            <a:r>
              <a:rPr sz="3200" spc="-395" dirty="0">
                <a:latin typeface="Tahoma"/>
                <a:cs typeface="Tahoma"/>
              </a:rPr>
              <a:t> </a:t>
            </a:r>
            <a:r>
              <a:rPr sz="3200" spc="-229" dirty="0">
                <a:latin typeface="Tahoma"/>
                <a:cs typeface="Tahoma"/>
              </a:rPr>
              <a:t>động</a:t>
            </a:r>
            <a:r>
              <a:rPr sz="3200" spc="-390" dirty="0">
                <a:latin typeface="Tahoma"/>
                <a:cs typeface="Tahoma"/>
              </a:rPr>
              <a:t> </a:t>
            </a:r>
            <a:r>
              <a:rPr sz="3200" spc="-160" dirty="0">
                <a:latin typeface="Tahoma"/>
                <a:cs typeface="Tahoma"/>
              </a:rPr>
              <a:t>phát</a:t>
            </a:r>
            <a:r>
              <a:rPr sz="3200" spc="-38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video</a:t>
            </a:r>
            <a:endParaRPr sz="3200">
              <a:latin typeface="Tahoma"/>
              <a:cs typeface="Tahoma"/>
            </a:endParaRPr>
          </a:p>
          <a:p>
            <a:pPr marL="2085340" lvl="2" indent="-419100">
              <a:lnSpc>
                <a:spcPct val="100000"/>
              </a:lnSpc>
              <a:spcBef>
                <a:spcPts val="1615"/>
              </a:spcBef>
              <a:buSzPct val="36000"/>
              <a:buChar char="•"/>
              <a:tabLst>
                <a:tab pos="2084705" algn="l"/>
              </a:tabLst>
            </a:pPr>
            <a:r>
              <a:rPr sz="3200" spc="-204" dirty="0">
                <a:latin typeface="Tahoma"/>
                <a:cs typeface="Tahoma"/>
              </a:rPr>
              <a:t>muted:</a:t>
            </a:r>
            <a:r>
              <a:rPr sz="3200" spc="-385" dirty="0">
                <a:latin typeface="Tahoma"/>
                <a:cs typeface="Tahoma"/>
              </a:rPr>
              <a:t> </a:t>
            </a:r>
            <a:r>
              <a:rPr sz="3200" spc="-340" dirty="0">
                <a:latin typeface="Tahoma"/>
                <a:cs typeface="Tahoma"/>
              </a:rPr>
              <a:t>Tắt</a:t>
            </a:r>
            <a:r>
              <a:rPr sz="3200" spc="-40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tiếng</a:t>
            </a:r>
            <a:endParaRPr sz="3200">
              <a:latin typeface="Tahoma"/>
              <a:cs typeface="Tahoma"/>
            </a:endParaRPr>
          </a:p>
          <a:p>
            <a:pPr marL="1331595" lvl="1" indent="-525145">
              <a:lnSpc>
                <a:spcPct val="100000"/>
              </a:lnSpc>
              <a:spcBef>
                <a:spcPts val="1755"/>
              </a:spcBef>
              <a:buSzPct val="31000"/>
              <a:buChar char="•"/>
              <a:tabLst>
                <a:tab pos="1331595" algn="l"/>
              </a:tabLst>
            </a:pPr>
            <a:r>
              <a:rPr sz="3600" spc="-204" dirty="0">
                <a:latin typeface="Tahoma"/>
                <a:cs typeface="Tahoma"/>
              </a:rPr>
              <a:t>Lưu</a:t>
            </a:r>
            <a:r>
              <a:rPr sz="3600" spc="-470" dirty="0">
                <a:latin typeface="Tahoma"/>
                <a:cs typeface="Tahoma"/>
              </a:rPr>
              <a:t> </a:t>
            </a:r>
            <a:r>
              <a:rPr sz="3600" spc="-390" dirty="0">
                <a:latin typeface="Tahoma"/>
                <a:cs typeface="Tahoma"/>
              </a:rPr>
              <a:t>ý:</a:t>
            </a:r>
            <a:endParaRPr sz="3600">
              <a:latin typeface="Tahoma"/>
              <a:cs typeface="Tahoma"/>
            </a:endParaRPr>
          </a:p>
          <a:p>
            <a:pPr marL="2085340" lvl="2" indent="-419100">
              <a:lnSpc>
                <a:spcPct val="100000"/>
              </a:lnSpc>
              <a:spcBef>
                <a:spcPts val="1735"/>
              </a:spcBef>
              <a:buSzPct val="36000"/>
              <a:buChar char="•"/>
              <a:tabLst>
                <a:tab pos="2084705" algn="l"/>
              </a:tabLst>
            </a:pPr>
            <a:r>
              <a:rPr sz="3200" spc="-185" dirty="0">
                <a:latin typeface="Tahoma"/>
                <a:cs typeface="Tahoma"/>
              </a:rPr>
              <a:t>Đoạn</a:t>
            </a:r>
            <a:r>
              <a:rPr sz="3200" spc="-400" dirty="0">
                <a:latin typeface="Tahoma"/>
                <a:cs typeface="Tahoma"/>
              </a:rPr>
              <a:t> </a:t>
            </a:r>
            <a:r>
              <a:rPr sz="3200" spc="-200" dirty="0">
                <a:latin typeface="Tahoma"/>
                <a:cs typeface="Tahoma"/>
              </a:rPr>
              <a:t>văn</a:t>
            </a:r>
            <a:r>
              <a:rPr sz="3200" spc="-405" dirty="0">
                <a:latin typeface="Tahoma"/>
                <a:cs typeface="Tahoma"/>
              </a:rPr>
              <a:t> </a:t>
            </a:r>
            <a:r>
              <a:rPr sz="3200" spc="-155" dirty="0">
                <a:latin typeface="Tahoma"/>
                <a:cs typeface="Tahoma"/>
              </a:rPr>
              <a:t>bản</a:t>
            </a:r>
            <a:r>
              <a:rPr sz="3200" spc="-390" dirty="0">
                <a:latin typeface="Tahoma"/>
                <a:cs typeface="Tahoma"/>
              </a:rPr>
              <a:t> </a:t>
            </a:r>
            <a:r>
              <a:rPr sz="3200" spc="-175" dirty="0">
                <a:latin typeface="Tahoma"/>
                <a:cs typeface="Tahoma"/>
              </a:rPr>
              <a:t>ở</a:t>
            </a:r>
            <a:r>
              <a:rPr sz="3200" spc="-400" dirty="0">
                <a:latin typeface="Tahoma"/>
                <a:cs typeface="Tahoma"/>
              </a:rPr>
              <a:t> </a:t>
            </a:r>
            <a:r>
              <a:rPr sz="3200" spc="-215" dirty="0">
                <a:latin typeface="Tahoma"/>
                <a:cs typeface="Tahoma"/>
              </a:rPr>
              <a:t>trong</a:t>
            </a:r>
            <a:r>
              <a:rPr sz="3200" spc="-405" dirty="0">
                <a:latin typeface="Tahoma"/>
                <a:cs typeface="Tahoma"/>
              </a:rPr>
              <a:t> </a:t>
            </a:r>
            <a:r>
              <a:rPr sz="3200" spc="-170" dirty="0">
                <a:latin typeface="Tahoma"/>
                <a:cs typeface="Tahoma"/>
              </a:rPr>
              <a:t>thẻ</a:t>
            </a:r>
            <a:r>
              <a:rPr sz="3200" spc="-400" dirty="0">
                <a:latin typeface="Tahoma"/>
                <a:cs typeface="Tahoma"/>
              </a:rPr>
              <a:t> </a:t>
            </a:r>
            <a:r>
              <a:rPr sz="3200" spc="-150" dirty="0">
                <a:latin typeface="Tahoma"/>
                <a:cs typeface="Tahoma"/>
              </a:rPr>
              <a:t>video</a:t>
            </a:r>
            <a:r>
              <a:rPr sz="3200" spc="-390" dirty="0">
                <a:latin typeface="Tahoma"/>
                <a:cs typeface="Tahoma"/>
              </a:rPr>
              <a:t> </a:t>
            </a:r>
            <a:r>
              <a:rPr sz="3200" spc="-90" dirty="0">
                <a:latin typeface="Tahoma"/>
                <a:cs typeface="Tahoma"/>
              </a:rPr>
              <a:t>sẽ</a:t>
            </a:r>
            <a:r>
              <a:rPr sz="3200" spc="-400" dirty="0">
                <a:latin typeface="Tahoma"/>
                <a:cs typeface="Tahoma"/>
              </a:rPr>
              <a:t> </a:t>
            </a:r>
            <a:r>
              <a:rPr sz="3200" spc="-55" dirty="0">
                <a:latin typeface="Tahoma"/>
                <a:cs typeface="Tahoma"/>
              </a:rPr>
              <a:t>chỉ</a:t>
            </a:r>
            <a:r>
              <a:rPr sz="3200" spc="-395" dirty="0">
                <a:latin typeface="Tahoma"/>
                <a:cs typeface="Tahoma"/>
              </a:rPr>
              <a:t> </a:t>
            </a:r>
            <a:r>
              <a:rPr sz="3200" spc="-140" dirty="0">
                <a:latin typeface="Tahoma"/>
                <a:cs typeface="Tahoma"/>
              </a:rPr>
              <a:t>hiển</a:t>
            </a:r>
            <a:r>
              <a:rPr sz="3200" spc="-395" dirty="0">
                <a:latin typeface="Tahoma"/>
                <a:cs typeface="Tahoma"/>
              </a:rPr>
              <a:t> </a:t>
            </a:r>
            <a:r>
              <a:rPr sz="3200" spc="-125" dirty="0">
                <a:latin typeface="Tahoma"/>
                <a:cs typeface="Tahoma"/>
              </a:rPr>
              <a:t>thị</a:t>
            </a:r>
            <a:r>
              <a:rPr sz="3200" spc="-395" dirty="0">
                <a:latin typeface="Tahoma"/>
                <a:cs typeface="Tahoma"/>
              </a:rPr>
              <a:t> </a:t>
            </a:r>
            <a:r>
              <a:rPr sz="3200" spc="-125" dirty="0">
                <a:latin typeface="Tahoma"/>
                <a:cs typeface="Tahoma"/>
              </a:rPr>
              <a:t>khi</a:t>
            </a:r>
            <a:r>
              <a:rPr sz="3200" spc="-400" dirty="0">
                <a:latin typeface="Tahoma"/>
                <a:cs typeface="Tahoma"/>
              </a:rPr>
              <a:t> </a:t>
            </a:r>
            <a:r>
              <a:rPr sz="3200" spc="-145" dirty="0">
                <a:latin typeface="Tahoma"/>
                <a:cs typeface="Tahoma"/>
              </a:rPr>
              <a:t>trình</a:t>
            </a:r>
            <a:r>
              <a:rPr sz="3200" spc="-390" dirty="0">
                <a:latin typeface="Tahoma"/>
                <a:cs typeface="Tahoma"/>
              </a:rPr>
              <a:t> </a:t>
            </a:r>
            <a:r>
              <a:rPr sz="3200" spc="-190" dirty="0">
                <a:latin typeface="Tahoma"/>
                <a:cs typeface="Tahoma"/>
              </a:rPr>
              <a:t>duyệt</a:t>
            </a:r>
            <a:r>
              <a:rPr sz="3200" spc="-390" dirty="0">
                <a:latin typeface="Tahoma"/>
                <a:cs typeface="Tahoma"/>
              </a:rPr>
              <a:t> </a:t>
            </a:r>
            <a:r>
              <a:rPr sz="3200" spc="-210" dirty="0">
                <a:latin typeface="Tahoma"/>
                <a:cs typeface="Tahoma"/>
              </a:rPr>
              <a:t>không</a:t>
            </a:r>
            <a:r>
              <a:rPr sz="3200" spc="-390" dirty="0">
                <a:latin typeface="Tahoma"/>
                <a:cs typeface="Tahoma"/>
              </a:rPr>
              <a:t> </a:t>
            </a:r>
            <a:r>
              <a:rPr sz="3200" spc="-175" dirty="0">
                <a:latin typeface="Tahoma"/>
                <a:cs typeface="Tahoma"/>
              </a:rPr>
              <a:t>hỗ</a:t>
            </a:r>
            <a:r>
              <a:rPr sz="3200" spc="-390" dirty="0">
                <a:latin typeface="Tahoma"/>
                <a:cs typeface="Tahoma"/>
              </a:rPr>
              <a:t> </a:t>
            </a:r>
            <a:r>
              <a:rPr sz="3200" spc="-180" dirty="0">
                <a:latin typeface="Tahoma"/>
                <a:cs typeface="Tahoma"/>
              </a:rPr>
              <a:t>trợ</a:t>
            </a:r>
            <a:r>
              <a:rPr sz="3200" spc="-400" dirty="0">
                <a:latin typeface="Tahoma"/>
                <a:cs typeface="Tahoma"/>
              </a:rPr>
              <a:t> </a:t>
            </a:r>
            <a:r>
              <a:rPr sz="3200" spc="-170" dirty="0">
                <a:latin typeface="Tahoma"/>
                <a:cs typeface="Tahoma"/>
              </a:rPr>
              <a:t>thẻ</a:t>
            </a:r>
            <a:r>
              <a:rPr sz="3200" spc="-39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video</a:t>
            </a:r>
            <a:endParaRPr sz="3200">
              <a:latin typeface="Tahoma"/>
              <a:cs typeface="Tahoma"/>
            </a:endParaRPr>
          </a:p>
          <a:p>
            <a:pPr marL="2085340" marR="5080" lvl="2" indent="-419735">
              <a:lnSpc>
                <a:spcPct val="140000"/>
              </a:lnSpc>
              <a:buSzPct val="36000"/>
              <a:buChar char="•"/>
              <a:tabLst>
                <a:tab pos="2084705" algn="l"/>
              </a:tabLst>
            </a:pPr>
            <a:r>
              <a:rPr sz="3200" spc="-300" dirty="0">
                <a:latin typeface="Tahoma"/>
                <a:cs typeface="Tahoma"/>
              </a:rPr>
              <a:t>Trên</a:t>
            </a:r>
            <a:r>
              <a:rPr sz="3200" spc="-395" dirty="0">
                <a:latin typeface="Tahoma"/>
                <a:cs typeface="Tahoma"/>
              </a:rPr>
              <a:t> </a:t>
            </a:r>
            <a:r>
              <a:rPr sz="3200" spc="-145" dirty="0">
                <a:latin typeface="Tahoma"/>
                <a:cs typeface="Tahoma"/>
              </a:rPr>
              <a:t>trình</a:t>
            </a:r>
            <a:r>
              <a:rPr sz="3200" spc="-390" dirty="0">
                <a:latin typeface="Tahoma"/>
                <a:cs typeface="Tahoma"/>
              </a:rPr>
              <a:t> </a:t>
            </a:r>
            <a:r>
              <a:rPr sz="3200" spc="-175" dirty="0">
                <a:latin typeface="Tahoma"/>
                <a:cs typeface="Tahoma"/>
              </a:rPr>
              <a:t>duyệt</a:t>
            </a:r>
            <a:r>
              <a:rPr sz="3200" spc="-390" dirty="0">
                <a:latin typeface="Tahoma"/>
                <a:cs typeface="Tahoma"/>
              </a:rPr>
              <a:t> </a:t>
            </a:r>
            <a:r>
              <a:rPr sz="3200" spc="-145" dirty="0">
                <a:latin typeface="Tahoma"/>
                <a:cs typeface="Tahoma"/>
              </a:rPr>
              <a:t>Chrome</a:t>
            </a:r>
            <a:r>
              <a:rPr sz="3200" spc="-385" dirty="0">
                <a:latin typeface="Tahoma"/>
                <a:cs typeface="Tahoma"/>
              </a:rPr>
              <a:t> </a:t>
            </a:r>
            <a:r>
              <a:rPr sz="3200" spc="-210" dirty="0">
                <a:latin typeface="Tahoma"/>
                <a:cs typeface="Tahoma"/>
              </a:rPr>
              <a:t>không</a:t>
            </a:r>
            <a:r>
              <a:rPr sz="3200" spc="-390" dirty="0">
                <a:latin typeface="Tahoma"/>
                <a:cs typeface="Tahoma"/>
              </a:rPr>
              <a:t> </a:t>
            </a:r>
            <a:r>
              <a:rPr sz="3200" spc="-95" dirty="0">
                <a:latin typeface="Tahoma"/>
                <a:cs typeface="Tahoma"/>
              </a:rPr>
              <a:t>cho</a:t>
            </a:r>
            <a:r>
              <a:rPr sz="3200" spc="-395" dirty="0">
                <a:latin typeface="Tahoma"/>
                <a:cs typeface="Tahoma"/>
              </a:rPr>
              <a:t> </a:t>
            </a:r>
            <a:r>
              <a:rPr sz="3200" spc="-160" dirty="0">
                <a:latin typeface="Tahoma"/>
                <a:cs typeface="Tahoma"/>
              </a:rPr>
              <a:t>phép</a:t>
            </a:r>
            <a:r>
              <a:rPr sz="3200" spc="-395" dirty="0">
                <a:latin typeface="Tahoma"/>
                <a:cs typeface="Tahoma"/>
              </a:rPr>
              <a:t> </a:t>
            </a:r>
            <a:r>
              <a:rPr sz="3200" spc="-185" dirty="0">
                <a:latin typeface="Tahoma"/>
                <a:cs typeface="Tahoma"/>
              </a:rPr>
              <a:t>tự</a:t>
            </a:r>
            <a:r>
              <a:rPr sz="3200" spc="-385" dirty="0">
                <a:latin typeface="Tahoma"/>
                <a:cs typeface="Tahoma"/>
              </a:rPr>
              <a:t> </a:t>
            </a:r>
            <a:r>
              <a:rPr sz="3200" spc="-229" dirty="0">
                <a:latin typeface="Tahoma"/>
                <a:cs typeface="Tahoma"/>
              </a:rPr>
              <a:t>động</a:t>
            </a:r>
            <a:r>
              <a:rPr sz="3200" spc="-409" dirty="0">
                <a:latin typeface="Tahoma"/>
                <a:cs typeface="Tahoma"/>
              </a:rPr>
              <a:t> </a:t>
            </a:r>
            <a:r>
              <a:rPr sz="3200" spc="-160" dirty="0">
                <a:latin typeface="Tahoma"/>
                <a:cs typeface="Tahoma"/>
              </a:rPr>
              <a:t>phát</a:t>
            </a:r>
            <a:r>
              <a:rPr sz="3200" spc="-385" dirty="0">
                <a:latin typeface="Tahoma"/>
                <a:cs typeface="Tahoma"/>
              </a:rPr>
              <a:t> </a:t>
            </a:r>
            <a:r>
              <a:rPr sz="3200" spc="-165" dirty="0">
                <a:latin typeface="Tahoma"/>
                <a:cs typeface="Tahoma"/>
              </a:rPr>
              <a:t>video.</a:t>
            </a:r>
            <a:r>
              <a:rPr sz="3200" spc="-400" dirty="0">
                <a:latin typeface="Tahoma"/>
                <a:cs typeface="Tahoma"/>
              </a:rPr>
              <a:t> </a:t>
            </a:r>
            <a:r>
              <a:rPr sz="3200" spc="-150" dirty="0">
                <a:latin typeface="Tahoma"/>
                <a:cs typeface="Tahoma"/>
              </a:rPr>
              <a:t>Nếu</a:t>
            </a:r>
            <a:r>
              <a:rPr sz="3200" spc="-385" dirty="0">
                <a:latin typeface="Tahoma"/>
                <a:cs typeface="Tahoma"/>
              </a:rPr>
              <a:t> </a:t>
            </a:r>
            <a:r>
              <a:rPr sz="3200" spc="-175" dirty="0">
                <a:latin typeface="Tahoma"/>
                <a:cs typeface="Tahoma"/>
              </a:rPr>
              <a:t>muốn</a:t>
            </a:r>
            <a:r>
              <a:rPr sz="3200" spc="-390" dirty="0">
                <a:latin typeface="Tahoma"/>
                <a:cs typeface="Tahoma"/>
              </a:rPr>
              <a:t> </a:t>
            </a:r>
            <a:r>
              <a:rPr sz="3200" spc="-185" dirty="0">
                <a:latin typeface="Tahoma"/>
                <a:cs typeface="Tahoma"/>
              </a:rPr>
              <a:t>tự</a:t>
            </a:r>
            <a:r>
              <a:rPr sz="3200" spc="-390" dirty="0">
                <a:latin typeface="Tahoma"/>
                <a:cs typeface="Tahoma"/>
              </a:rPr>
              <a:t> </a:t>
            </a:r>
            <a:r>
              <a:rPr sz="3200" spc="-229" dirty="0">
                <a:latin typeface="Tahoma"/>
                <a:cs typeface="Tahoma"/>
              </a:rPr>
              <a:t>động</a:t>
            </a:r>
            <a:r>
              <a:rPr sz="3200" spc="-405" dirty="0">
                <a:latin typeface="Tahoma"/>
                <a:cs typeface="Tahoma"/>
              </a:rPr>
              <a:t> </a:t>
            </a:r>
            <a:r>
              <a:rPr sz="3200" spc="-160" dirty="0">
                <a:latin typeface="Tahoma"/>
                <a:cs typeface="Tahoma"/>
              </a:rPr>
              <a:t>phát</a:t>
            </a:r>
            <a:r>
              <a:rPr sz="3200" spc="-390" dirty="0">
                <a:latin typeface="Tahoma"/>
                <a:cs typeface="Tahoma"/>
              </a:rPr>
              <a:t> </a:t>
            </a:r>
            <a:r>
              <a:rPr sz="3200" spc="-135" dirty="0">
                <a:latin typeface="Tahoma"/>
                <a:cs typeface="Tahoma"/>
              </a:rPr>
              <a:t>được</a:t>
            </a:r>
            <a:r>
              <a:rPr sz="3200" spc="-390" dirty="0">
                <a:latin typeface="Tahoma"/>
                <a:cs typeface="Tahoma"/>
              </a:rPr>
              <a:t> </a:t>
            </a:r>
            <a:r>
              <a:rPr sz="3200" spc="-20" dirty="0">
                <a:latin typeface="Tahoma"/>
                <a:cs typeface="Tahoma"/>
              </a:rPr>
              <a:t>video </a:t>
            </a:r>
            <a:r>
              <a:rPr sz="3200" spc="-125" dirty="0">
                <a:latin typeface="Tahoma"/>
                <a:cs typeface="Tahoma"/>
              </a:rPr>
              <a:t>thì</a:t>
            </a:r>
            <a:r>
              <a:rPr sz="3200" spc="-395" dirty="0">
                <a:latin typeface="Tahoma"/>
                <a:cs typeface="Tahoma"/>
              </a:rPr>
              <a:t> </a:t>
            </a:r>
            <a:r>
              <a:rPr sz="3200" spc="-120" dirty="0">
                <a:latin typeface="Tahoma"/>
                <a:cs typeface="Tahoma"/>
              </a:rPr>
              <a:t>phải</a:t>
            </a:r>
            <a:r>
              <a:rPr sz="3200" spc="-390" dirty="0">
                <a:latin typeface="Tahoma"/>
                <a:cs typeface="Tahoma"/>
              </a:rPr>
              <a:t> </a:t>
            </a:r>
            <a:r>
              <a:rPr sz="3200" spc="-180" dirty="0">
                <a:latin typeface="Tahoma"/>
                <a:cs typeface="Tahoma"/>
              </a:rPr>
              <a:t>thêm</a:t>
            </a:r>
            <a:r>
              <a:rPr sz="3200" spc="-385" dirty="0">
                <a:latin typeface="Tahoma"/>
                <a:cs typeface="Tahoma"/>
              </a:rPr>
              <a:t> </a:t>
            </a:r>
            <a:r>
              <a:rPr sz="3200" spc="-125" dirty="0">
                <a:latin typeface="Tahoma"/>
                <a:cs typeface="Tahoma"/>
              </a:rPr>
              <a:t>thuộc</a:t>
            </a:r>
            <a:r>
              <a:rPr sz="3200" spc="-385" dirty="0">
                <a:latin typeface="Tahoma"/>
                <a:cs typeface="Tahoma"/>
              </a:rPr>
              <a:t> </a:t>
            </a:r>
            <a:r>
              <a:rPr sz="3200" spc="-135" dirty="0">
                <a:latin typeface="Tahoma"/>
                <a:cs typeface="Tahoma"/>
              </a:rPr>
              <a:t>tính</a:t>
            </a:r>
            <a:r>
              <a:rPr sz="3200" spc="-39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muted.</a:t>
            </a:r>
            <a:endParaRPr sz="3200" spc="-1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484" dirty="0"/>
              <a:t>CHƯƠNG</a:t>
            </a:r>
            <a:r>
              <a:rPr spc="-580" dirty="0"/>
              <a:t> </a:t>
            </a:r>
            <a:r>
              <a:rPr spc="-919" dirty="0"/>
              <a:t>II:</a:t>
            </a:r>
            <a:r>
              <a:rPr spc="-575" dirty="0"/>
              <a:t> </a:t>
            </a:r>
            <a:r>
              <a:rPr spc="-715" dirty="0"/>
              <a:t>HTML</a:t>
            </a:r>
            <a:r>
              <a:rPr spc="-585" dirty="0"/>
              <a:t> </a:t>
            </a:r>
            <a:r>
              <a:rPr spc="-905" dirty="0"/>
              <a:t>&amp;</a:t>
            </a:r>
            <a:r>
              <a:rPr spc="-580" dirty="0"/>
              <a:t> </a:t>
            </a:r>
            <a:r>
              <a:rPr spc="-715" dirty="0"/>
              <a:t>HTML5</a:t>
            </a:r>
            <a:endParaRPr spc="-715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xfrm>
            <a:off x="601345" y="10674350"/>
            <a:ext cx="5245100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85" dirty="0">
                <a:solidFill>
                  <a:schemeClr val="tx1"/>
                </a:solidFill>
              </a:rPr>
              <a:t>THIẾT </a:t>
            </a:r>
            <a:r>
              <a:rPr spc="-110" dirty="0">
                <a:solidFill>
                  <a:schemeClr val="tx1"/>
                </a:solidFill>
              </a:rPr>
              <a:t>KẾ</a:t>
            </a:r>
            <a:r>
              <a:rPr spc="-190" dirty="0">
                <a:solidFill>
                  <a:schemeClr val="tx1"/>
                </a:solidFill>
              </a:rPr>
              <a:t> </a:t>
            </a:r>
            <a:r>
              <a:rPr spc="-110" dirty="0">
                <a:solidFill>
                  <a:schemeClr val="tx1"/>
                </a:solidFill>
              </a:rPr>
              <a:t>WEB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VÀ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45" dirty="0">
                <a:solidFill>
                  <a:schemeClr val="tx1"/>
                </a:solidFill>
              </a:rPr>
              <a:t>TRIỂN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KHAI</a:t>
            </a:r>
            <a:r>
              <a:rPr spc="-200" dirty="0">
                <a:solidFill>
                  <a:schemeClr val="tx1"/>
                </a:solidFill>
              </a:rPr>
              <a:t> </a:t>
            </a:r>
            <a:r>
              <a:rPr spc="-80" dirty="0">
                <a:solidFill>
                  <a:schemeClr val="tx1"/>
                </a:solidFill>
              </a:rPr>
              <a:t>HỆ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95" dirty="0">
                <a:solidFill>
                  <a:schemeClr val="tx1"/>
                </a:solidFill>
              </a:rPr>
              <a:t>THỐNG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75" dirty="0">
                <a:solidFill>
                  <a:schemeClr val="tx1"/>
                </a:solidFill>
              </a:rPr>
              <a:t>PHẦN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25" dirty="0">
                <a:solidFill>
                  <a:schemeClr val="tx1"/>
                </a:solidFill>
              </a:rPr>
              <a:t>MỀM</a:t>
            </a:r>
            <a:endParaRPr spc="-20" dirty="0">
              <a:solidFill>
                <a:schemeClr val="tx1"/>
              </a:solidFill>
            </a:endParaRPr>
          </a:p>
        </p:txBody>
      </p:sp>
      <p:sp>
        <p:nvSpPr>
          <p:cNvPr id="16" name="object 6"/>
          <p:cNvSpPr/>
          <p:nvPr/>
        </p:nvSpPr>
        <p:spPr>
          <a:xfrm>
            <a:off x="523544" y="10447221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8063A1"/>
            </a:solidFill>
          </a:ln>
        </p:spPr>
        <p:txBody>
          <a:bodyPr wrap="square" lIns="0" tIns="0" rIns="0" bIns="0" rtlCol="0"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71926" y="2201978"/>
            <a:ext cx="9552239" cy="2845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23380" y="2193170"/>
            <a:ext cx="18352135" cy="81064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36750">
              <a:lnSpc>
                <a:spcPct val="100000"/>
              </a:lnSpc>
              <a:spcBef>
                <a:spcPts val="100"/>
              </a:spcBef>
            </a:pPr>
            <a:r>
              <a:rPr sz="4400" b="1" spc="-465" dirty="0">
                <a:latin typeface="Tahoma"/>
                <a:cs typeface="Tahoma"/>
              </a:rPr>
              <a:t>2.3</a:t>
            </a:r>
            <a:r>
              <a:rPr sz="4400" b="1" spc="-495" dirty="0">
                <a:latin typeface="Tahoma"/>
                <a:cs typeface="Tahoma"/>
              </a:rPr>
              <a:t> </a:t>
            </a:r>
            <a:r>
              <a:rPr sz="4400" b="1" spc="-265" dirty="0">
                <a:latin typeface="Tahoma"/>
                <a:cs typeface="Tahoma"/>
              </a:rPr>
              <a:t>Các</a:t>
            </a:r>
            <a:r>
              <a:rPr sz="4400" b="1" spc="-490" dirty="0">
                <a:latin typeface="Tahoma"/>
                <a:cs typeface="Tahoma"/>
              </a:rPr>
              <a:t> </a:t>
            </a:r>
            <a:r>
              <a:rPr sz="4400" b="1" spc="-459" dirty="0">
                <a:latin typeface="Tahoma"/>
                <a:cs typeface="Tahoma"/>
              </a:rPr>
              <a:t>thẻ</a:t>
            </a:r>
            <a:r>
              <a:rPr sz="4400" b="1" spc="-495" dirty="0">
                <a:latin typeface="Tahoma"/>
                <a:cs typeface="Tahoma"/>
              </a:rPr>
              <a:t> </a:t>
            </a:r>
            <a:r>
              <a:rPr sz="4400" b="1" spc="-630" dirty="0">
                <a:latin typeface="Tahoma"/>
                <a:cs typeface="Tahoma"/>
              </a:rPr>
              <a:t>HTML</a:t>
            </a:r>
            <a:r>
              <a:rPr sz="4400" b="1" spc="-490" dirty="0">
                <a:latin typeface="Tahoma"/>
                <a:cs typeface="Tahoma"/>
              </a:rPr>
              <a:t> </a:t>
            </a:r>
            <a:r>
              <a:rPr sz="4400" b="1" spc="-545" dirty="0">
                <a:latin typeface="Tahoma"/>
                <a:cs typeface="Tahoma"/>
              </a:rPr>
              <a:t>thông</a:t>
            </a:r>
            <a:r>
              <a:rPr sz="4400" b="1" spc="-500" dirty="0">
                <a:latin typeface="Tahoma"/>
                <a:cs typeface="Tahoma"/>
              </a:rPr>
              <a:t> </a:t>
            </a:r>
            <a:r>
              <a:rPr sz="4400" b="1" spc="-580" dirty="0">
                <a:latin typeface="Tahoma"/>
                <a:cs typeface="Tahoma"/>
              </a:rPr>
              <a:t>dụng</a:t>
            </a:r>
            <a:endParaRPr sz="4400">
              <a:latin typeface="Tahoma"/>
              <a:cs typeface="Tahoma"/>
            </a:endParaRPr>
          </a:p>
          <a:p>
            <a:pPr marL="641985" indent="-629285">
              <a:lnSpc>
                <a:spcPct val="100000"/>
              </a:lnSpc>
              <a:spcBef>
                <a:spcPts val="4330"/>
              </a:spcBef>
              <a:buSzPct val="59000"/>
              <a:buFont typeface="Wingdings"/>
              <a:buChar char=""/>
              <a:tabLst>
                <a:tab pos="641985" algn="l"/>
              </a:tabLst>
            </a:pPr>
            <a:r>
              <a:rPr sz="2950" b="1" dirty="0">
                <a:latin typeface="Arial" panose="020B0604020202020204"/>
                <a:cs typeface="Arial" panose="020B0604020202020204"/>
              </a:rPr>
              <a:t>Thẻ</a:t>
            </a:r>
            <a:r>
              <a:rPr sz="295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2950" b="1" spc="-10" dirty="0">
                <a:latin typeface="Arial" panose="020B0604020202020204"/>
                <a:cs typeface="Arial" panose="020B0604020202020204"/>
              </a:rPr>
              <a:t>audio:</a:t>
            </a:r>
            <a:endParaRPr sz="2950">
              <a:latin typeface="Arial" panose="020B0604020202020204"/>
              <a:cs typeface="Arial" panose="020B0604020202020204"/>
            </a:endParaRPr>
          </a:p>
          <a:p>
            <a:pPr marL="1331595" marR="5080" lvl="1" indent="-525780">
              <a:lnSpc>
                <a:spcPct val="130000"/>
              </a:lnSpc>
              <a:spcBef>
                <a:spcPts val="125"/>
              </a:spcBef>
              <a:buSzPct val="37000"/>
              <a:buChar char="•"/>
              <a:tabLst>
                <a:tab pos="1331595" algn="l"/>
              </a:tabLst>
            </a:pPr>
            <a:r>
              <a:rPr sz="3250" spc="-275" dirty="0">
                <a:latin typeface="Tahoma"/>
                <a:cs typeface="Tahoma"/>
              </a:rPr>
              <a:t>Thẻ</a:t>
            </a:r>
            <a:r>
              <a:rPr sz="3250" spc="-390" dirty="0">
                <a:latin typeface="Tahoma"/>
                <a:cs typeface="Tahoma"/>
              </a:rPr>
              <a:t> </a:t>
            </a:r>
            <a:r>
              <a:rPr sz="3250" spc="-300" dirty="0">
                <a:latin typeface="Tahoma"/>
                <a:cs typeface="Tahoma"/>
              </a:rPr>
              <a:t>&lt;audio&gt;&lt;/audio&gt;</a:t>
            </a:r>
            <a:r>
              <a:rPr sz="3250" spc="-385" dirty="0">
                <a:latin typeface="Tahoma"/>
                <a:cs typeface="Tahoma"/>
              </a:rPr>
              <a:t> </a:t>
            </a:r>
            <a:r>
              <a:rPr sz="3250" spc="-45" dirty="0">
                <a:latin typeface="Tahoma"/>
                <a:cs typeface="Tahoma"/>
              </a:rPr>
              <a:t>là</a:t>
            </a:r>
            <a:r>
              <a:rPr sz="3250" spc="-390" dirty="0">
                <a:latin typeface="Tahoma"/>
                <a:cs typeface="Tahoma"/>
              </a:rPr>
              <a:t> </a:t>
            </a:r>
            <a:r>
              <a:rPr sz="3250" spc="-165" dirty="0">
                <a:latin typeface="Tahoma"/>
                <a:cs typeface="Tahoma"/>
              </a:rPr>
              <a:t>thẻ</a:t>
            </a:r>
            <a:r>
              <a:rPr sz="3250" spc="-385" dirty="0">
                <a:latin typeface="Tahoma"/>
                <a:cs typeface="Tahoma"/>
              </a:rPr>
              <a:t> </a:t>
            </a:r>
            <a:r>
              <a:rPr sz="3250" spc="-220" dirty="0">
                <a:latin typeface="Tahoma"/>
                <a:cs typeface="Tahoma"/>
              </a:rPr>
              <a:t>dùng</a:t>
            </a:r>
            <a:r>
              <a:rPr sz="3250" spc="-390" dirty="0">
                <a:latin typeface="Tahoma"/>
                <a:cs typeface="Tahoma"/>
              </a:rPr>
              <a:t> </a:t>
            </a:r>
            <a:r>
              <a:rPr sz="3250" spc="-190" dirty="0">
                <a:latin typeface="Tahoma"/>
                <a:cs typeface="Tahoma"/>
              </a:rPr>
              <a:t>để</a:t>
            </a:r>
            <a:r>
              <a:rPr sz="3250" spc="-385" dirty="0">
                <a:latin typeface="Tahoma"/>
                <a:cs typeface="Tahoma"/>
              </a:rPr>
              <a:t> </a:t>
            </a:r>
            <a:r>
              <a:rPr sz="3250" spc="-225" dirty="0">
                <a:latin typeface="Tahoma"/>
                <a:cs typeface="Tahoma"/>
              </a:rPr>
              <a:t>nhúng</a:t>
            </a:r>
            <a:r>
              <a:rPr sz="3250" spc="-405" dirty="0">
                <a:latin typeface="Tahoma"/>
                <a:cs typeface="Tahoma"/>
              </a:rPr>
              <a:t> </a:t>
            </a:r>
            <a:r>
              <a:rPr sz="3250" spc="-114" dirty="0">
                <a:latin typeface="Tahoma"/>
                <a:cs typeface="Tahoma"/>
              </a:rPr>
              <a:t>audio</a:t>
            </a:r>
            <a:r>
              <a:rPr sz="3250" spc="-385" dirty="0">
                <a:latin typeface="Tahoma"/>
                <a:cs typeface="Tahoma"/>
              </a:rPr>
              <a:t> </a:t>
            </a:r>
            <a:r>
              <a:rPr sz="3250" spc="-195" dirty="0">
                <a:latin typeface="Tahoma"/>
                <a:cs typeface="Tahoma"/>
              </a:rPr>
              <a:t>vào</a:t>
            </a:r>
            <a:r>
              <a:rPr sz="3250" spc="-405" dirty="0">
                <a:latin typeface="Tahoma"/>
                <a:cs typeface="Tahoma"/>
              </a:rPr>
              <a:t> </a:t>
            </a:r>
            <a:r>
              <a:rPr sz="3250" spc="-215" dirty="0">
                <a:latin typeface="Tahoma"/>
                <a:cs typeface="Tahoma"/>
              </a:rPr>
              <a:t>trang</a:t>
            </a:r>
            <a:r>
              <a:rPr sz="3250" spc="-385" dirty="0">
                <a:latin typeface="Tahoma"/>
                <a:cs typeface="Tahoma"/>
              </a:rPr>
              <a:t> </a:t>
            </a:r>
            <a:r>
              <a:rPr sz="3250" spc="-215" dirty="0">
                <a:latin typeface="Tahoma"/>
                <a:cs typeface="Tahoma"/>
              </a:rPr>
              <a:t>web.</a:t>
            </a:r>
            <a:r>
              <a:rPr sz="3250" spc="-390" dirty="0">
                <a:latin typeface="Tahoma"/>
                <a:cs typeface="Tahoma"/>
              </a:rPr>
              <a:t> </a:t>
            </a:r>
            <a:r>
              <a:rPr sz="3250" spc="-300" dirty="0">
                <a:latin typeface="Tahoma"/>
                <a:cs typeface="Tahoma"/>
              </a:rPr>
              <a:t>Trong</a:t>
            </a:r>
            <a:r>
              <a:rPr sz="3250" spc="-400" dirty="0">
                <a:latin typeface="Tahoma"/>
                <a:cs typeface="Tahoma"/>
              </a:rPr>
              <a:t> </a:t>
            </a:r>
            <a:r>
              <a:rPr sz="3250" spc="-165" dirty="0">
                <a:latin typeface="Tahoma"/>
                <a:cs typeface="Tahoma"/>
              </a:rPr>
              <a:t>thẻ</a:t>
            </a:r>
            <a:r>
              <a:rPr sz="3250" spc="-390" dirty="0">
                <a:latin typeface="Tahoma"/>
                <a:cs typeface="Tahoma"/>
              </a:rPr>
              <a:t> </a:t>
            </a:r>
            <a:r>
              <a:rPr sz="3250" spc="-114" dirty="0">
                <a:latin typeface="Tahoma"/>
                <a:cs typeface="Tahoma"/>
              </a:rPr>
              <a:t>audio</a:t>
            </a:r>
            <a:r>
              <a:rPr sz="3250" spc="-400" dirty="0">
                <a:latin typeface="Tahoma"/>
                <a:cs typeface="Tahoma"/>
              </a:rPr>
              <a:t> </a:t>
            </a:r>
            <a:r>
              <a:rPr sz="3250" spc="-55" dirty="0">
                <a:latin typeface="Tahoma"/>
                <a:cs typeface="Tahoma"/>
              </a:rPr>
              <a:t>có</a:t>
            </a:r>
            <a:r>
              <a:rPr sz="3250" spc="-400" dirty="0">
                <a:latin typeface="Tahoma"/>
                <a:cs typeface="Tahoma"/>
              </a:rPr>
              <a:t> </a:t>
            </a:r>
            <a:r>
              <a:rPr sz="3250" spc="-165" dirty="0">
                <a:latin typeface="Tahoma"/>
                <a:cs typeface="Tahoma"/>
              </a:rPr>
              <a:t>thẻ</a:t>
            </a:r>
            <a:r>
              <a:rPr sz="3250" spc="-385" dirty="0">
                <a:latin typeface="Tahoma"/>
                <a:cs typeface="Tahoma"/>
              </a:rPr>
              <a:t> </a:t>
            </a:r>
            <a:r>
              <a:rPr sz="3250" spc="-265" dirty="0">
                <a:latin typeface="Tahoma"/>
                <a:cs typeface="Tahoma"/>
              </a:rPr>
              <a:t>&lt;source&gt;</a:t>
            </a:r>
            <a:r>
              <a:rPr sz="3250" spc="-405" dirty="0">
                <a:latin typeface="Tahoma"/>
                <a:cs typeface="Tahoma"/>
              </a:rPr>
              <a:t> </a:t>
            </a:r>
            <a:r>
              <a:rPr sz="3250" spc="-190" dirty="0">
                <a:latin typeface="Tahoma"/>
                <a:cs typeface="Tahoma"/>
              </a:rPr>
              <a:t>để</a:t>
            </a:r>
            <a:r>
              <a:rPr sz="3250" spc="-390" dirty="0">
                <a:latin typeface="Tahoma"/>
                <a:cs typeface="Tahoma"/>
              </a:rPr>
              <a:t> </a:t>
            </a:r>
            <a:r>
              <a:rPr sz="3250" spc="-20" dirty="0">
                <a:latin typeface="Tahoma"/>
                <a:cs typeface="Tahoma"/>
              </a:rPr>
              <a:t>chứa </a:t>
            </a:r>
            <a:r>
              <a:rPr sz="3250" spc="-229" dirty="0">
                <a:latin typeface="Tahoma"/>
                <a:cs typeface="Tahoma"/>
              </a:rPr>
              <a:t>đường</a:t>
            </a:r>
            <a:r>
              <a:rPr sz="3250" spc="-385" dirty="0">
                <a:latin typeface="Tahoma"/>
                <a:cs typeface="Tahoma"/>
              </a:rPr>
              <a:t> </a:t>
            </a:r>
            <a:r>
              <a:rPr sz="3250" spc="-150" dirty="0">
                <a:latin typeface="Tahoma"/>
                <a:cs typeface="Tahoma"/>
              </a:rPr>
              <a:t>dẫn</a:t>
            </a:r>
            <a:r>
              <a:rPr sz="3250" spc="-390" dirty="0">
                <a:latin typeface="Tahoma"/>
                <a:cs typeface="Tahoma"/>
              </a:rPr>
              <a:t> </a:t>
            </a:r>
            <a:r>
              <a:rPr sz="3250" spc="-75" dirty="0">
                <a:latin typeface="Tahoma"/>
                <a:cs typeface="Tahoma"/>
              </a:rPr>
              <a:t>file</a:t>
            </a:r>
            <a:r>
              <a:rPr sz="3250" spc="-380" dirty="0">
                <a:latin typeface="Tahoma"/>
                <a:cs typeface="Tahoma"/>
              </a:rPr>
              <a:t> </a:t>
            </a:r>
            <a:r>
              <a:rPr sz="3250" spc="-114" dirty="0">
                <a:latin typeface="Tahoma"/>
                <a:cs typeface="Tahoma"/>
              </a:rPr>
              <a:t>audio</a:t>
            </a:r>
            <a:r>
              <a:rPr sz="3250" spc="-380" dirty="0">
                <a:latin typeface="Tahoma"/>
                <a:cs typeface="Tahoma"/>
              </a:rPr>
              <a:t> </a:t>
            </a:r>
            <a:r>
              <a:rPr sz="3250" spc="-210" dirty="0">
                <a:latin typeface="Tahoma"/>
                <a:cs typeface="Tahoma"/>
              </a:rPr>
              <a:t>và</a:t>
            </a:r>
            <a:r>
              <a:rPr sz="3250" spc="-395" dirty="0">
                <a:latin typeface="Tahoma"/>
                <a:cs typeface="Tahoma"/>
              </a:rPr>
              <a:t> </a:t>
            </a:r>
            <a:r>
              <a:rPr sz="3250" spc="-130" dirty="0">
                <a:latin typeface="Tahoma"/>
                <a:cs typeface="Tahoma"/>
              </a:rPr>
              <a:t>kiểu</a:t>
            </a:r>
            <a:r>
              <a:rPr sz="3250" spc="-380" dirty="0">
                <a:latin typeface="Tahoma"/>
                <a:cs typeface="Tahoma"/>
              </a:rPr>
              <a:t> </a:t>
            </a:r>
            <a:r>
              <a:rPr sz="3250" spc="-10" dirty="0">
                <a:latin typeface="Tahoma"/>
                <a:cs typeface="Tahoma"/>
              </a:rPr>
              <a:t>audio.</a:t>
            </a:r>
            <a:endParaRPr sz="3250">
              <a:latin typeface="Tahoma"/>
              <a:cs typeface="Tahoma"/>
            </a:endParaRPr>
          </a:p>
          <a:p>
            <a:pPr marL="1331595" lvl="1" indent="-525145">
              <a:lnSpc>
                <a:spcPct val="100000"/>
              </a:lnSpc>
              <a:spcBef>
                <a:spcPts val="1160"/>
              </a:spcBef>
              <a:buSzPct val="37000"/>
              <a:buChar char="•"/>
              <a:tabLst>
                <a:tab pos="1331595" algn="l"/>
              </a:tabLst>
            </a:pPr>
            <a:r>
              <a:rPr sz="3250" spc="-50" dirty="0">
                <a:latin typeface="Tahoma"/>
                <a:cs typeface="Tahoma"/>
              </a:rPr>
              <a:t>Cú</a:t>
            </a:r>
            <a:r>
              <a:rPr sz="3250" spc="-395" dirty="0">
                <a:latin typeface="Tahoma"/>
                <a:cs typeface="Tahoma"/>
              </a:rPr>
              <a:t> </a:t>
            </a:r>
            <a:r>
              <a:rPr sz="3250" spc="-10" dirty="0">
                <a:latin typeface="Tahoma"/>
                <a:cs typeface="Tahoma"/>
              </a:rPr>
              <a:t>pháp:</a:t>
            </a:r>
            <a:endParaRPr sz="3250">
              <a:latin typeface="Tahoma"/>
              <a:cs typeface="Tahoma"/>
            </a:endParaRPr>
          </a:p>
          <a:p>
            <a:pPr marL="1520190">
              <a:lnSpc>
                <a:spcPct val="100000"/>
              </a:lnSpc>
              <a:spcBef>
                <a:spcPts val="1085"/>
              </a:spcBef>
            </a:pPr>
            <a:r>
              <a:rPr sz="2750" spc="-195" dirty="0">
                <a:solidFill>
                  <a:srgbClr val="C00000"/>
                </a:solidFill>
                <a:latin typeface="Tahoma"/>
                <a:cs typeface="Tahoma"/>
              </a:rPr>
              <a:t>&lt;audio</a:t>
            </a:r>
            <a:r>
              <a:rPr sz="2750" spc="-29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750" spc="-25" dirty="0">
                <a:solidFill>
                  <a:srgbClr val="C00000"/>
                </a:solidFill>
                <a:latin typeface="Tahoma"/>
                <a:cs typeface="Tahoma"/>
              </a:rPr>
              <a:t>controls&gt;</a:t>
            </a:r>
            <a:endParaRPr sz="2750">
              <a:latin typeface="Tahoma"/>
              <a:cs typeface="Tahoma"/>
            </a:endParaRPr>
          </a:p>
          <a:p>
            <a:pPr marL="1692910">
              <a:lnSpc>
                <a:spcPct val="100000"/>
              </a:lnSpc>
              <a:spcBef>
                <a:spcPts val="990"/>
              </a:spcBef>
            </a:pPr>
            <a:r>
              <a:rPr sz="2750" spc="-170" dirty="0">
                <a:solidFill>
                  <a:srgbClr val="C00000"/>
                </a:solidFill>
                <a:latin typeface="Tahoma"/>
                <a:cs typeface="Tahoma"/>
              </a:rPr>
              <a:t>&lt;source</a:t>
            </a:r>
            <a:r>
              <a:rPr sz="2750" spc="-27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750" spc="-120" dirty="0">
                <a:solidFill>
                  <a:srgbClr val="C00000"/>
                </a:solidFill>
                <a:latin typeface="Tahoma"/>
                <a:cs typeface="Tahoma"/>
              </a:rPr>
              <a:t>src=“link-</a:t>
            </a:r>
            <a:r>
              <a:rPr sz="2750" spc="-135" dirty="0">
                <a:solidFill>
                  <a:srgbClr val="C00000"/>
                </a:solidFill>
                <a:latin typeface="Tahoma"/>
                <a:cs typeface="Tahoma"/>
              </a:rPr>
              <a:t>audio.mp3"</a:t>
            </a:r>
            <a:r>
              <a:rPr sz="2750" spc="-26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2750" spc="-140" dirty="0">
                <a:solidFill>
                  <a:srgbClr val="C00000"/>
                </a:solidFill>
                <a:latin typeface="Tahoma"/>
                <a:cs typeface="Tahoma"/>
              </a:rPr>
              <a:t>type="audio/mpeg"&gt;</a:t>
            </a:r>
            <a:endParaRPr sz="2750">
              <a:latin typeface="Tahoma"/>
              <a:cs typeface="Tahoma"/>
            </a:endParaRPr>
          </a:p>
          <a:p>
            <a:pPr marL="1520190">
              <a:lnSpc>
                <a:spcPct val="100000"/>
              </a:lnSpc>
              <a:spcBef>
                <a:spcPts val="985"/>
              </a:spcBef>
            </a:pPr>
            <a:r>
              <a:rPr sz="2750" spc="-275" dirty="0">
                <a:solidFill>
                  <a:srgbClr val="C00000"/>
                </a:solidFill>
                <a:latin typeface="Tahoma"/>
                <a:cs typeface="Tahoma"/>
              </a:rPr>
              <a:t>&lt;/audio&gt;</a:t>
            </a:r>
            <a:endParaRPr sz="2750">
              <a:latin typeface="Tahoma"/>
              <a:cs typeface="Tahoma"/>
            </a:endParaRPr>
          </a:p>
          <a:p>
            <a:pPr marL="1331595" lvl="1" indent="-525145">
              <a:lnSpc>
                <a:spcPct val="100000"/>
              </a:lnSpc>
              <a:spcBef>
                <a:spcPts val="1060"/>
              </a:spcBef>
              <a:buSzPct val="37000"/>
              <a:buChar char="•"/>
              <a:tabLst>
                <a:tab pos="1331595" algn="l"/>
              </a:tabLst>
            </a:pPr>
            <a:r>
              <a:rPr sz="3250" spc="-185" dirty="0">
                <a:latin typeface="Tahoma"/>
                <a:cs typeface="Tahoma"/>
              </a:rPr>
              <a:t>Thuộc</a:t>
            </a:r>
            <a:r>
              <a:rPr sz="3250" spc="-375" dirty="0">
                <a:latin typeface="Tahoma"/>
                <a:cs typeface="Tahoma"/>
              </a:rPr>
              <a:t> </a:t>
            </a:r>
            <a:r>
              <a:rPr sz="3250" spc="-20" dirty="0">
                <a:latin typeface="Tahoma"/>
                <a:cs typeface="Tahoma"/>
              </a:rPr>
              <a:t>tính:</a:t>
            </a:r>
            <a:endParaRPr sz="3250">
              <a:latin typeface="Tahoma"/>
              <a:cs typeface="Tahoma"/>
            </a:endParaRPr>
          </a:p>
          <a:p>
            <a:pPr marL="2085340" lvl="2" indent="-419100">
              <a:lnSpc>
                <a:spcPct val="100000"/>
              </a:lnSpc>
              <a:spcBef>
                <a:spcPts val="1090"/>
              </a:spcBef>
              <a:buSzPct val="44000"/>
              <a:buChar char="•"/>
              <a:tabLst>
                <a:tab pos="2084705" algn="l"/>
              </a:tabLst>
            </a:pPr>
            <a:r>
              <a:rPr sz="2750" spc="-110" dirty="0">
                <a:latin typeface="Tahoma"/>
                <a:cs typeface="Tahoma"/>
              </a:rPr>
              <a:t>controls:</a:t>
            </a:r>
            <a:r>
              <a:rPr sz="2750" spc="-320" dirty="0">
                <a:latin typeface="Tahoma"/>
                <a:cs typeface="Tahoma"/>
              </a:rPr>
              <a:t> </a:t>
            </a:r>
            <a:r>
              <a:rPr sz="2750" spc="-165" dirty="0">
                <a:latin typeface="Tahoma"/>
                <a:cs typeface="Tahoma"/>
              </a:rPr>
              <a:t>Thuộc</a:t>
            </a:r>
            <a:r>
              <a:rPr sz="2750" spc="-310" dirty="0">
                <a:latin typeface="Tahoma"/>
                <a:cs typeface="Tahoma"/>
              </a:rPr>
              <a:t> </a:t>
            </a:r>
            <a:r>
              <a:rPr sz="2750" spc="-110" dirty="0">
                <a:latin typeface="Tahoma"/>
                <a:cs typeface="Tahoma"/>
              </a:rPr>
              <a:t>tính</a:t>
            </a:r>
            <a:r>
              <a:rPr sz="2750" spc="-310" dirty="0">
                <a:latin typeface="Tahoma"/>
                <a:cs typeface="Tahoma"/>
              </a:rPr>
              <a:t> </a:t>
            </a:r>
            <a:r>
              <a:rPr sz="2750" spc="-130" dirty="0">
                <a:latin typeface="Tahoma"/>
                <a:cs typeface="Tahoma"/>
              </a:rPr>
              <a:t>điều</a:t>
            </a:r>
            <a:r>
              <a:rPr sz="2750" spc="-315" dirty="0">
                <a:latin typeface="Tahoma"/>
                <a:cs typeface="Tahoma"/>
              </a:rPr>
              <a:t> </a:t>
            </a:r>
            <a:r>
              <a:rPr sz="2750" spc="-130" dirty="0">
                <a:latin typeface="Tahoma"/>
                <a:cs typeface="Tahoma"/>
              </a:rPr>
              <a:t>khiển,</a:t>
            </a:r>
            <a:r>
              <a:rPr sz="2750" spc="-315" dirty="0">
                <a:latin typeface="Tahoma"/>
                <a:cs typeface="Tahoma"/>
              </a:rPr>
              <a:t> </a:t>
            </a:r>
            <a:r>
              <a:rPr sz="2750" spc="-170" dirty="0">
                <a:latin typeface="Tahoma"/>
                <a:cs typeface="Tahoma"/>
              </a:rPr>
              <a:t>như</a:t>
            </a:r>
            <a:r>
              <a:rPr sz="2750" spc="-315" dirty="0">
                <a:latin typeface="Tahoma"/>
                <a:cs typeface="Tahoma"/>
              </a:rPr>
              <a:t> </a:t>
            </a:r>
            <a:r>
              <a:rPr sz="2750" spc="-40" dirty="0">
                <a:latin typeface="Tahoma"/>
                <a:cs typeface="Tahoma"/>
              </a:rPr>
              <a:t>là</a:t>
            </a:r>
            <a:r>
              <a:rPr sz="2750" spc="-320" dirty="0">
                <a:latin typeface="Tahoma"/>
                <a:cs typeface="Tahoma"/>
              </a:rPr>
              <a:t> </a:t>
            </a:r>
            <a:r>
              <a:rPr sz="2750" spc="-130" dirty="0">
                <a:latin typeface="Tahoma"/>
                <a:cs typeface="Tahoma"/>
              </a:rPr>
              <a:t>bật,</a:t>
            </a:r>
            <a:r>
              <a:rPr sz="2750" spc="-305" dirty="0">
                <a:latin typeface="Tahoma"/>
                <a:cs typeface="Tahoma"/>
              </a:rPr>
              <a:t> </a:t>
            </a:r>
            <a:r>
              <a:rPr sz="2750" spc="-135" dirty="0">
                <a:latin typeface="Tahoma"/>
                <a:cs typeface="Tahoma"/>
              </a:rPr>
              <a:t>tạm</a:t>
            </a:r>
            <a:r>
              <a:rPr sz="2750" spc="-315" dirty="0">
                <a:latin typeface="Tahoma"/>
                <a:cs typeface="Tahoma"/>
              </a:rPr>
              <a:t> </a:t>
            </a:r>
            <a:r>
              <a:rPr sz="2750" spc="-180" dirty="0">
                <a:latin typeface="Tahoma"/>
                <a:cs typeface="Tahoma"/>
              </a:rPr>
              <a:t>dừng,</a:t>
            </a:r>
            <a:r>
              <a:rPr sz="2750" spc="-320" dirty="0">
                <a:latin typeface="Tahoma"/>
                <a:cs typeface="Tahoma"/>
              </a:rPr>
              <a:t> </a:t>
            </a:r>
            <a:r>
              <a:rPr sz="2750" spc="-140" dirty="0">
                <a:latin typeface="Tahoma"/>
                <a:cs typeface="Tahoma"/>
              </a:rPr>
              <a:t>âm</a:t>
            </a:r>
            <a:r>
              <a:rPr sz="2750" spc="-305" dirty="0">
                <a:latin typeface="Tahoma"/>
                <a:cs typeface="Tahoma"/>
              </a:rPr>
              <a:t> </a:t>
            </a:r>
            <a:r>
              <a:rPr sz="2750" spc="-10" dirty="0">
                <a:latin typeface="Tahoma"/>
                <a:cs typeface="Tahoma"/>
              </a:rPr>
              <a:t>lượng</a:t>
            </a:r>
            <a:endParaRPr sz="2750">
              <a:latin typeface="Tahoma"/>
              <a:cs typeface="Tahoma"/>
            </a:endParaRPr>
          </a:p>
          <a:p>
            <a:pPr marL="2085340" lvl="2" indent="-419100">
              <a:lnSpc>
                <a:spcPct val="100000"/>
              </a:lnSpc>
              <a:spcBef>
                <a:spcPts val="985"/>
              </a:spcBef>
              <a:buSzPct val="44000"/>
              <a:buChar char="•"/>
              <a:tabLst>
                <a:tab pos="2084705" algn="l"/>
              </a:tabLst>
            </a:pPr>
            <a:r>
              <a:rPr sz="2750" spc="-120" dirty="0">
                <a:latin typeface="Tahoma"/>
                <a:cs typeface="Tahoma"/>
              </a:rPr>
              <a:t>loop:</a:t>
            </a:r>
            <a:r>
              <a:rPr sz="2750" spc="-325" dirty="0">
                <a:latin typeface="Tahoma"/>
                <a:cs typeface="Tahoma"/>
              </a:rPr>
              <a:t> </a:t>
            </a:r>
            <a:r>
              <a:rPr sz="2750" spc="-125" dirty="0">
                <a:latin typeface="Tahoma"/>
                <a:cs typeface="Tahoma"/>
              </a:rPr>
              <a:t>Lặp</a:t>
            </a:r>
            <a:r>
              <a:rPr sz="2750" spc="-325" dirty="0">
                <a:latin typeface="Tahoma"/>
                <a:cs typeface="Tahoma"/>
              </a:rPr>
              <a:t> </a:t>
            </a:r>
            <a:r>
              <a:rPr sz="2750" spc="-40" dirty="0">
                <a:latin typeface="Tahoma"/>
                <a:cs typeface="Tahoma"/>
              </a:rPr>
              <a:t>lại</a:t>
            </a:r>
            <a:r>
              <a:rPr sz="2750" spc="-325" dirty="0">
                <a:latin typeface="Tahoma"/>
                <a:cs typeface="Tahoma"/>
              </a:rPr>
              <a:t> </a:t>
            </a:r>
            <a:r>
              <a:rPr sz="2750" spc="-10" dirty="0">
                <a:latin typeface="Tahoma"/>
                <a:cs typeface="Tahoma"/>
              </a:rPr>
              <a:t>audio</a:t>
            </a:r>
            <a:endParaRPr sz="2750">
              <a:latin typeface="Tahoma"/>
              <a:cs typeface="Tahoma"/>
            </a:endParaRPr>
          </a:p>
          <a:p>
            <a:pPr marL="2085340" lvl="2" indent="-419100">
              <a:lnSpc>
                <a:spcPct val="100000"/>
              </a:lnSpc>
              <a:spcBef>
                <a:spcPts val="990"/>
              </a:spcBef>
              <a:buSzPct val="44000"/>
              <a:buChar char="•"/>
              <a:tabLst>
                <a:tab pos="2084705" algn="l"/>
              </a:tabLst>
            </a:pPr>
            <a:r>
              <a:rPr sz="2750" spc="-114" dirty="0">
                <a:latin typeface="Tahoma"/>
                <a:cs typeface="Tahoma"/>
              </a:rPr>
              <a:t>src:</a:t>
            </a:r>
            <a:r>
              <a:rPr sz="2750" spc="-330" dirty="0">
                <a:latin typeface="Tahoma"/>
                <a:cs typeface="Tahoma"/>
              </a:rPr>
              <a:t> </a:t>
            </a:r>
            <a:r>
              <a:rPr sz="2750" spc="-200" dirty="0">
                <a:latin typeface="Tahoma"/>
                <a:cs typeface="Tahoma"/>
              </a:rPr>
              <a:t>Đường</a:t>
            </a:r>
            <a:r>
              <a:rPr sz="2750" spc="-325" dirty="0">
                <a:latin typeface="Tahoma"/>
                <a:cs typeface="Tahoma"/>
              </a:rPr>
              <a:t> </a:t>
            </a:r>
            <a:r>
              <a:rPr sz="2750" spc="-120" dirty="0">
                <a:latin typeface="Tahoma"/>
                <a:cs typeface="Tahoma"/>
              </a:rPr>
              <a:t>dẫn</a:t>
            </a:r>
            <a:r>
              <a:rPr sz="2750" spc="-325" dirty="0">
                <a:latin typeface="Tahoma"/>
                <a:cs typeface="Tahoma"/>
              </a:rPr>
              <a:t> </a:t>
            </a:r>
            <a:r>
              <a:rPr sz="2750" spc="-10" dirty="0">
                <a:latin typeface="Tahoma"/>
                <a:cs typeface="Tahoma"/>
              </a:rPr>
              <a:t>audio</a:t>
            </a:r>
            <a:endParaRPr sz="2750">
              <a:latin typeface="Tahoma"/>
              <a:cs typeface="Tahoma"/>
            </a:endParaRPr>
          </a:p>
          <a:p>
            <a:pPr marL="2085340" lvl="2" indent="-419100">
              <a:lnSpc>
                <a:spcPct val="100000"/>
              </a:lnSpc>
              <a:spcBef>
                <a:spcPts val="985"/>
              </a:spcBef>
              <a:buSzPct val="44000"/>
              <a:buChar char="•"/>
              <a:tabLst>
                <a:tab pos="2084705" algn="l"/>
              </a:tabLst>
            </a:pPr>
            <a:r>
              <a:rPr sz="2750" spc="-185" dirty="0">
                <a:latin typeface="Tahoma"/>
                <a:cs typeface="Tahoma"/>
              </a:rPr>
              <a:t>type:</a:t>
            </a:r>
            <a:r>
              <a:rPr sz="2750" spc="-325" dirty="0">
                <a:latin typeface="Tahoma"/>
                <a:cs typeface="Tahoma"/>
              </a:rPr>
              <a:t> </a:t>
            </a:r>
            <a:r>
              <a:rPr sz="2750" spc="-125" dirty="0">
                <a:latin typeface="Tahoma"/>
                <a:cs typeface="Tahoma"/>
              </a:rPr>
              <a:t>Kiểu</a:t>
            </a:r>
            <a:r>
              <a:rPr sz="2750" spc="-325" dirty="0">
                <a:latin typeface="Tahoma"/>
                <a:cs typeface="Tahoma"/>
              </a:rPr>
              <a:t> </a:t>
            </a:r>
            <a:r>
              <a:rPr sz="2750" spc="-125" dirty="0">
                <a:latin typeface="Tahoma"/>
                <a:cs typeface="Tahoma"/>
              </a:rPr>
              <a:t>video</a:t>
            </a:r>
            <a:r>
              <a:rPr sz="2750" spc="-320" dirty="0">
                <a:latin typeface="Tahoma"/>
                <a:cs typeface="Tahoma"/>
              </a:rPr>
              <a:t> </a:t>
            </a:r>
            <a:r>
              <a:rPr sz="2750" spc="-155" dirty="0">
                <a:latin typeface="Tahoma"/>
                <a:cs typeface="Tahoma"/>
              </a:rPr>
              <a:t>(Ví</a:t>
            </a:r>
            <a:r>
              <a:rPr sz="2750" spc="-325" dirty="0">
                <a:latin typeface="Tahoma"/>
                <a:cs typeface="Tahoma"/>
              </a:rPr>
              <a:t> </a:t>
            </a:r>
            <a:r>
              <a:rPr sz="2750" spc="-185" dirty="0">
                <a:latin typeface="Tahoma"/>
                <a:cs typeface="Tahoma"/>
              </a:rPr>
              <a:t>dụ:</a:t>
            </a:r>
            <a:r>
              <a:rPr sz="2750" spc="-315" dirty="0">
                <a:latin typeface="Tahoma"/>
                <a:cs typeface="Tahoma"/>
              </a:rPr>
              <a:t> </a:t>
            </a:r>
            <a:r>
              <a:rPr sz="2750" spc="-190" dirty="0">
                <a:latin typeface="Tahoma"/>
                <a:cs typeface="Tahoma"/>
              </a:rPr>
              <a:t>mpeg</a:t>
            </a:r>
            <a:r>
              <a:rPr sz="2750" spc="-305" dirty="0">
                <a:latin typeface="Tahoma"/>
                <a:cs typeface="Tahoma"/>
              </a:rPr>
              <a:t> </a:t>
            </a:r>
            <a:r>
              <a:rPr sz="2750" spc="-160" dirty="0">
                <a:latin typeface="Tahoma"/>
                <a:cs typeface="Tahoma"/>
              </a:rPr>
              <a:t>-</a:t>
            </a:r>
            <a:r>
              <a:rPr sz="2750" spc="-325" dirty="0">
                <a:latin typeface="Tahoma"/>
                <a:cs typeface="Tahoma"/>
              </a:rPr>
              <a:t> </a:t>
            </a:r>
            <a:r>
              <a:rPr sz="2750" spc="-40" dirty="0">
                <a:latin typeface="Tahoma"/>
                <a:cs typeface="Tahoma"/>
              </a:rPr>
              <a:t>là</a:t>
            </a:r>
            <a:r>
              <a:rPr sz="2750" spc="-325" dirty="0">
                <a:latin typeface="Tahoma"/>
                <a:cs typeface="Tahoma"/>
              </a:rPr>
              <a:t> </a:t>
            </a:r>
            <a:r>
              <a:rPr sz="2750" spc="-150" dirty="0">
                <a:latin typeface="Tahoma"/>
                <a:cs typeface="Tahoma"/>
              </a:rPr>
              <a:t>mp3,</a:t>
            </a:r>
            <a:r>
              <a:rPr sz="2750" spc="-325" dirty="0">
                <a:latin typeface="Tahoma"/>
                <a:cs typeface="Tahoma"/>
              </a:rPr>
              <a:t> </a:t>
            </a:r>
            <a:r>
              <a:rPr sz="2750" spc="-210" dirty="0">
                <a:latin typeface="Tahoma"/>
                <a:cs typeface="Tahoma"/>
              </a:rPr>
              <a:t>ogg,</a:t>
            </a:r>
            <a:r>
              <a:rPr sz="2750" spc="-325" dirty="0">
                <a:latin typeface="Tahoma"/>
                <a:cs typeface="Tahoma"/>
              </a:rPr>
              <a:t> </a:t>
            </a:r>
            <a:r>
              <a:rPr sz="2750" spc="-175" dirty="0">
                <a:latin typeface="Tahoma"/>
                <a:cs typeface="Tahoma"/>
              </a:rPr>
              <a:t>webm,</a:t>
            </a:r>
            <a:r>
              <a:rPr sz="2750" spc="-325" dirty="0">
                <a:latin typeface="Tahoma"/>
                <a:cs typeface="Tahoma"/>
              </a:rPr>
              <a:t> </a:t>
            </a:r>
            <a:r>
              <a:rPr sz="2750" spc="-10" dirty="0">
                <a:latin typeface="Tahoma"/>
                <a:cs typeface="Tahoma"/>
              </a:rPr>
              <a:t>wav).</a:t>
            </a:r>
            <a:endParaRPr sz="275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484" dirty="0"/>
              <a:t>CHƯƠNG</a:t>
            </a:r>
            <a:r>
              <a:rPr spc="-580" dirty="0"/>
              <a:t> </a:t>
            </a:r>
            <a:r>
              <a:rPr spc="-919" dirty="0"/>
              <a:t>II:</a:t>
            </a:r>
            <a:r>
              <a:rPr spc="-575" dirty="0"/>
              <a:t> </a:t>
            </a:r>
            <a:r>
              <a:rPr spc="-715" dirty="0"/>
              <a:t>HTML</a:t>
            </a:r>
            <a:r>
              <a:rPr spc="-585" dirty="0"/>
              <a:t> </a:t>
            </a:r>
            <a:r>
              <a:rPr spc="-905" dirty="0"/>
              <a:t>&amp;</a:t>
            </a:r>
            <a:r>
              <a:rPr spc="-580" dirty="0"/>
              <a:t> </a:t>
            </a:r>
            <a:r>
              <a:rPr spc="-715" dirty="0"/>
              <a:t>HTML5</a:t>
            </a:r>
            <a:endParaRPr spc="-715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  <p:sp>
        <p:nvSpPr>
          <p:cNvPr id="8" name="object 13"/>
          <p:cNvSpPr txBox="1">
            <a:spLocks noGrp="1"/>
          </p:cNvSpPr>
          <p:nvPr>
            <p:ph type="dt" sz="half" idx="6"/>
          </p:nvPr>
        </p:nvSpPr>
        <p:spPr>
          <a:xfrm>
            <a:off x="601345" y="10674350"/>
            <a:ext cx="5245100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85" dirty="0">
                <a:solidFill>
                  <a:schemeClr val="tx1"/>
                </a:solidFill>
              </a:rPr>
              <a:t>THIẾT </a:t>
            </a:r>
            <a:r>
              <a:rPr spc="-110" dirty="0">
                <a:solidFill>
                  <a:schemeClr val="tx1"/>
                </a:solidFill>
              </a:rPr>
              <a:t>KẾ</a:t>
            </a:r>
            <a:r>
              <a:rPr spc="-190" dirty="0">
                <a:solidFill>
                  <a:schemeClr val="tx1"/>
                </a:solidFill>
              </a:rPr>
              <a:t> </a:t>
            </a:r>
            <a:r>
              <a:rPr spc="-110" dirty="0">
                <a:solidFill>
                  <a:schemeClr val="tx1"/>
                </a:solidFill>
              </a:rPr>
              <a:t>WEB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VÀ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45" dirty="0">
                <a:solidFill>
                  <a:schemeClr val="tx1"/>
                </a:solidFill>
              </a:rPr>
              <a:t>TRIỂN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KHAI</a:t>
            </a:r>
            <a:r>
              <a:rPr spc="-200" dirty="0">
                <a:solidFill>
                  <a:schemeClr val="tx1"/>
                </a:solidFill>
              </a:rPr>
              <a:t> </a:t>
            </a:r>
            <a:r>
              <a:rPr spc="-80" dirty="0">
                <a:solidFill>
                  <a:schemeClr val="tx1"/>
                </a:solidFill>
              </a:rPr>
              <a:t>HỆ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95" dirty="0">
                <a:solidFill>
                  <a:schemeClr val="tx1"/>
                </a:solidFill>
              </a:rPr>
              <a:t>THỐNG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75" dirty="0">
                <a:solidFill>
                  <a:schemeClr val="tx1"/>
                </a:solidFill>
              </a:rPr>
              <a:t>PHẦN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25" dirty="0">
                <a:solidFill>
                  <a:schemeClr val="tx1"/>
                </a:solidFill>
              </a:rPr>
              <a:t>MỀM</a:t>
            </a:r>
            <a:endParaRPr spc="-20" dirty="0">
              <a:solidFill>
                <a:schemeClr val="tx1"/>
              </a:solidFill>
            </a:endParaRPr>
          </a:p>
        </p:txBody>
      </p:sp>
      <p:sp>
        <p:nvSpPr>
          <p:cNvPr id="9" name="object 6"/>
          <p:cNvSpPr/>
          <p:nvPr/>
        </p:nvSpPr>
        <p:spPr>
          <a:xfrm>
            <a:off x="523544" y="10447221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8063A1"/>
            </a:solidFill>
          </a:ln>
        </p:spPr>
        <p:txBody>
          <a:bodyPr wrap="square" lIns="0" tIns="0" rIns="0" bIns="0" rtlCol="0"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71926" y="2201978"/>
            <a:ext cx="9552239" cy="2845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55790" y="2237620"/>
            <a:ext cx="17941290" cy="7200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36750">
              <a:lnSpc>
                <a:spcPct val="100000"/>
              </a:lnSpc>
              <a:spcBef>
                <a:spcPts val="100"/>
              </a:spcBef>
            </a:pPr>
            <a:r>
              <a:rPr sz="3600" b="1" spc="-465" dirty="0">
                <a:latin typeface="Tahoma"/>
                <a:cs typeface="Tahoma"/>
              </a:rPr>
              <a:t>2.3</a:t>
            </a:r>
            <a:r>
              <a:rPr sz="3600" b="1" spc="-495" dirty="0">
                <a:latin typeface="Tahoma"/>
                <a:cs typeface="Tahoma"/>
              </a:rPr>
              <a:t> </a:t>
            </a:r>
            <a:r>
              <a:rPr sz="3600" b="1" spc="-265" dirty="0">
                <a:latin typeface="Tahoma"/>
                <a:cs typeface="Tahoma"/>
              </a:rPr>
              <a:t>Các</a:t>
            </a:r>
            <a:r>
              <a:rPr sz="3600" b="1" spc="-490" dirty="0">
                <a:latin typeface="Tahoma"/>
                <a:cs typeface="Tahoma"/>
              </a:rPr>
              <a:t> </a:t>
            </a:r>
            <a:r>
              <a:rPr sz="3600" b="1" spc="-459" dirty="0">
                <a:latin typeface="Tahoma"/>
                <a:cs typeface="Tahoma"/>
              </a:rPr>
              <a:t>thẻ</a:t>
            </a:r>
            <a:r>
              <a:rPr sz="3600" b="1" spc="-495" dirty="0">
                <a:latin typeface="Tahoma"/>
                <a:cs typeface="Tahoma"/>
              </a:rPr>
              <a:t> </a:t>
            </a:r>
            <a:r>
              <a:rPr sz="3600" b="1" spc="-630" dirty="0">
                <a:latin typeface="Tahoma"/>
                <a:cs typeface="Tahoma"/>
              </a:rPr>
              <a:t>HTML</a:t>
            </a:r>
            <a:r>
              <a:rPr sz="3600" b="1" spc="-490" dirty="0">
                <a:latin typeface="Tahoma"/>
                <a:cs typeface="Tahoma"/>
              </a:rPr>
              <a:t> </a:t>
            </a:r>
            <a:r>
              <a:rPr sz="3600" b="1" spc="-545" dirty="0">
                <a:latin typeface="Tahoma"/>
                <a:cs typeface="Tahoma"/>
              </a:rPr>
              <a:t>thông</a:t>
            </a:r>
            <a:r>
              <a:rPr sz="3600" b="1" spc="-500" dirty="0">
                <a:latin typeface="Tahoma"/>
                <a:cs typeface="Tahoma"/>
              </a:rPr>
              <a:t> </a:t>
            </a:r>
            <a:r>
              <a:rPr sz="3600" b="1" spc="-580" dirty="0">
                <a:latin typeface="Tahoma"/>
                <a:cs typeface="Tahoma"/>
              </a:rPr>
              <a:t>dụng</a:t>
            </a:r>
            <a:endParaRPr sz="3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740"/>
              </a:spcBef>
            </a:pPr>
            <a:endParaRPr sz="3600">
              <a:latin typeface="Tahoma"/>
              <a:cs typeface="Tahoma"/>
            </a:endParaRPr>
          </a:p>
          <a:p>
            <a:pPr marL="641985" indent="-629285">
              <a:lnSpc>
                <a:spcPct val="100000"/>
              </a:lnSpc>
              <a:buSzPct val="60000"/>
              <a:buFont typeface="Wingdings"/>
              <a:buChar char=""/>
              <a:tabLst>
                <a:tab pos="641985" algn="l"/>
              </a:tabLst>
            </a:pPr>
            <a:r>
              <a:rPr sz="2400" b="1" dirty="0">
                <a:latin typeface="Arial" panose="020B0604020202020204"/>
                <a:cs typeface="Arial" panose="020B0604020202020204"/>
              </a:rPr>
              <a:t>Thẻ</a:t>
            </a:r>
            <a:r>
              <a:rPr sz="240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2400" b="1" spc="-10" dirty="0">
                <a:latin typeface="Arial" panose="020B0604020202020204"/>
                <a:cs typeface="Arial" panose="020B0604020202020204"/>
              </a:rPr>
              <a:t>audio: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1331595" lvl="1" indent="-525145">
              <a:lnSpc>
                <a:spcPct val="100000"/>
              </a:lnSpc>
              <a:spcBef>
                <a:spcPts val="1995"/>
              </a:spcBef>
              <a:buSzPct val="27000"/>
              <a:buChar char="•"/>
              <a:tabLst>
                <a:tab pos="1331595" algn="l"/>
              </a:tabLst>
            </a:pPr>
            <a:r>
              <a:rPr sz="3600" spc="-245" dirty="0">
                <a:latin typeface="Tahoma"/>
                <a:cs typeface="Tahoma"/>
              </a:rPr>
              <a:t>Thuộc</a:t>
            </a:r>
            <a:r>
              <a:rPr sz="3600" spc="-520" dirty="0">
                <a:latin typeface="Tahoma"/>
                <a:cs typeface="Tahoma"/>
              </a:rPr>
              <a:t> </a:t>
            </a:r>
            <a:r>
              <a:rPr sz="3600" spc="-25" dirty="0">
                <a:latin typeface="Tahoma"/>
                <a:cs typeface="Tahoma"/>
              </a:rPr>
              <a:t>tính:</a:t>
            </a:r>
            <a:endParaRPr sz="3600">
              <a:latin typeface="Tahoma"/>
              <a:cs typeface="Tahoma"/>
            </a:endParaRPr>
          </a:p>
          <a:p>
            <a:pPr marL="2085340" lvl="2" indent="-419100">
              <a:lnSpc>
                <a:spcPct val="100000"/>
              </a:lnSpc>
              <a:spcBef>
                <a:spcPts val="1975"/>
              </a:spcBef>
              <a:buSzPct val="32000"/>
              <a:buChar char="•"/>
              <a:tabLst>
                <a:tab pos="2084705" algn="l"/>
              </a:tabLst>
            </a:pPr>
            <a:r>
              <a:rPr sz="3200" spc="-170" dirty="0">
                <a:latin typeface="Tahoma"/>
                <a:cs typeface="Tahoma"/>
              </a:rPr>
              <a:t>autoplay:</a:t>
            </a:r>
            <a:r>
              <a:rPr sz="3200" spc="-430" dirty="0">
                <a:latin typeface="Tahoma"/>
                <a:cs typeface="Tahoma"/>
              </a:rPr>
              <a:t> </a:t>
            </a:r>
            <a:r>
              <a:rPr sz="3200" spc="-380" dirty="0">
                <a:latin typeface="Tahoma"/>
                <a:cs typeface="Tahoma"/>
              </a:rPr>
              <a:t>Tự</a:t>
            </a:r>
            <a:r>
              <a:rPr sz="3200" spc="-430" dirty="0">
                <a:latin typeface="Tahoma"/>
                <a:cs typeface="Tahoma"/>
              </a:rPr>
              <a:t> </a:t>
            </a:r>
            <a:r>
              <a:rPr sz="3200" spc="-235" dirty="0">
                <a:latin typeface="Tahoma"/>
                <a:cs typeface="Tahoma"/>
              </a:rPr>
              <a:t>động</a:t>
            </a:r>
            <a:r>
              <a:rPr sz="3200" spc="-425" dirty="0">
                <a:latin typeface="Tahoma"/>
                <a:cs typeface="Tahoma"/>
              </a:rPr>
              <a:t> </a:t>
            </a:r>
            <a:r>
              <a:rPr sz="3200" spc="-160" dirty="0">
                <a:latin typeface="Tahoma"/>
                <a:cs typeface="Tahoma"/>
              </a:rPr>
              <a:t>phát</a:t>
            </a:r>
            <a:r>
              <a:rPr sz="3200" spc="-43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audio</a:t>
            </a:r>
            <a:endParaRPr sz="3200">
              <a:latin typeface="Tahoma"/>
              <a:cs typeface="Tahoma"/>
            </a:endParaRPr>
          </a:p>
          <a:p>
            <a:pPr marL="2085340" lvl="2" indent="-419100">
              <a:lnSpc>
                <a:spcPct val="100000"/>
              </a:lnSpc>
              <a:spcBef>
                <a:spcPts val="1840"/>
              </a:spcBef>
              <a:buSzPct val="32000"/>
              <a:buChar char="•"/>
              <a:tabLst>
                <a:tab pos="2084705" algn="l"/>
              </a:tabLst>
            </a:pPr>
            <a:r>
              <a:rPr sz="3200" spc="-204" dirty="0">
                <a:latin typeface="Tahoma"/>
                <a:cs typeface="Tahoma"/>
              </a:rPr>
              <a:t>muted:</a:t>
            </a:r>
            <a:r>
              <a:rPr sz="3200" spc="-445" dirty="0">
                <a:latin typeface="Tahoma"/>
                <a:cs typeface="Tahoma"/>
              </a:rPr>
              <a:t> </a:t>
            </a:r>
            <a:r>
              <a:rPr sz="3200" spc="-355" dirty="0">
                <a:latin typeface="Tahoma"/>
                <a:cs typeface="Tahoma"/>
              </a:rPr>
              <a:t>Tắt</a:t>
            </a:r>
            <a:r>
              <a:rPr sz="3200" spc="-44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tiếng</a:t>
            </a:r>
            <a:endParaRPr sz="3200">
              <a:latin typeface="Tahoma"/>
              <a:cs typeface="Tahoma"/>
            </a:endParaRPr>
          </a:p>
          <a:p>
            <a:pPr marL="1331595" lvl="1" indent="-525145">
              <a:lnSpc>
                <a:spcPct val="100000"/>
              </a:lnSpc>
              <a:spcBef>
                <a:spcPts val="1970"/>
              </a:spcBef>
              <a:buSzPct val="27000"/>
              <a:buChar char="•"/>
              <a:tabLst>
                <a:tab pos="1331595" algn="l"/>
              </a:tabLst>
            </a:pPr>
            <a:r>
              <a:rPr sz="3600" spc="-229" dirty="0">
                <a:latin typeface="Tahoma"/>
                <a:cs typeface="Tahoma"/>
              </a:rPr>
              <a:t>Lưu</a:t>
            </a:r>
            <a:r>
              <a:rPr sz="3600" spc="-535" dirty="0">
                <a:latin typeface="Tahoma"/>
                <a:cs typeface="Tahoma"/>
              </a:rPr>
              <a:t> </a:t>
            </a:r>
            <a:r>
              <a:rPr sz="3600" spc="-425" dirty="0">
                <a:latin typeface="Tahoma"/>
                <a:cs typeface="Tahoma"/>
              </a:rPr>
              <a:t>ý:</a:t>
            </a:r>
            <a:endParaRPr sz="3600">
              <a:latin typeface="Tahoma"/>
              <a:cs typeface="Tahoma"/>
            </a:endParaRPr>
          </a:p>
          <a:p>
            <a:pPr marL="2085340" lvl="2" indent="-419100">
              <a:lnSpc>
                <a:spcPct val="100000"/>
              </a:lnSpc>
              <a:spcBef>
                <a:spcPts val="1975"/>
              </a:spcBef>
              <a:buSzPct val="32000"/>
              <a:buChar char="•"/>
              <a:tabLst>
                <a:tab pos="2084705" algn="l"/>
              </a:tabLst>
            </a:pPr>
            <a:r>
              <a:rPr sz="3200" spc="-180" dirty="0">
                <a:latin typeface="Tahoma"/>
                <a:cs typeface="Tahoma"/>
              </a:rPr>
              <a:t>Đoạn</a:t>
            </a:r>
            <a:r>
              <a:rPr sz="3200" spc="-440" dirty="0">
                <a:latin typeface="Tahoma"/>
                <a:cs typeface="Tahoma"/>
              </a:rPr>
              <a:t> </a:t>
            </a:r>
            <a:r>
              <a:rPr sz="3200" spc="-220" dirty="0">
                <a:latin typeface="Tahoma"/>
                <a:cs typeface="Tahoma"/>
              </a:rPr>
              <a:t>văn</a:t>
            </a:r>
            <a:r>
              <a:rPr sz="3200" spc="-434" dirty="0">
                <a:latin typeface="Tahoma"/>
                <a:cs typeface="Tahoma"/>
              </a:rPr>
              <a:t> </a:t>
            </a:r>
            <a:r>
              <a:rPr sz="3200" spc="-150" dirty="0">
                <a:latin typeface="Tahoma"/>
                <a:cs typeface="Tahoma"/>
              </a:rPr>
              <a:t>bản</a:t>
            </a:r>
            <a:r>
              <a:rPr sz="3200" spc="-434" dirty="0">
                <a:latin typeface="Tahoma"/>
                <a:cs typeface="Tahoma"/>
              </a:rPr>
              <a:t> </a:t>
            </a:r>
            <a:r>
              <a:rPr sz="3200" spc="-175" dirty="0">
                <a:latin typeface="Tahoma"/>
                <a:cs typeface="Tahoma"/>
              </a:rPr>
              <a:t>ở</a:t>
            </a:r>
            <a:r>
              <a:rPr sz="3200" spc="-434" dirty="0">
                <a:latin typeface="Tahoma"/>
                <a:cs typeface="Tahoma"/>
              </a:rPr>
              <a:t> </a:t>
            </a:r>
            <a:r>
              <a:rPr sz="3200" spc="-220" dirty="0">
                <a:latin typeface="Tahoma"/>
                <a:cs typeface="Tahoma"/>
              </a:rPr>
              <a:t>trong</a:t>
            </a:r>
            <a:r>
              <a:rPr sz="3200" spc="-434" dirty="0">
                <a:latin typeface="Tahoma"/>
                <a:cs typeface="Tahoma"/>
              </a:rPr>
              <a:t> </a:t>
            </a:r>
            <a:r>
              <a:rPr sz="3200" spc="-170" dirty="0">
                <a:latin typeface="Tahoma"/>
                <a:cs typeface="Tahoma"/>
              </a:rPr>
              <a:t>thẻ</a:t>
            </a:r>
            <a:r>
              <a:rPr sz="3200" spc="-434" dirty="0">
                <a:latin typeface="Tahoma"/>
                <a:cs typeface="Tahoma"/>
              </a:rPr>
              <a:t> </a:t>
            </a:r>
            <a:r>
              <a:rPr sz="3200" spc="-114" dirty="0">
                <a:latin typeface="Tahoma"/>
                <a:cs typeface="Tahoma"/>
              </a:rPr>
              <a:t>audio</a:t>
            </a:r>
            <a:r>
              <a:rPr sz="3200" spc="-434" dirty="0">
                <a:latin typeface="Tahoma"/>
                <a:cs typeface="Tahoma"/>
              </a:rPr>
              <a:t> </a:t>
            </a:r>
            <a:r>
              <a:rPr sz="3200" spc="-80" dirty="0">
                <a:latin typeface="Tahoma"/>
                <a:cs typeface="Tahoma"/>
              </a:rPr>
              <a:t>sẽ</a:t>
            </a:r>
            <a:r>
              <a:rPr sz="3200" spc="-434" dirty="0">
                <a:latin typeface="Tahoma"/>
                <a:cs typeface="Tahoma"/>
              </a:rPr>
              <a:t> </a:t>
            </a:r>
            <a:r>
              <a:rPr sz="3200" spc="-55" dirty="0">
                <a:latin typeface="Tahoma"/>
                <a:cs typeface="Tahoma"/>
              </a:rPr>
              <a:t>chỉ</a:t>
            </a:r>
            <a:r>
              <a:rPr sz="3200" spc="-425" dirty="0">
                <a:latin typeface="Tahoma"/>
                <a:cs typeface="Tahoma"/>
              </a:rPr>
              <a:t> </a:t>
            </a:r>
            <a:r>
              <a:rPr sz="3200" spc="-130" dirty="0">
                <a:latin typeface="Tahoma"/>
                <a:cs typeface="Tahoma"/>
              </a:rPr>
              <a:t>hiển</a:t>
            </a:r>
            <a:r>
              <a:rPr sz="3200" spc="-434" dirty="0">
                <a:latin typeface="Tahoma"/>
                <a:cs typeface="Tahoma"/>
              </a:rPr>
              <a:t> </a:t>
            </a:r>
            <a:r>
              <a:rPr sz="3200" spc="-120" dirty="0">
                <a:latin typeface="Tahoma"/>
                <a:cs typeface="Tahoma"/>
              </a:rPr>
              <a:t>thị</a:t>
            </a:r>
            <a:r>
              <a:rPr sz="3200" spc="-434" dirty="0">
                <a:latin typeface="Tahoma"/>
                <a:cs typeface="Tahoma"/>
              </a:rPr>
              <a:t> </a:t>
            </a:r>
            <a:r>
              <a:rPr sz="3200" spc="-130" dirty="0">
                <a:latin typeface="Tahoma"/>
                <a:cs typeface="Tahoma"/>
              </a:rPr>
              <a:t>khi</a:t>
            </a:r>
            <a:r>
              <a:rPr sz="3200" spc="-434" dirty="0">
                <a:latin typeface="Tahoma"/>
                <a:cs typeface="Tahoma"/>
              </a:rPr>
              <a:t> </a:t>
            </a:r>
            <a:r>
              <a:rPr sz="3200" spc="-145" dirty="0">
                <a:latin typeface="Tahoma"/>
                <a:cs typeface="Tahoma"/>
              </a:rPr>
              <a:t>trình</a:t>
            </a:r>
            <a:r>
              <a:rPr sz="3200" spc="-434" dirty="0">
                <a:latin typeface="Tahoma"/>
                <a:cs typeface="Tahoma"/>
              </a:rPr>
              <a:t> </a:t>
            </a:r>
            <a:r>
              <a:rPr sz="3200" spc="-180" dirty="0">
                <a:latin typeface="Tahoma"/>
                <a:cs typeface="Tahoma"/>
              </a:rPr>
              <a:t>duyệt</a:t>
            </a:r>
            <a:r>
              <a:rPr sz="3200" spc="-434" dirty="0">
                <a:latin typeface="Tahoma"/>
                <a:cs typeface="Tahoma"/>
              </a:rPr>
              <a:t> </a:t>
            </a:r>
            <a:r>
              <a:rPr sz="3200" spc="-210" dirty="0">
                <a:latin typeface="Tahoma"/>
                <a:cs typeface="Tahoma"/>
              </a:rPr>
              <a:t>không</a:t>
            </a:r>
            <a:r>
              <a:rPr sz="3200" spc="-425" dirty="0">
                <a:latin typeface="Tahoma"/>
                <a:cs typeface="Tahoma"/>
              </a:rPr>
              <a:t> </a:t>
            </a:r>
            <a:r>
              <a:rPr sz="3200" spc="-170" dirty="0">
                <a:latin typeface="Tahoma"/>
                <a:cs typeface="Tahoma"/>
              </a:rPr>
              <a:t>hỗ</a:t>
            </a:r>
            <a:r>
              <a:rPr sz="3200" spc="-434" dirty="0">
                <a:latin typeface="Tahoma"/>
                <a:cs typeface="Tahoma"/>
              </a:rPr>
              <a:t> </a:t>
            </a:r>
            <a:r>
              <a:rPr sz="3200" spc="-180" dirty="0">
                <a:latin typeface="Tahoma"/>
                <a:cs typeface="Tahoma"/>
              </a:rPr>
              <a:t>trợ</a:t>
            </a:r>
            <a:r>
              <a:rPr sz="3200" spc="-434" dirty="0">
                <a:latin typeface="Tahoma"/>
                <a:cs typeface="Tahoma"/>
              </a:rPr>
              <a:t> </a:t>
            </a:r>
            <a:r>
              <a:rPr sz="3200" spc="-170" dirty="0">
                <a:latin typeface="Tahoma"/>
                <a:cs typeface="Tahoma"/>
              </a:rPr>
              <a:t>thẻ</a:t>
            </a:r>
            <a:r>
              <a:rPr sz="3200" spc="-434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audio</a:t>
            </a:r>
            <a:endParaRPr sz="3200">
              <a:latin typeface="Tahoma"/>
              <a:cs typeface="Tahoma"/>
            </a:endParaRPr>
          </a:p>
          <a:p>
            <a:pPr marL="2085340" marR="5080" lvl="2" indent="-419735">
              <a:lnSpc>
                <a:spcPts val="6280"/>
              </a:lnSpc>
              <a:spcBef>
                <a:spcPts val="315"/>
              </a:spcBef>
              <a:buSzPct val="32000"/>
              <a:buChar char="•"/>
              <a:tabLst>
                <a:tab pos="2084705" algn="l"/>
              </a:tabLst>
            </a:pPr>
            <a:r>
              <a:rPr sz="3200" spc="-335" dirty="0">
                <a:latin typeface="Tahoma"/>
                <a:cs typeface="Tahoma"/>
              </a:rPr>
              <a:t>Trên</a:t>
            </a:r>
            <a:r>
              <a:rPr sz="3200" spc="-450" dirty="0">
                <a:latin typeface="Tahoma"/>
                <a:cs typeface="Tahoma"/>
              </a:rPr>
              <a:t> </a:t>
            </a:r>
            <a:r>
              <a:rPr sz="3200" spc="-160" dirty="0">
                <a:latin typeface="Tahoma"/>
                <a:cs typeface="Tahoma"/>
              </a:rPr>
              <a:t>trình</a:t>
            </a:r>
            <a:r>
              <a:rPr sz="3200" spc="-465" dirty="0">
                <a:latin typeface="Tahoma"/>
                <a:cs typeface="Tahoma"/>
              </a:rPr>
              <a:t> </a:t>
            </a:r>
            <a:r>
              <a:rPr sz="3200" spc="-215" dirty="0">
                <a:latin typeface="Tahoma"/>
                <a:cs typeface="Tahoma"/>
              </a:rPr>
              <a:t>duyệt</a:t>
            </a:r>
            <a:r>
              <a:rPr sz="3200" spc="-450" dirty="0">
                <a:latin typeface="Tahoma"/>
                <a:cs typeface="Tahoma"/>
              </a:rPr>
              <a:t> </a:t>
            </a:r>
            <a:r>
              <a:rPr sz="3200" spc="-160" dirty="0">
                <a:latin typeface="Tahoma"/>
                <a:cs typeface="Tahoma"/>
              </a:rPr>
              <a:t>Chrome</a:t>
            </a:r>
            <a:r>
              <a:rPr sz="3200" spc="-445" dirty="0">
                <a:latin typeface="Tahoma"/>
                <a:cs typeface="Tahoma"/>
              </a:rPr>
              <a:t> </a:t>
            </a:r>
            <a:r>
              <a:rPr sz="3200" spc="-235" dirty="0">
                <a:latin typeface="Tahoma"/>
                <a:cs typeface="Tahoma"/>
              </a:rPr>
              <a:t>không</a:t>
            </a:r>
            <a:r>
              <a:rPr sz="3200" spc="-450" dirty="0">
                <a:latin typeface="Tahoma"/>
                <a:cs typeface="Tahoma"/>
              </a:rPr>
              <a:t> </a:t>
            </a:r>
            <a:r>
              <a:rPr sz="3200" spc="-105" dirty="0">
                <a:latin typeface="Tahoma"/>
                <a:cs typeface="Tahoma"/>
              </a:rPr>
              <a:t>cho</a:t>
            </a:r>
            <a:r>
              <a:rPr sz="3200" spc="-450" dirty="0">
                <a:latin typeface="Tahoma"/>
                <a:cs typeface="Tahoma"/>
              </a:rPr>
              <a:t> </a:t>
            </a:r>
            <a:r>
              <a:rPr sz="3200" spc="-190" dirty="0">
                <a:latin typeface="Tahoma"/>
                <a:cs typeface="Tahoma"/>
              </a:rPr>
              <a:t>phép</a:t>
            </a:r>
            <a:r>
              <a:rPr sz="3200" spc="-450" dirty="0">
                <a:latin typeface="Tahoma"/>
                <a:cs typeface="Tahoma"/>
              </a:rPr>
              <a:t> </a:t>
            </a:r>
            <a:r>
              <a:rPr sz="3200" spc="-204" dirty="0">
                <a:latin typeface="Tahoma"/>
                <a:cs typeface="Tahoma"/>
              </a:rPr>
              <a:t>tự</a:t>
            </a:r>
            <a:r>
              <a:rPr sz="3200" spc="-445" dirty="0">
                <a:latin typeface="Tahoma"/>
                <a:cs typeface="Tahoma"/>
              </a:rPr>
              <a:t> </a:t>
            </a:r>
            <a:r>
              <a:rPr sz="3200" spc="-260" dirty="0">
                <a:latin typeface="Tahoma"/>
                <a:cs typeface="Tahoma"/>
              </a:rPr>
              <a:t>động</a:t>
            </a:r>
            <a:r>
              <a:rPr sz="3200" spc="-450" dirty="0">
                <a:latin typeface="Tahoma"/>
                <a:cs typeface="Tahoma"/>
              </a:rPr>
              <a:t> </a:t>
            </a:r>
            <a:r>
              <a:rPr sz="3200" spc="-185" dirty="0">
                <a:latin typeface="Tahoma"/>
                <a:cs typeface="Tahoma"/>
              </a:rPr>
              <a:t>phát</a:t>
            </a:r>
            <a:r>
              <a:rPr sz="3200" spc="-450" dirty="0">
                <a:latin typeface="Tahoma"/>
                <a:cs typeface="Tahoma"/>
              </a:rPr>
              <a:t> </a:t>
            </a:r>
            <a:r>
              <a:rPr sz="3200" spc="-175" dirty="0">
                <a:latin typeface="Tahoma"/>
                <a:cs typeface="Tahoma"/>
              </a:rPr>
              <a:t>audio.</a:t>
            </a:r>
            <a:r>
              <a:rPr sz="3200" spc="-445" dirty="0">
                <a:latin typeface="Tahoma"/>
                <a:cs typeface="Tahoma"/>
              </a:rPr>
              <a:t> </a:t>
            </a:r>
            <a:r>
              <a:rPr sz="3200" spc="-165" dirty="0">
                <a:latin typeface="Tahoma"/>
                <a:cs typeface="Tahoma"/>
              </a:rPr>
              <a:t>Nếu</a:t>
            </a:r>
            <a:r>
              <a:rPr sz="3200" spc="-450" dirty="0">
                <a:latin typeface="Tahoma"/>
                <a:cs typeface="Tahoma"/>
              </a:rPr>
              <a:t> </a:t>
            </a:r>
            <a:r>
              <a:rPr sz="3200" spc="-195" dirty="0">
                <a:latin typeface="Tahoma"/>
                <a:cs typeface="Tahoma"/>
              </a:rPr>
              <a:t>muốn</a:t>
            </a:r>
            <a:r>
              <a:rPr sz="3200" spc="-440" dirty="0">
                <a:latin typeface="Tahoma"/>
                <a:cs typeface="Tahoma"/>
              </a:rPr>
              <a:t> </a:t>
            </a:r>
            <a:r>
              <a:rPr sz="3200" spc="-204" dirty="0">
                <a:latin typeface="Tahoma"/>
                <a:cs typeface="Tahoma"/>
              </a:rPr>
              <a:t>tự</a:t>
            </a:r>
            <a:r>
              <a:rPr sz="3200" spc="-445" dirty="0">
                <a:latin typeface="Tahoma"/>
                <a:cs typeface="Tahoma"/>
              </a:rPr>
              <a:t> </a:t>
            </a:r>
            <a:r>
              <a:rPr sz="3200" spc="-254" dirty="0">
                <a:latin typeface="Tahoma"/>
                <a:cs typeface="Tahoma"/>
              </a:rPr>
              <a:t>động</a:t>
            </a:r>
            <a:r>
              <a:rPr sz="3200" spc="-459" dirty="0">
                <a:latin typeface="Tahoma"/>
                <a:cs typeface="Tahoma"/>
              </a:rPr>
              <a:t> </a:t>
            </a:r>
            <a:r>
              <a:rPr sz="3200" spc="-20" dirty="0">
                <a:latin typeface="Tahoma"/>
                <a:cs typeface="Tahoma"/>
              </a:rPr>
              <a:t>phát </a:t>
            </a:r>
            <a:r>
              <a:rPr sz="3200" spc="-130" dirty="0">
                <a:latin typeface="Tahoma"/>
                <a:cs typeface="Tahoma"/>
              </a:rPr>
              <a:t>được</a:t>
            </a:r>
            <a:r>
              <a:rPr sz="3200" spc="-430" dirty="0">
                <a:latin typeface="Tahoma"/>
                <a:cs typeface="Tahoma"/>
              </a:rPr>
              <a:t> </a:t>
            </a:r>
            <a:r>
              <a:rPr sz="3200" spc="-114" dirty="0">
                <a:latin typeface="Tahoma"/>
                <a:cs typeface="Tahoma"/>
              </a:rPr>
              <a:t>audio</a:t>
            </a:r>
            <a:r>
              <a:rPr sz="3200" spc="-430" dirty="0">
                <a:latin typeface="Tahoma"/>
                <a:cs typeface="Tahoma"/>
              </a:rPr>
              <a:t> </a:t>
            </a:r>
            <a:r>
              <a:rPr sz="3200" spc="-120" dirty="0">
                <a:latin typeface="Tahoma"/>
                <a:cs typeface="Tahoma"/>
              </a:rPr>
              <a:t>thì</a:t>
            </a:r>
            <a:r>
              <a:rPr sz="3200" spc="-434" dirty="0">
                <a:latin typeface="Tahoma"/>
                <a:cs typeface="Tahoma"/>
              </a:rPr>
              <a:t> </a:t>
            </a:r>
            <a:r>
              <a:rPr sz="3200" spc="-130" dirty="0">
                <a:latin typeface="Tahoma"/>
                <a:cs typeface="Tahoma"/>
              </a:rPr>
              <a:t>phải</a:t>
            </a:r>
            <a:r>
              <a:rPr sz="3200" spc="-430" dirty="0">
                <a:latin typeface="Tahoma"/>
                <a:cs typeface="Tahoma"/>
              </a:rPr>
              <a:t> </a:t>
            </a:r>
            <a:r>
              <a:rPr sz="3200" spc="-180" dirty="0">
                <a:latin typeface="Tahoma"/>
                <a:cs typeface="Tahoma"/>
              </a:rPr>
              <a:t>thêm</a:t>
            </a:r>
            <a:r>
              <a:rPr sz="3200" spc="-430" dirty="0">
                <a:latin typeface="Tahoma"/>
                <a:cs typeface="Tahoma"/>
              </a:rPr>
              <a:t> </a:t>
            </a:r>
            <a:r>
              <a:rPr sz="3200" spc="-114" dirty="0">
                <a:latin typeface="Tahoma"/>
                <a:cs typeface="Tahoma"/>
              </a:rPr>
              <a:t>thuộc</a:t>
            </a:r>
            <a:r>
              <a:rPr sz="3200" spc="-415" dirty="0">
                <a:latin typeface="Tahoma"/>
                <a:cs typeface="Tahoma"/>
              </a:rPr>
              <a:t> </a:t>
            </a:r>
            <a:r>
              <a:rPr sz="3200" spc="-130" dirty="0">
                <a:latin typeface="Tahoma"/>
                <a:cs typeface="Tahoma"/>
              </a:rPr>
              <a:t>tính</a:t>
            </a:r>
            <a:r>
              <a:rPr sz="3200" spc="-434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muted.</a:t>
            </a:r>
            <a:endParaRPr sz="3200" spc="-1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484" dirty="0"/>
              <a:t>CHƯƠNG</a:t>
            </a:r>
            <a:r>
              <a:rPr spc="-580" dirty="0"/>
              <a:t> </a:t>
            </a:r>
            <a:r>
              <a:rPr spc="-919" dirty="0"/>
              <a:t>II:</a:t>
            </a:r>
            <a:r>
              <a:rPr spc="-575" dirty="0"/>
              <a:t> </a:t>
            </a:r>
            <a:r>
              <a:rPr spc="-715" dirty="0"/>
              <a:t>HTML</a:t>
            </a:r>
            <a:r>
              <a:rPr spc="-585" dirty="0"/>
              <a:t> </a:t>
            </a:r>
            <a:r>
              <a:rPr spc="-905" dirty="0"/>
              <a:t>&amp;</a:t>
            </a:r>
            <a:r>
              <a:rPr spc="-580" dirty="0"/>
              <a:t> </a:t>
            </a:r>
            <a:r>
              <a:rPr spc="-715" dirty="0"/>
              <a:t>HTML5</a:t>
            </a:r>
            <a:endParaRPr spc="-715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xfrm>
            <a:off x="601345" y="10674350"/>
            <a:ext cx="5245100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85" dirty="0">
                <a:solidFill>
                  <a:schemeClr val="tx1"/>
                </a:solidFill>
              </a:rPr>
              <a:t>THIẾT </a:t>
            </a:r>
            <a:r>
              <a:rPr spc="-110" dirty="0">
                <a:solidFill>
                  <a:schemeClr val="tx1"/>
                </a:solidFill>
              </a:rPr>
              <a:t>KẾ</a:t>
            </a:r>
            <a:r>
              <a:rPr spc="-190" dirty="0">
                <a:solidFill>
                  <a:schemeClr val="tx1"/>
                </a:solidFill>
              </a:rPr>
              <a:t> </a:t>
            </a:r>
            <a:r>
              <a:rPr spc="-110" dirty="0">
                <a:solidFill>
                  <a:schemeClr val="tx1"/>
                </a:solidFill>
              </a:rPr>
              <a:t>WEB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VÀ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45" dirty="0">
                <a:solidFill>
                  <a:schemeClr val="tx1"/>
                </a:solidFill>
              </a:rPr>
              <a:t>TRIỂN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KHAI</a:t>
            </a:r>
            <a:r>
              <a:rPr spc="-200" dirty="0">
                <a:solidFill>
                  <a:schemeClr val="tx1"/>
                </a:solidFill>
              </a:rPr>
              <a:t> </a:t>
            </a:r>
            <a:r>
              <a:rPr spc="-80" dirty="0">
                <a:solidFill>
                  <a:schemeClr val="tx1"/>
                </a:solidFill>
              </a:rPr>
              <a:t>HỆ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95" dirty="0">
                <a:solidFill>
                  <a:schemeClr val="tx1"/>
                </a:solidFill>
              </a:rPr>
              <a:t>THỐNG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75" dirty="0">
                <a:solidFill>
                  <a:schemeClr val="tx1"/>
                </a:solidFill>
              </a:rPr>
              <a:t>PHẦN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25" dirty="0">
                <a:solidFill>
                  <a:schemeClr val="tx1"/>
                </a:solidFill>
              </a:rPr>
              <a:t>MỀM</a:t>
            </a:r>
            <a:endParaRPr spc="-20" dirty="0">
              <a:solidFill>
                <a:schemeClr val="tx1"/>
              </a:solidFill>
            </a:endParaRPr>
          </a:p>
        </p:txBody>
      </p:sp>
      <p:sp>
        <p:nvSpPr>
          <p:cNvPr id="16" name="object 6"/>
          <p:cNvSpPr/>
          <p:nvPr/>
        </p:nvSpPr>
        <p:spPr>
          <a:xfrm>
            <a:off x="523544" y="10447221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8063A1"/>
            </a:solidFill>
          </a:ln>
        </p:spPr>
        <p:txBody>
          <a:bodyPr wrap="square" lIns="0" tIns="0" rIns="0" bIns="0" rtlCol="0"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8590" y="3012318"/>
            <a:ext cx="512064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41985" indent="-629285">
              <a:lnSpc>
                <a:spcPct val="100000"/>
              </a:lnSpc>
              <a:spcBef>
                <a:spcPts val="95"/>
              </a:spcBef>
              <a:buSzPct val="59000"/>
              <a:buFont typeface="Wingdings"/>
              <a:buChar char=""/>
              <a:tabLst>
                <a:tab pos="641985" algn="l"/>
              </a:tabLst>
            </a:pPr>
            <a:r>
              <a:rPr sz="3300" b="1" dirty="0">
                <a:latin typeface="Arial" panose="020B0604020202020204"/>
                <a:cs typeface="Arial" panose="020B0604020202020204"/>
              </a:rPr>
              <a:t>Thẻ</a:t>
            </a:r>
            <a:r>
              <a:rPr sz="3300" b="1" spc="-85" dirty="0">
                <a:latin typeface="Arial" panose="020B0604020202020204"/>
                <a:cs typeface="Arial" panose="020B0604020202020204"/>
              </a:rPr>
              <a:t> </a:t>
            </a:r>
            <a:r>
              <a:rPr sz="3300" b="1" dirty="0">
                <a:latin typeface="Arial" panose="020B0604020202020204"/>
                <a:cs typeface="Arial" panose="020B0604020202020204"/>
              </a:rPr>
              <a:t>table</a:t>
            </a:r>
            <a:r>
              <a:rPr sz="3300" b="1" spc="-75" dirty="0">
                <a:latin typeface="Arial" panose="020B0604020202020204"/>
                <a:cs typeface="Arial" panose="020B0604020202020204"/>
              </a:rPr>
              <a:t> </a:t>
            </a:r>
            <a:r>
              <a:rPr sz="3300" b="1" dirty="0">
                <a:latin typeface="Arial" panose="020B0604020202020204"/>
                <a:cs typeface="Arial" panose="020B0604020202020204"/>
              </a:rPr>
              <a:t>(chèn</a:t>
            </a:r>
            <a:r>
              <a:rPr sz="3300" b="1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3300" b="1" spc="-10" dirty="0">
                <a:latin typeface="Arial" panose="020B0604020202020204"/>
                <a:cs typeface="Arial" panose="020B0604020202020204"/>
              </a:rPr>
              <a:t>bảng):</a:t>
            </a:r>
            <a:endParaRPr sz="33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51122" y="4054181"/>
            <a:ext cx="3415029" cy="5080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37845" indent="-525145">
              <a:lnSpc>
                <a:spcPct val="100000"/>
              </a:lnSpc>
              <a:spcBef>
                <a:spcPts val="125"/>
              </a:spcBef>
              <a:buSzPct val="33000"/>
              <a:buChar char="•"/>
              <a:tabLst>
                <a:tab pos="537845" algn="l"/>
              </a:tabLst>
            </a:pPr>
            <a:r>
              <a:rPr sz="3200" spc="-295" dirty="0">
                <a:latin typeface="Tahoma"/>
                <a:cs typeface="Tahoma"/>
              </a:rPr>
              <a:t>Ý</a:t>
            </a:r>
            <a:r>
              <a:rPr sz="3200" spc="-440" dirty="0">
                <a:latin typeface="Tahoma"/>
                <a:cs typeface="Tahoma"/>
              </a:rPr>
              <a:t> </a:t>
            </a:r>
            <a:r>
              <a:rPr sz="3200" spc="-185" dirty="0">
                <a:latin typeface="Tahoma"/>
                <a:cs typeface="Tahoma"/>
              </a:rPr>
              <a:t>nghĩa</a:t>
            </a:r>
            <a:r>
              <a:rPr sz="3200" spc="-434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các</a:t>
            </a:r>
            <a:r>
              <a:rPr sz="3200" spc="-430" dirty="0">
                <a:latin typeface="Tahoma"/>
                <a:cs typeface="Tahoma"/>
              </a:rPr>
              <a:t> </a:t>
            </a:r>
            <a:r>
              <a:rPr sz="3200" spc="-160" dirty="0">
                <a:latin typeface="Tahoma"/>
                <a:cs typeface="Tahoma"/>
              </a:rPr>
              <a:t>thẻ:</a:t>
            </a:r>
            <a:endParaRPr sz="3200" spc="-16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98812" y="4398329"/>
            <a:ext cx="8373109" cy="3105150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431800" indent="-419100">
              <a:lnSpc>
                <a:spcPct val="100000"/>
              </a:lnSpc>
              <a:spcBef>
                <a:spcPts val="1235"/>
              </a:spcBef>
              <a:buSzPct val="39000"/>
              <a:buChar char="•"/>
              <a:tabLst>
                <a:tab pos="431800" algn="l"/>
              </a:tabLst>
            </a:pPr>
            <a:r>
              <a:rPr sz="2400" spc="-254" dirty="0">
                <a:latin typeface="Tahoma"/>
                <a:cs typeface="Tahoma"/>
              </a:rPr>
              <a:t>&lt;table&gt;&lt;/table&gt;:</a:t>
            </a:r>
            <a:r>
              <a:rPr sz="2400" spc="-365" dirty="0">
                <a:latin typeface="Tahoma"/>
                <a:cs typeface="Tahoma"/>
              </a:rPr>
              <a:t> </a:t>
            </a:r>
            <a:r>
              <a:rPr sz="2400" spc="-105" dirty="0">
                <a:latin typeface="Tahoma"/>
                <a:cs typeface="Tahoma"/>
              </a:rPr>
              <a:t>Xác</a:t>
            </a:r>
            <a:r>
              <a:rPr sz="2400" spc="-360" dirty="0">
                <a:latin typeface="Tahoma"/>
                <a:cs typeface="Tahoma"/>
              </a:rPr>
              <a:t> </a:t>
            </a:r>
            <a:r>
              <a:rPr sz="2400" spc="-125" dirty="0">
                <a:latin typeface="Tahoma"/>
                <a:cs typeface="Tahoma"/>
              </a:rPr>
              <a:t>định</a:t>
            </a:r>
            <a:r>
              <a:rPr sz="2400" spc="-350" dirty="0">
                <a:latin typeface="Tahoma"/>
                <a:cs typeface="Tahoma"/>
              </a:rPr>
              <a:t> </a:t>
            </a:r>
            <a:r>
              <a:rPr sz="2400" spc="-135" dirty="0">
                <a:latin typeface="Tahoma"/>
                <a:cs typeface="Tahoma"/>
              </a:rPr>
              <a:t>một</a:t>
            </a:r>
            <a:r>
              <a:rPr sz="2400" spc="-350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bảng</a:t>
            </a:r>
            <a:endParaRPr sz="2400">
              <a:latin typeface="Tahoma"/>
              <a:cs typeface="Tahoma"/>
            </a:endParaRPr>
          </a:p>
          <a:p>
            <a:pPr marL="431800" indent="-419100">
              <a:lnSpc>
                <a:spcPct val="100000"/>
              </a:lnSpc>
              <a:spcBef>
                <a:spcPts val="1140"/>
              </a:spcBef>
              <a:buSzPct val="39000"/>
              <a:buChar char="•"/>
              <a:tabLst>
                <a:tab pos="431800" algn="l"/>
              </a:tabLst>
            </a:pPr>
            <a:r>
              <a:rPr sz="2400" spc="-280" dirty="0">
                <a:latin typeface="Tahoma"/>
                <a:cs typeface="Tahoma"/>
              </a:rPr>
              <a:t>&lt;thead&gt;&lt;/thead&gt;:</a:t>
            </a:r>
            <a:r>
              <a:rPr sz="2400" spc="-375" dirty="0">
                <a:latin typeface="Tahoma"/>
                <a:cs typeface="Tahoma"/>
              </a:rPr>
              <a:t> </a:t>
            </a:r>
            <a:r>
              <a:rPr sz="2400" spc="-125" dirty="0">
                <a:latin typeface="Tahoma"/>
                <a:cs typeface="Tahoma"/>
              </a:rPr>
              <a:t>Phần</a:t>
            </a:r>
            <a:r>
              <a:rPr sz="2400" spc="-360" dirty="0">
                <a:latin typeface="Tahoma"/>
                <a:cs typeface="Tahoma"/>
              </a:rPr>
              <a:t> </a:t>
            </a:r>
            <a:r>
              <a:rPr sz="2400" spc="-145" dirty="0">
                <a:latin typeface="Tahoma"/>
                <a:cs typeface="Tahoma"/>
              </a:rPr>
              <a:t>đầu</a:t>
            </a:r>
            <a:r>
              <a:rPr sz="2400" spc="-360" dirty="0">
                <a:latin typeface="Tahoma"/>
                <a:cs typeface="Tahoma"/>
              </a:rPr>
              <a:t> </a:t>
            </a:r>
            <a:r>
              <a:rPr sz="2400" spc="-70" dirty="0">
                <a:latin typeface="Tahoma"/>
                <a:cs typeface="Tahoma"/>
              </a:rPr>
              <a:t>của</a:t>
            </a:r>
            <a:r>
              <a:rPr sz="2400" spc="-355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bảng</a:t>
            </a:r>
            <a:endParaRPr sz="2400">
              <a:latin typeface="Tahoma"/>
              <a:cs typeface="Tahoma"/>
            </a:endParaRPr>
          </a:p>
          <a:p>
            <a:pPr marL="431800" indent="-419100">
              <a:lnSpc>
                <a:spcPct val="100000"/>
              </a:lnSpc>
              <a:spcBef>
                <a:spcPts val="1145"/>
              </a:spcBef>
              <a:buSzPct val="39000"/>
              <a:buChar char="•"/>
              <a:tabLst>
                <a:tab pos="431800" algn="l"/>
              </a:tabLst>
            </a:pPr>
            <a:r>
              <a:rPr sz="2400" spc="-295" dirty="0">
                <a:latin typeface="Tahoma"/>
                <a:cs typeface="Tahoma"/>
              </a:rPr>
              <a:t>&lt;tbody&gt;&lt;/tbody&gt;:</a:t>
            </a:r>
            <a:r>
              <a:rPr sz="2400" spc="-360" dirty="0">
                <a:latin typeface="Tahoma"/>
                <a:cs typeface="Tahoma"/>
              </a:rPr>
              <a:t> </a:t>
            </a:r>
            <a:r>
              <a:rPr sz="2400" spc="-125" dirty="0">
                <a:latin typeface="Tahoma"/>
                <a:cs typeface="Tahoma"/>
              </a:rPr>
              <a:t>Phần</a:t>
            </a:r>
            <a:r>
              <a:rPr sz="2400" spc="-350" dirty="0">
                <a:latin typeface="Tahoma"/>
                <a:cs typeface="Tahoma"/>
              </a:rPr>
              <a:t> </a:t>
            </a:r>
            <a:r>
              <a:rPr sz="2400" spc="-145" dirty="0">
                <a:latin typeface="Tahoma"/>
                <a:cs typeface="Tahoma"/>
              </a:rPr>
              <a:t>thân</a:t>
            </a:r>
            <a:r>
              <a:rPr sz="2400" spc="-340" dirty="0">
                <a:latin typeface="Tahoma"/>
                <a:cs typeface="Tahoma"/>
              </a:rPr>
              <a:t> </a:t>
            </a:r>
            <a:r>
              <a:rPr sz="2400" spc="-80" dirty="0">
                <a:latin typeface="Tahoma"/>
                <a:cs typeface="Tahoma"/>
              </a:rPr>
              <a:t>của</a:t>
            </a:r>
            <a:r>
              <a:rPr sz="2400" spc="-340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bảng</a:t>
            </a:r>
            <a:endParaRPr sz="2400">
              <a:latin typeface="Tahoma"/>
              <a:cs typeface="Tahoma"/>
            </a:endParaRPr>
          </a:p>
          <a:p>
            <a:pPr marL="431800" indent="-419100">
              <a:lnSpc>
                <a:spcPct val="100000"/>
              </a:lnSpc>
              <a:spcBef>
                <a:spcPts val="1140"/>
              </a:spcBef>
              <a:buSzPct val="39000"/>
              <a:buChar char="•"/>
              <a:tabLst>
                <a:tab pos="431800" algn="l"/>
              </a:tabLst>
            </a:pPr>
            <a:r>
              <a:rPr sz="2400" spc="-390" dirty="0">
                <a:latin typeface="Tahoma"/>
                <a:cs typeface="Tahoma"/>
              </a:rPr>
              <a:t>&lt;tr&gt;&lt;/tr&gt;</a:t>
            </a:r>
            <a:r>
              <a:rPr sz="2400" spc="-400" dirty="0">
                <a:latin typeface="Tahoma"/>
                <a:cs typeface="Tahoma"/>
              </a:rPr>
              <a:t> </a:t>
            </a:r>
            <a:r>
              <a:rPr sz="2400" spc="-114" dirty="0">
                <a:latin typeface="Tahoma"/>
                <a:cs typeface="Tahoma"/>
              </a:rPr>
              <a:t>(table</a:t>
            </a:r>
            <a:r>
              <a:rPr sz="2400" spc="-380" dirty="0">
                <a:latin typeface="Tahoma"/>
                <a:cs typeface="Tahoma"/>
              </a:rPr>
              <a:t> </a:t>
            </a:r>
            <a:r>
              <a:rPr sz="2400" spc="-175" dirty="0">
                <a:latin typeface="Tahoma"/>
                <a:cs typeface="Tahoma"/>
              </a:rPr>
              <a:t>row):</a:t>
            </a:r>
            <a:r>
              <a:rPr sz="2400" spc="170" dirty="0">
                <a:latin typeface="Tahoma"/>
                <a:cs typeface="Tahoma"/>
              </a:rPr>
              <a:t> </a:t>
            </a:r>
            <a:r>
              <a:rPr sz="2400" spc="-105" dirty="0">
                <a:latin typeface="Tahoma"/>
                <a:cs typeface="Tahoma"/>
              </a:rPr>
              <a:t>Xác</a:t>
            </a:r>
            <a:r>
              <a:rPr sz="2400" spc="-395" dirty="0">
                <a:latin typeface="Tahoma"/>
                <a:cs typeface="Tahoma"/>
              </a:rPr>
              <a:t> </a:t>
            </a:r>
            <a:r>
              <a:rPr sz="2400" spc="-125" dirty="0">
                <a:latin typeface="Tahoma"/>
                <a:cs typeface="Tahoma"/>
              </a:rPr>
              <a:t>định</a:t>
            </a:r>
            <a:r>
              <a:rPr sz="2400" spc="-390" dirty="0">
                <a:latin typeface="Tahoma"/>
                <a:cs typeface="Tahoma"/>
              </a:rPr>
              <a:t> </a:t>
            </a:r>
            <a:r>
              <a:rPr sz="2400" spc="-135" dirty="0">
                <a:latin typeface="Tahoma"/>
                <a:cs typeface="Tahoma"/>
              </a:rPr>
              <a:t>một</a:t>
            </a:r>
            <a:r>
              <a:rPr sz="2400" spc="-380" dirty="0">
                <a:latin typeface="Tahoma"/>
                <a:cs typeface="Tahoma"/>
              </a:rPr>
              <a:t> </a:t>
            </a:r>
            <a:r>
              <a:rPr sz="2400" spc="-190" dirty="0">
                <a:latin typeface="Tahoma"/>
                <a:cs typeface="Tahoma"/>
              </a:rPr>
              <a:t>hàng</a:t>
            </a:r>
            <a:r>
              <a:rPr sz="2400" spc="-390" dirty="0">
                <a:latin typeface="Tahoma"/>
                <a:cs typeface="Tahoma"/>
              </a:rPr>
              <a:t> </a:t>
            </a:r>
            <a:r>
              <a:rPr sz="2400" spc="-75" dirty="0">
                <a:latin typeface="Tahoma"/>
                <a:cs typeface="Tahoma"/>
              </a:rPr>
              <a:t>của</a:t>
            </a:r>
            <a:r>
              <a:rPr sz="2400" spc="-380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bảng</a:t>
            </a:r>
            <a:endParaRPr sz="2400">
              <a:latin typeface="Tahoma"/>
              <a:cs typeface="Tahoma"/>
            </a:endParaRPr>
          </a:p>
          <a:p>
            <a:pPr marL="431800" indent="-419100">
              <a:lnSpc>
                <a:spcPct val="100000"/>
              </a:lnSpc>
              <a:spcBef>
                <a:spcPts val="1140"/>
              </a:spcBef>
              <a:buSzPct val="39000"/>
              <a:buChar char="•"/>
              <a:tabLst>
                <a:tab pos="431800" algn="l"/>
              </a:tabLst>
            </a:pPr>
            <a:r>
              <a:rPr sz="2400" spc="-395" dirty="0">
                <a:latin typeface="Tahoma"/>
                <a:cs typeface="Tahoma"/>
              </a:rPr>
              <a:t>&lt;th&gt;&lt;/th&gt;</a:t>
            </a:r>
            <a:r>
              <a:rPr sz="2400" spc="-360" dirty="0">
                <a:latin typeface="Tahoma"/>
                <a:cs typeface="Tahoma"/>
              </a:rPr>
              <a:t> </a:t>
            </a:r>
            <a:r>
              <a:rPr sz="2400" spc="-114" dirty="0">
                <a:latin typeface="Tahoma"/>
                <a:cs typeface="Tahoma"/>
              </a:rPr>
              <a:t>(table</a:t>
            </a:r>
            <a:r>
              <a:rPr sz="2400" spc="-365" dirty="0">
                <a:latin typeface="Tahoma"/>
                <a:cs typeface="Tahoma"/>
              </a:rPr>
              <a:t> </a:t>
            </a:r>
            <a:r>
              <a:rPr sz="2400" spc="-170" dirty="0">
                <a:latin typeface="Tahoma"/>
                <a:cs typeface="Tahoma"/>
              </a:rPr>
              <a:t>header):</a:t>
            </a:r>
            <a:r>
              <a:rPr sz="2400" spc="-345" dirty="0">
                <a:latin typeface="Tahoma"/>
                <a:cs typeface="Tahoma"/>
              </a:rPr>
              <a:t> </a:t>
            </a:r>
            <a:r>
              <a:rPr sz="2400" spc="-105" dirty="0">
                <a:latin typeface="Tahoma"/>
                <a:cs typeface="Tahoma"/>
              </a:rPr>
              <a:t>Xác</a:t>
            </a:r>
            <a:r>
              <a:rPr sz="2400" spc="-365" dirty="0">
                <a:latin typeface="Tahoma"/>
                <a:cs typeface="Tahoma"/>
              </a:rPr>
              <a:t> </a:t>
            </a:r>
            <a:r>
              <a:rPr sz="2400" spc="-125" dirty="0">
                <a:latin typeface="Tahoma"/>
                <a:cs typeface="Tahoma"/>
              </a:rPr>
              <a:t>định</a:t>
            </a:r>
            <a:r>
              <a:rPr sz="2400" spc="-360" dirty="0">
                <a:latin typeface="Tahoma"/>
                <a:cs typeface="Tahoma"/>
              </a:rPr>
              <a:t> </a:t>
            </a:r>
            <a:r>
              <a:rPr sz="2400" spc="-110" dirty="0">
                <a:latin typeface="Tahoma"/>
                <a:cs typeface="Tahoma"/>
              </a:rPr>
              <a:t>tiêu</a:t>
            </a:r>
            <a:r>
              <a:rPr sz="2400" spc="-345" dirty="0">
                <a:latin typeface="Tahoma"/>
                <a:cs typeface="Tahoma"/>
              </a:rPr>
              <a:t> </a:t>
            </a:r>
            <a:r>
              <a:rPr sz="2400" spc="-160" dirty="0">
                <a:latin typeface="Tahoma"/>
                <a:cs typeface="Tahoma"/>
              </a:rPr>
              <a:t>đề</a:t>
            </a:r>
            <a:r>
              <a:rPr sz="2400" spc="-345" dirty="0">
                <a:latin typeface="Tahoma"/>
                <a:cs typeface="Tahoma"/>
              </a:rPr>
              <a:t> </a:t>
            </a:r>
            <a:r>
              <a:rPr sz="2400" spc="-75" dirty="0">
                <a:latin typeface="Tahoma"/>
                <a:cs typeface="Tahoma"/>
              </a:rPr>
              <a:t>của</a:t>
            </a:r>
            <a:r>
              <a:rPr sz="2400" spc="-350" dirty="0">
                <a:latin typeface="Tahoma"/>
                <a:cs typeface="Tahoma"/>
              </a:rPr>
              <a:t> </a:t>
            </a:r>
            <a:r>
              <a:rPr sz="2400" spc="-30" dirty="0">
                <a:latin typeface="Tahoma"/>
                <a:cs typeface="Tahoma"/>
              </a:rPr>
              <a:t>bảng</a:t>
            </a:r>
            <a:endParaRPr sz="2400">
              <a:latin typeface="Tahoma"/>
              <a:cs typeface="Tahoma"/>
            </a:endParaRPr>
          </a:p>
          <a:p>
            <a:pPr marL="431800" indent="-419100">
              <a:lnSpc>
                <a:spcPct val="100000"/>
              </a:lnSpc>
              <a:spcBef>
                <a:spcPts val="1145"/>
              </a:spcBef>
              <a:buSzPct val="39000"/>
              <a:buChar char="•"/>
              <a:tabLst>
                <a:tab pos="431800" algn="l"/>
              </a:tabLst>
            </a:pPr>
            <a:r>
              <a:rPr sz="2400" spc="-385" dirty="0">
                <a:latin typeface="Tahoma"/>
                <a:cs typeface="Tahoma"/>
              </a:rPr>
              <a:t>&lt;td&gt;&lt;/td&gt;</a:t>
            </a:r>
            <a:r>
              <a:rPr sz="2400" spc="-370" dirty="0">
                <a:latin typeface="Tahoma"/>
                <a:cs typeface="Tahoma"/>
              </a:rPr>
              <a:t> </a:t>
            </a:r>
            <a:r>
              <a:rPr sz="2400" spc="-114" dirty="0">
                <a:latin typeface="Tahoma"/>
                <a:cs typeface="Tahoma"/>
              </a:rPr>
              <a:t>(table</a:t>
            </a:r>
            <a:r>
              <a:rPr sz="2400" spc="-370" dirty="0">
                <a:latin typeface="Tahoma"/>
                <a:cs typeface="Tahoma"/>
              </a:rPr>
              <a:t> </a:t>
            </a:r>
            <a:r>
              <a:rPr sz="2400" spc="-175" dirty="0">
                <a:latin typeface="Tahoma"/>
                <a:cs typeface="Tahoma"/>
              </a:rPr>
              <a:t>data):</a:t>
            </a:r>
            <a:r>
              <a:rPr sz="2400" spc="-350" dirty="0">
                <a:latin typeface="Tahoma"/>
                <a:cs typeface="Tahoma"/>
              </a:rPr>
              <a:t> </a:t>
            </a:r>
            <a:r>
              <a:rPr sz="2400" spc="-105" dirty="0">
                <a:latin typeface="Tahoma"/>
                <a:cs typeface="Tahoma"/>
              </a:rPr>
              <a:t>Xác</a:t>
            </a:r>
            <a:r>
              <a:rPr sz="2400" spc="-370" dirty="0">
                <a:latin typeface="Tahoma"/>
                <a:cs typeface="Tahoma"/>
              </a:rPr>
              <a:t> </a:t>
            </a:r>
            <a:r>
              <a:rPr sz="2400" spc="-125" dirty="0">
                <a:latin typeface="Tahoma"/>
                <a:cs typeface="Tahoma"/>
              </a:rPr>
              <a:t>định</a:t>
            </a:r>
            <a:r>
              <a:rPr sz="2400" spc="-360" dirty="0">
                <a:latin typeface="Tahoma"/>
                <a:cs typeface="Tahoma"/>
              </a:rPr>
              <a:t> </a:t>
            </a:r>
            <a:r>
              <a:rPr sz="2400" spc="-150" dirty="0">
                <a:latin typeface="Tahoma"/>
                <a:cs typeface="Tahoma"/>
              </a:rPr>
              <a:t>dữ</a:t>
            </a:r>
            <a:r>
              <a:rPr sz="2400" spc="-355" dirty="0">
                <a:latin typeface="Tahoma"/>
                <a:cs typeface="Tahoma"/>
              </a:rPr>
              <a:t> </a:t>
            </a:r>
            <a:r>
              <a:rPr sz="2400" spc="-70" dirty="0">
                <a:latin typeface="Tahoma"/>
                <a:cs typeface="Tahoma"/>
              </a:rPr>
              <a:t>liệu</a:t>
            </a:r>
            <a:r>
              <a:rPr sz="2400" spc="-350" dirty="0">
                <a:latin typeface="Tahoma"/>
                <a:cs typeface="Tahoma"/>
              </a:rPr>
              <a:t> </a:t>
            </a:r>
            <a:r>
              <a:rPr sz="2400" spc="-105" dirty="0">
                <a:latin typeface="Tahoma"/>
                <a:cs typeface="Tahoma"/>
              </a:rPr>
              <a:t>ô</a:t>
            </a:r>
            <a:r>
              <a:rPr sz="2400" spc="-350" dirty="0">
                <a:latin typeface="Tahoma"/>
                <a:cs typeface="Tahoma"/>
              </a:rPr>
              <a:t> </a:t>
            </a:r>
            <a:r>
              <a:rPr sz="2400" spc="-75" dirty="0">
                <a:latin typeface="Tahoma"/>
                <a:cs typeface="Tahoma"/>
              </a:rPr>
              <a:t>của</a:t>
            </a:r>
            <a:r>
              <a:rPr sz="2400" spc="-355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bảng</a:t>
            </a:r>
            <a:endParaRPr sz="2400" spc="-2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9317" y="7783486"/>
            <a:ext cx="2588260" cy="5086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37845" indent="-525145">
              <a:lnSpc>
                <a:spcPct val="100000"/>
              </a:lnSpc>
              <a:spcBef>
                <a:spcPts val="130"/>
              </a:spcBef>
              <a:buSzPct val="33000"/>
              <a:buChar char="•"/>
              <a:tabLst>
                <a:tab pos="537845" algn="l"/>
              </a:tabLst>
            </a:pPr>
            <a:r>
              <a:rPr sz="3200" spc="-200" dirty="0">
                <a:latin typeface="Tahoma"/>
                <a:cs typeface="Tahoma"/>
              </a:rPr>
              <a:t>Thuộc</a:t>
            </a:r>
            <a:r>
              <a:rPr sz="3200" spc="-420" dirty="0">
                <a:latin typeface="Tahoma"/>
                <a:cs typeface="Tahoma"/>
              </a:rPr>
              <a:t> </a:t>
            </a:r>
            <a:r>
              <a:rPr sz="3200" spc="-140" dirty="0">
                <a:latin typeface="Tahoma"/>
                <a:cs typeface="Tahoma"/>
              </a:rPr>
              <a:t>tính:</a:t>
            </a:r>
            <a:endParaRPr sz="3200" spc="-14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63632" y="8361691"/>
            <a:ext cx="6375400" cy="1041400"/>
          </a:xfrm>
          <a:prstGeom prst="rect">
            <a:avLst/>
          </a:prstGeom>
        </p:spPr>
        <p:txBody>
          <a:bodyPr vert="horz" wrap="square" lIns="0" tIns="156845" rIns="0" bIns="0" rtlCol="0">
            <a:spAutoFit/>
          </a:bodyPr>
          <a:lstStyle/>
          <a:p>
            <a:pPr marL="431800" indent="-419100">
              <a:lnSpc>
                <a:spcPct val="100000"/>
              </a:lnSpc>
              <a:spcBef>
                <a:spcPts val="1235"/>
              </a:spcBef>
              <a:buSzPct val="39000"/>
              <a:buChar char="•"/>
              <a:tabLst>
                <a:tab pos="431800" algn="l"/>
              </a:tabLst>
            </a:pPr>
            <a:r>
              <a:rPr sz="2400" spc="-95" dirty="0">
                <a:latin typeface="Tahoma"/>
                <a:cs typeface="Tahoma"/>
              </a:rPr>
              <a:t>colspan:</a:t>
            </a:r>
            <a:r>
              <a:rPr sz="2400" spc="-355" dirty="0">
                <a:latin typeface="Tahoma"/>
                <a:cs typeface="Tahoma"/>
              </a:rPr>
              <a:t> </a:t>
            </a:r>
            <a:r>
              <a:rPr sz="2400" spc="-114" dirty="0">
                <a:latin typeface="Tahoma"/>
                <a:cs typeface="Tahoma"/>
              </a:rPr>
              <a:t>tạo</a:t>
            </a:r>
            <a:r>
              <a:rPr sz="2400" spc="-355" dirty="0">
                <a:latin typeface="Tahoma"/>
                <a:cs typeface="Tahoma"/>
              </a:rPr>
              <a:t> </a:t>
            </a:r>
            <a:r>
              <a:rPr sz="2400" spc="-105" dirty="0">
                <a:latin typeface="Tahoma"/>
                <a:cs typeface="Tahoma"/>
              </a:rPr>
              <a:t>ô</a:t>
            </a:r>
            <a:r>
              <a:rPr sz="2400" spc="-355" dirty="0">
                <a:latin typeface="Tahoma"/>
                <a:cs typeface="Tahoma"/>
              </a:rPr>
              <a:t> </a:t>
            </a:r>
            <a:r>
              <a:rPr sz="2400" spc="-160" dirty="0">
                <a:latin typeface="Tahoma"/>
                <a:cs typeface="Tahoma"/>
              </a:rPr>
              <a:t>mở</a:t>
            </a:r>
            <a:r>
              <a:rPr sz="2400" spc="-355" dirty="0">
                <a:latin typeface="Tahoma"/>
                <a:cs typeface="Tahoma"/>
              </a:rPr>
              <a:t> </a:t>
            </a:r>
            <a:r>
              <a:rPr sz="2400" spc="-190" dirty="0">
                <a:latin typeface="Tahoma"/>
                <a:cs typeface="Tahoma"/>
              </a:rPr>
              <a:t>rộng</a:t>
            </a:r>
            <a:r>
              <a:rPr sz="2400" spc="-375" dirty="0">
                <a:latin typeface="Tahoma"/>
                <a:cs typeface="Tahoma"/>
              </a:rPr>
              <a:t> </a:t>
            </a:r>
            <a:r>
              <a:rPr sz="2400" spc="-155" dirty="0">
                <a:latin typeface="Tahoma"/>
                <a:cs typeface="Tahoma"/>
              </a:rPr>
              <a:t>trên</a:t>
            </a:r>
            <a:r>
              <a:rPr sz="2400" spc="-350" dirty="0">
                <a:latin typeface="Tahoma"/>
                <a:cs typeface="Tahoma"/>
              </a:rPr>
              <a:t> </a:t>
            </a:r>
            <a:r>
              <a:rPr sz="2400" spc="-114" dirty="0">
                <a:latin typeface="Tahoma"/>
                <a:cs typeface="Tahoma"/>
              </a:rPr>
              <a:t>nhiều</a:t>
            </a:r>
            <a:r>
              <a:rPr sz="2400" spc="-370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cột</a:t>
            </a:r>
            <a:endParaRPr sz="2400">
              <a:latin typeface="Tahoma"/>
              <a:cs typeface="Tahoma"/>
            </a:endParaRPr>
          </a:p>
          <a:p>
            <a:pPr marL="431800" indent="-419100">
              <a:lnSpc>
                <a:spcPct val="100000"/>
              </a:lnSpc>
              <a:spcBef>
                <a:spcPts val="1140"/>
              </a:spcBef>
              <a:buSzPct val="39000"/>
              <a:buChar char="•"/>
              <a:tabLst>
                <a:tab pos="431800" algn="l"/>
              </a:tabLst>
            </a:pPr>
            <a:r>
              <a:rPr sz="2400" spc="-165" dirty="0">
                <a:latin typeface="Tahoma"/>
                <a:cs typeface="Tahoma"/>
              </a:rPr>
              <a:t>rowspan:</a:t>
            </a:r>
            <a:r>
              <a:rPr sz="2400" spc="-380" dirty="0">
                <a:latin typeface="Tahoma"/>
                <a:cs typeface="Tahoma"/>
              </a:rPr>
              <a:t> </a:t>
            </a:r>
            <a:r>
              <a:rPr sz="2400" spc="-120" dirty="0">
                <a:latin typeface="Tahoma"/>
                <a:cs typeface="Tahoma"/>
              </a:rPr>
              <a:t>tạo</a:t>
            </a:r>
            <a:r>
              <a:rPr sz="2400" spc="-360" dirty="0">
                <a:latin typeface="Tahoma"/>
                <a:cs typeface="Tahoma"/>
              </a:rPr>
              <a:t> </a:t>
            </a:r>
            <a:r>
              <a:rPr sz="2400" spc="-105" dirty="0">
                <a:latin typeface="Tahoma"/>
                <a:cs typeface="Tahoma"/>
              </a:rPr>
              <a:t>ô</a:t>
            </a:r>
            <a:r>
              <a:rPr sz="2400" spc="-355" dirty="0">
                <a:latin typeface="Tahoma"/>
                <a:cs typeface="Tahoma"/>
              </a:rPr>
              <a:t> </a:t>
            </a:r>
            <a:r>
              <a:rPr sz="2400" spc="-150" dirty="0">
                <a:latin typeface="Tahoma"/>
                <a:cs typeface="Tahoma"/>
              </a:rPr>
              <a:t>kéo</a:t>
            </a:r>
            <a:r>
              <a:rPr sz="2400" spc="-360" dirty="0">
                <a:latin typeface="Tahoma"/>
                <a:cs typeface="Tahoma"/>
              </a:rPr>
              <a:t> </a:t>
            </a:r>
            <a:r>
              <a:rPr sz="2400" spc="-90" dirty="0">
                <a:latin typeface="Tahoma"/>
                <a:cs typeface="Tahoma"/>
              </a:rPr>
              <a:t>dài</a:t>
            </a:r>
            <a:r>
              <a:rPr sz="2400" spc="-355" dirty="0">
                <a:latin typeface="Tahoma"/>
                <a:cs typeface="Tahoma"/>
              </a:rPr>
              <a:t> </a:t>
            </a:r>
            <a:r>
              <a:rPr sz="2400" spc="-155" dirty="0">
                <a:latin typeface="Tahoma"/>
                <a:cs typeface="Tahoma"/>
              </a:rPr>
              <a:t>trên</a:t>
            </a:r>
            <a:r>
              <a:rPr sz="2400" spc="-355" dirty="0">
                <a:latin typeface="Tahoma"/>
                <a:cs typeface="Tahoma"/>
              </a:rPr>
              <a:t> </a:t>
            </a:r>
            <a:r>
              <a:rPr sz="2400" spc="-130" dirty="0">
                <a:latin typeface="Tahoma"/>
                <a:cs typeface="Tahoma"/>
              </a:rPr>
              <a:t>nhiều</a:t>
            </a:r>
            <a:r>
              <a:rPr sz="2400" spc="-375" dirty="0">
                <a:latin typeface="Tahoma"/>
                <a:cs typeface="Tahoma"/>
              </a:rPr>
              <a:t> </a:t>
            </a:r>
            <a:r>
              <a:rPr sz="2400" spc="-65" dirty="0">
                <a:latin typeface="Tahoma"/>
                <a:cs typeface="Tahoma"/>
              </a:rPr>
              <a:t>hàng</a:t>
            </a:r>
            <a:endParaRPr sz="2400" spc="-65" dirty="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4852482" y="3902033"/>
            <a:ext cx="4886110" cy="224129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670979" y="3140370"/>
            <a:ext cx="4941570" cy="70624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640"/>
              </a:lnSpc>
              <a:spcBef>
                <a:spcPts val="95"/>
              </a:spcBef>
            </a:pPr>
            <a:r>
              <a:rPr sz="2200" spc="-1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2200" spc="-10" dirty="0">
                <a:solidFill>
                  <a:srgbClr val="559CD5"/>
                </a:solidFill>
                <a:latin typeface="Consolas"/>
                <a:cs typeface="Consolas"/>
              </a:rPr>
              <a:t>table</a:t>
            </a:r>
            <a:r>
              <a:rPr sz="2200" spc="-1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2200">
              <a:latin typeface="Consolas"/>
              <a:cs typeface="Consolas"/>
            </a:endParaRPr>
          </a:p>
          <a:p>
            <a:pPr marL="934085">
              <a:lnSpc>
                <a:spcPts val="2640"/>
              </a:lnSpc>
            </a:pPr>
            <a:r>
              <a:rPr sz="2200" spc="-1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2200" spc="-10" dirty="0">
                <a:solidFill>
                  <a:srgbClr val="559CD5"/>
                </a:solidFill>
                <a:latin typeface="Consolas"/>
                <a:cs typeface="Consolas"/>
              </a:rPr>
              <a:t>thead</a:t>
            </a:r>
            <a:r>
              <a:rPr sz="2200" spc="-1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2200">
              <a:latin typeface="Consolas"/>
              <a:cs typeface="Consolas"/>
            </a:endParaRPr>
          </a:p>
          <a:p>
            <a:pPr marL="1240155">
              <a:lnSpc>
                <a:spcPts val="2640"/>
              </a:lnSpc>
            </a:pPr>
            <a:r>
              <a:rPr sz="2200" spc="-2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2200" spc="-20" dirty="0">
                <a:solidFill>
                  <a:srgbClr val="559CD5"/>
                </a:solidFill>
                <a:latin typeface="Consolas"/>
                <a:cs typeface="Consolas"/>
              </a:rPr>
              <a:t>tr</a:t>
            </a:r>
            <a:r>
              <a:rPr sz="2200" spc="-2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2200">
              <a:latin typeface="Consolas"/>
              <a:cs typeface="Consolas"/>
            </a:endParaRPr>
          </a:p>
          <a:p>
            <a:pPr marL="1548765">
              <a:lnSpc>
                <a:spcPct val="100000"/>
              </a:lnSpc>
            </a:pPr>
            <a:r>
              <a:rPr sz="2200" spc="-1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2200" spc="-10" dirty="0">
                <a:solidFill>
                  <a:srgbClr val="559CD5"/>
                </a:solidFill>
                <a:latin typeface="Consolas"/>
                <a:cs typeface="Consolas"/>
              </a:rPr>
              <a:t>th</a:t>
            </a:r>
            <a:r>
              <a:rPr sz="2200" spc="-1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2200" spc="-10" dirty="0">
                <a:latin typeface="Consolas"/>
                <a:cs typeface="Consolas"/>
              </a:rPr>
              <a:t>STT</a:t>
            </a:r>
            <a:r>
              <a:rPr sz="2200" spc="-1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2200" spc="-10" dirty="0">
                <a:solidFill>
                  <a:srgbClr val="559CD5"/>
                </a:solidFill>
                <a:latin typeface="Consolas"/>
                <a:cs typeface="Consolas"/>
              </a:rPr>
              <a:t>th</a:t>
            </a:r>
            <a:r>
              <a:rPr sz="2200" spc="-1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2200">
              <a:latin typeface="Consolas"/>
              <a:cs typeface="Consolas"/>
            </a:endParaRPr>
          </a:p>
          <a:p>
            <a:pPr marL="1548765">
              <a:lnSpc>
                <a:spcPts val="2640"/>
              </a:lnSpc>
            </a:pPr>
            <a:r>
              <a:rPr sz="22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2200" dirty="0">
                <a:solidFill>
                  <a:srgbClr val="559CD5"/>
                </a:solidFill>
                <a:latin typeface="Consolas"/>
                <a:cs typeface="Consolas"/>
              </a:rPr>
              <a:t>th</a:t>
            </a:r>
            <a:r>
              <a:rPr sz="2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2200" dirty="0">
                <a:latin typeface="Consolas"/>
                <a:cs typeface="Consolas"/>
              </a:rPr>
              <a:t>Họ</a:t>
            </a:r>
            <a:r>
              <a:rPr sz="2200" spc="-85" dirty="0">
                <a:latin typeface="Consolas"/>
                <a:cs typeface="Consolas"/>
              </a:rPr>
              <a:t> </a:t>
            </a:r>
            <a:r>
              <a:rPr sz="2200" spc="-10" dirty="0">
                <a:latin typeface="Consolas"/>
                <a:cs typeface="Consolas"/>
              </a:rPr>
              <a:t>tên</a:t>
            </a:r>
            <a:r>
              <a:rPr sz="2200" spc="-1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2200" spc="-10" dirty="0">
                <a:solidFill>
                  <a:srgbClr val="559CD5"/>
                </a:solidFill>
                <a:latin typeface="Consolas"/>
                <a:cs typeface="Consolas"/>
              </a:rPr>
              <a:t>th</a:t>
            </a:r>
            <a:r>
              <a:rPr sz="2200" spc="-1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2200">
              <a:latin typeface="Consolas"/>
              <a:cs typeface="Consolas"/>
            </a:endParaRPr>
          </a:p>
          <a:p>
            <a:pPr marL="1548765">
              <a:lnSpc>
                <a:spcPts val="2640"/>
              </a:lnSpc>
            </a:pPr>
            <a:r>
              <a:rPr sz="22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2200" dirty="0">
                <a:solidFill>
                  <a:srgbClr val="559CD5"/>
                </a:solidFill>
                <a:latin typeface="Consolas"/>
                <a:cs typeface="Consolas"/>
              </a:rPr>
              <a:t>th</a:t>
            </a:r>
            <a:r>
              <a:rPr sz="2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2200" dirty="0">
                <a:latin typeface="Consolas"/>
                <a:cs typeface="Consolas"/>
              </a:rPr>
              <a:t>Số</a:t>
            </a:r>
            <a:r>
              <a:rPr sz="2200" spc="-70" dirty="0">
                <a:latin typeface="Consolas"/>
                <a:cs typeface="Consolas"/>
              </a:rPr>
              <a:t> </a:t>
            </a:r>
            <a:r>
              <a:rPr sz="2200" dirty="0">
                <a:latin typeface="Consolas"/>
                <a:cs typeface="Consolas"/>
              </a:rPr>
              <a:t>điện</a:t>
            </a:r>
            <a:r>
              <a:rPr sz="2200" spc="-65" dirty="0">
                <a:latin typeface="Consolas"/>
                <a:cs typeface="Consolas"/>
              </a:rPr>
              <a:t> </a:t>
            </a:r>
            <a:r>
              <a:rPr sz="2200" spc="-10" dirty="0">
                <a:latin typeface="Consolas"/>
                <a:cs typeface="Consolas"/>
              </a:rPr>
              <a:t>thoại</a:t>
            </a:r>
            <a:r>
              <a:rPr sz="2200" spc="-1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2200" spc="-10" dirty="0">
                <a:solidFill>
                  <a:srgbClr val="559CD5"/>
                </a:solidFill>
                <a:latin typeface="Consolas"/>
                <a:cs typeface="Consolas"/>
              </a:rPr>
              <a:t>th</a:t>
            </a:r>
            <a:r>
              <a:rPr sz="2200" spc="-1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2200">
              <a:latin typeface="Consolas"/>
              <a:cs typeface="Consolas"/>
            </a:endParaRPr>
          </a:p>
          <a:p>
            <a:pPr marL="1240155">
              <a:lnSpc>
                <a:spcPts val="2640"/>
              </a:lnSpc>
            </a:pPr>
            <a:r>
              <a:rPr sz="2200" spc="-1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2200" spc="-10" dirty="0">
                <a:solidFill>
                  <a:srgbClr val="559CD5"/>
                </a:solidFill>
                <a:latin typeface="Consolas"/>
                <a:cs typeface="Consolas"/>
              </a:rPr>
              <a:t>tr</a:t>
            </a:r>
            <a:r>
              <a:rPr sz="2200" spc="-1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2200">
              <a:latin typeface="Consolas"/>
              <a:cs typeface="Consolas"/>
            </a:endParaRPr>
          </a:p>
          <a:p>
            <a:pPr marL="934085">
              <a:lnSpc>
                <a:spcPts val="2640"/>
              </a:lnSpc>
            </a:pPr>
            <a:r>
              <a:rPr sz="2200" spc="-1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2200" spc="-10" dirty="0">
                <a:solidFill>
                  <a:srgbClr val="559CD5"/>
                </a:solidFill>
                <a:latin typeface="Consolas"/>
                <a:cs typeface="Consolas"/>
              </a:rPr>
              <a:t>thead</a:t>
            </a:r>
            <a:r>
              <a:rPr sz="2200" spc="-1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2200">
              <a:latin typeface="Consolas"/>
              <a:cs typeface="Consolas"/>
            </a:endParaRPr>
          </a:p>
          <a:p>
            <a:pPr marL="934085">
              <a:lnSpc>
                <a:spcPts val="2640"/>
              </a:lnSpc>
            </a:pPr>
            <a:r>
              <a:rPr sz="2200" spc="-1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2200" spc="-10" dirty="0">
                <a:solidFill>
                  <a:srgbClr val="559CD5"/>
                </a:solidFill>
                <a:latin typeface="Consolas"/>
                <a:cs typeface="Consolas"/>
              </a:rPr>
              <a:t>tbody</a:t>
            </a:r>
            <a:r>
              <a:rPr sz="2200" spc="-1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2200">
              <a:latin typeface="Consolas"/>
              <a:cs typeface="Consolas"/>
            </a:endParaRPr>
          </a:p>
          <a:p>
            <a:pPr marL="1240155">
              <a:lnSpc>
                <a:spcPct val="100000"/>
              </a:lnSpc>
            </a:pPr>
            <a:r>
              <a:rPr sz="2200" spc="-2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2200" spc="-20" dirty="0">
                <a:solidFill>
                  <a:srgbClr val="559CD5"/>
                </a:solidFill>
                <a:latin typeface="Consolas"/>
                <a:cs typeface="Consolas"/>
              </a:rPr>
              <a:t>tr</a:t>
            </a:r>
            <a:r>
              <a:rPr sz="2200" spc="-2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2200">
              <a:latin typeface="Consolas"/>
              <a:cs typeface="Consolas"/>
            </a:endParaRPr>
          </a:p>
          <a:p>
            <a:pPr marL="1548765">
              <a:lnSpc>
                <a:spcPts val="2640"/>
              </a:lnSpc>
            </a:pPr>
            <a:r>
              <a:rPr sz="2200" spc="-1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2200" spc="-10" dirty="0">
                <a:solidFill>
                  <a:srgbClr val="559CD5"/>
                </a:solidFill>
                <a:latin typeface="Consolas"/>
                <a:cs typeface="Consolas"/>
              </a:rPr>
              <a:t>td</a:t>
            </a:r>
            <a:r>
              <a:rPr sz="2200" spc="-1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2200" spc="-10" dirty="0">
                <a:latin typeface="Consolas"/>
                <a:cs typeface="Consolas"/>
              </a:rPr>
              <a:t>1</a:t>
            </a:r>
            <a:r>
              <a:rPr sz="2200" spc="-1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2200" spc="-10" dirty="0">
                <a:solidFill>
                  <a:srgbClr val="559CD5"/>
                </a:solidFill>
                <a:latin typeface="Consolas"/>
                <a:cs typeface="Consolas"/>
              </a:rPr>
              <a:t>td</a:t>
            </a:r>
            <a:r>
              <a:rPr sz="2200" spc="-1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2200">
              <a:latin typeface="Consolas"/>
              <a:cs typeface="Consolas"/>
            </a:endParaRPr>
          </a:p>
          <a:p>
            <a:pPr marL="1548765">
              <a:lnSpc>
                <a:spcPts val="2640"/>
              </a:lnSpc>
            </a:pPr>
            <a:r>
              <a:rPr sz="22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2200" dirty="0">
                <a:solidFill>
                  <a:srgbClr val="559CD5"/>
                </a:solidFill>
                <a:latin typeface="Consolas"/>
                <a:cs typeface="Consolas"/>
              </a:rPr>
              <a:t>td</a:t>
            </a:r>
            <a:r>
              <a:rPr sz="2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2200" dirty="0">
                <a:latin typeface="Consolas"/>
                <a:cs typeface="Consolas"/>
              </a:rPr>
              <a:t>Le</a:t>
            </a:r>
            <a:r>
              <a:rPr sz="2200" spc="-65" dirty="0">
                <a:latin typeface="Consolas"/>
                <a:cs typeface="Consolas"/>
              </a:rPr>
              <a:t> </a:t>
            </a:r>
            <a:r>
              <a:rPr sz="2200" dirty="0">
                <a:latin typeface="Consolas"/>
                <a:cs typeface="Consolas"/>
              </a:rPr>
              <a:t>Van</a:t>
            </a:r>
            <a:r>
              <a:rPr sz="2200" spc="-50" dirty="0">
                <a:latin typeface="Consolas"/>
                <a:cs typeface="Consolas"/>
              </a:rPr>
              <a:t> </a:t>
            </a:r>
            <a:r>
              <a:rPr sz="2200" spc="-10" dirty="0">
                <a:latin typeface="Consolas"/>
                <a:cs typeface="Consolas"/>
              </a:rPr>
              <a:t>A</a:t>
            </a:r>
            <a:r>
              <a:rPr sz="2200" spc="-1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2200" spc="-10" dirty="0">
                <a:solidFill>
                  <a:srgbClr val="559CD5"/>
                </a:solidFill>
                <a:latin typeface="Consolas"/>
                <a:cs typeface="Consolas"/>
              </a:rPr>
              <a:t>td</a:t>
            </a:r>
            <a:r>
              <a:rPr sz="2200" spc="-1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2200">
              <a:latin typeface="Consolas"/>
              <a:cs typeface="Consolas"/>
            </a:endParaRPr>
          </a:p>
          <a:p>
            <a:pPr marL="1548765">
              <a:lnSpc>
                <a:spcPts val="2640"/>
              </a:lnSpc>
            </a:pPr>
            <a:r>
              <a:rPr sz="2200" spc="-1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2200" spc="-10" dirty="0">
                <a:solidFill>
                  <a:srgbClr val="559CD5"/>
                </a:solidFill>
                <a:latin typeface="Consolas"/>
                <a:cs typeface="Consolas"/>
              </a:rPr>
              <a:t>td</a:t>
            </a:r>
            <a:r>
              <a:rPr sz="2200" spc="-1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2200" spc="-10" dirty="0">
                <a:latin typeface="Consolas"/>
                <a:cs typeface="Consolas"/>
              </a:rPr>
              <a:t>0123456789</a:t>
            </a:r>
            <a:r>
              <a:rPr sz="2200" spc="-1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2200" spc="-10" dirty="0">
                <a:solidFill>
                  <a:srgbClr val="559CD5"/>
                </a:solidFill>
                <a:latin typeface="Consolas"/>
                <a:cs typeface="Consolas"/>
              </a:rPr>
              <a:t>td</a:t>
            </a:r>
            <a:r>
              <a:rPr sz="2200" spc="-1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2200">
              <a:latin typeface="Consolas"/>
              <a:cs typeface="Consolas"/>
            </a:endParaRPr>
          </a:p>
          <a:p>
            <a:pPr marL="1240155">
              <a:lnSpc>
                <a:spcPts val="2640"/>
              </a:lnSpc>
            </a:pPr>
            <a:r>
              <a:rPr sz="2200" spc="-1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2200" spc="-10" dirty="0">
                <a:solidFill>
                  <a:srgbClr val="559CD5"/>
                </a:solidFill>
                <a:latin typeface="Consolas"/>
                <a:cs typeface="Consolas"/>
              </a:rPr>
              <a:t>tr</a:t>
            </a:r>
            <a:r>
              <a:rPr sz="2200" spc="-1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2200">
              <a:latin typeface="Consolas"/>
              <a:cs typeface="Consolas"/>
            </a:endParaRPr>
          </a:p>
          <a:p>
            <a:pPr marL="1240155">
              <a:lnSpc>
                <a:spcPts val="2640"/>
              </a:lnSpc>
            </a:pPr>
            <a:r>
              <a:rPr sz="2200" spc="-2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2200" spc="-20" dirty="0">
                <a:solidFill>
                  <a:srgbClr val="559CD5"/>
                </a:solidFill>
                <a:latin typeface="Consolas"/>
                <a:cs typeface="Consolas"/>
              </a:rPr>
              <a:t>tr</a:t>
            </a:r>
            <a:r>
              <a:rPr sz="2200" spc="-2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2200">
              <a:latin typeface="Consolas"/>
              <a:cs typeface="Consolas"/>
            </a:endParaRPr>
          </a:p>
          <a:p>
            <a:pPr marL="1548765">
              <a:lnSpc>
                <a:spcPts val="2640"/>
              </a:lnSpc>
            </a:pPr>
            <a:r>
              <a:rPr sz="2200" spc="-1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2200" spc="-10" dirty="0">
                <a:solidFill>
                  <a:srgbClr val="559CD5"/>
                </a:solidFill>
                <a:latin typeface="Consolas"/>
                <a:cs typeface="Consolas"/>
              </a:rPr>
              <a:t>td</a:t>
            </a:r>
            <a:r>
              <a:rPr sz="2200" spc="-1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2200" spc="-10" dirty="0">
                <a:latin typeface="Consolas"/>
                <a:cs typeface="Consolas"/>
              </a:rPr>
              <a:t>2</a:t>
            </a:r>
            <a:r>
              <a:rPr sz="2200" spc="-1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2200" spc="-10" dirty="0">
                <a:solidFill>
                  <a:srgbClr val="559CD5"/>
                </a:solidFill>
                <a:latin typeface="Consolas"/>
                <a:cs typeface="Consolas"/>
              </a:rPr>
              <a:t>td</a:t>
            </a:r>
            <a:r>
              <a:rPr sz="2200" spc="-1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2200">
              <a:latin typeface="Consolas"/>
              <a:cs typeface="Consolas"/>
            </a:endParaRPr>
          </a:p>
          <a:p>
            <a:pPr marL="1548765">
              <a:lnSpc>
                <a:spcPct val="100000"/>
              </a:lnSpc>
            </a:pPr>
            <a:r>
              <a:rPr sz="22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2200" dirty="0">
                <a:solidFill>
                  <a:srgbClr val="559CD5"/>
                </a:solidFill>
                <a:latin typeface="Consolas"/>
                <a:cs typeface="Consolas"/>
              </a:rPr>
              <a:t>td</a:t>
            </a:r>
            <a:r>
              <a:rPr sz="220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2200" dirty="0">
                <a:latin typeface="Consolas"/>
                <a:cs typeface="Consolas"/>
              </a:rPr>
              <a:t>Nguyen</a:t>
            </a:r>
            <a:r>
              <a:rPr sz="2200" spc="-85" dirty="0">
                <a:latin typeface="Consolas"/>
                <a:cs typeface="Consolas"/>
              </a:rPr>
              <a:t> </a:t>
            </a:r>
            <a:r>
              <a:rPr sz="2200" dirty="0">
                <a:latin typeface="Consolas"/>
                <a:cs typeface="Consolas"/>
              </a:rPr>
              <a:t>Thi</a:t>
            </a:r>
            <a:r>
              <a:rPr sz="2200" spc="-75" dirty="0">
                <a:latin typeface="Consolas"/>
                <a:cs typeface="Consolas"/>
              </a:rPr>
              <a:t> </a:t>
            </a:r>
            <a:r>
              <a:rPr sz="2200" spc="-10" dirty="0">
                <a:latin typeface="Consolas"/>
                <a:cs typeface="Consolas"/>
              </a:rPr>
              <a:t>B</a:t>
            </a:r>
            <a:r>
              <a:rPr sz="2200" spc="-1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2200" spc="-10" dirty="0">
                <a:solidFill>
                  <a:srgbClr val="559CD5"/>
                </a:solidFill>
                <a:latin typeface="Consolas"/>
                <a:cs typeface="Consolas"/>
              </a:rPr>
              <a:t>td</a:t>
            </a:r>
            <a:r>
              <a:rPr sz="2200" spc="-1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2200">
              <a:latin typeface="Consolas"/>
              <a:cs typeface="Consolas"/>
            </a:endParaRPr>
          </a:p>
          <a:p>
            <a:pPr marL="1548765">
              <a:lnSpc>
                <a:spcPts val="2640"/>
              </a:lnSpc>
            </a:pPr>
            <a:r>
              <a:rPr sz="2200" spc="-1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2200" spc="-10" dirty="0">
                <a:solidFill>
                  <a:srgbClr val="559CD5"/>
                </a:solidFill>
                <a:latin typeface="Consolas"/>
                <a:cs typeface="Consolas"/>
              </a:rPr>
              <a:t>td</a:t>
            </a:r>
            <a:r>
              <a:rPr sz="2200" spc="-1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2200" spc="-10" dirty="0">
                <a:latin typeface="Consolas"/>
                <a:cs typeface="Consolas"/>
              </a:rPr>
              <a:t>0987654321</a:t>
            </a:r>
            <a:r>
              <a:rPr sz="2200" spc="-1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2200" spc="-10" dirty="0">
                <a:solidFill>
                  <a:srgbClr val="559CD5"/>
                </a:solidFill>
                <a:latin typeface="Consolas"/>
                <a:cs typeface="Consolas"/>
              </a:rPr>
              <a:t>td</a:t>
            </a:r>
            <a:r>
              <a:rPr sz="2200" spc="-1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2200">
              <a:latin typeface="Consolas"/>
              <a:cs typeface="Consolas"/>
            </a:endParaRPr>
          </a:p>
          <a:p>
            <a:pPr marL="1240155">
              <a:lnSpc>
                <a:spcPts val="2640"/>
              </a:lnSpc>
            </a:pPr>
            <a:r>
              <a:rPr sz="2200" spc="-1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2200" spc="-10" dirty="0">
                <a:solidFill>
                  <a:srgbClr val="559CD5"/>
                </a:solidFill>
                <a:latin typeface="Consolas"/>
                <a:cs typeface="Consolas"/>
              </a:rPr>
              <a:t>tr</a:t>
            </a:r>
            <a:r>
              <a:rPr sz="2200" spc="-1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2200">
              <a:latin typeface="Consolas"/>
              <a:cs typeface="Consolas"/>
            </a:endParaRPr>
          </a:p>
          <a:p>
            <a:pPr marL="934085">
              <a:lnSpc>
                <a:spcPts val="2640"/>
              </a:lnSpc>
            </a:pPr>
            <a:r>
              <a:rPr sz="2200" spc="-1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2200" spc="-10" dirty="0">
                <a:solidFill>
                  <a:srgbClr val="559CD5"/>
                </a:solidFill>
                <a:latin typeface="Consolas"/>
                <a:cs typeface="Consolas"/>
              </a:rPr>
              <a:t>tbody</a:t>
            </a:r>
            <a:r>
              <a:rPr sz="2200" spc="-1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22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200" spc="-1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2200" spc="-10" dirty="0">
                <a:solidFill>
                  <a:srgbClr val="559CD5"/>
                </a:solidFill>
                <a:latin typeface="Consolas"/>
                <a:cs typeface="Consolas"/>
              </a:rPr>
              <a:t>table</a:t>
            </a:r>
            <a:r>
              <a:rPr sz="2200" spc="-1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2200">
              <a:latin typeface="Consolas"/>
              <a:cs typeface="Consolas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926" y="2201978"/>
            <a:ext cx="9552239" cy="28459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484" dirty="0"/>
              <a:t>CHƯƠNG</a:t>
            </a:r>
            <a:r>
              <a:rPr spc="-580" dirty="0"/>
              <a:t> </a:t>
            </a:r>
            <a:r>
              <a:rPr spc="-919" dirty="0"/>
              <a:t>II:</a:t>
            </a:r>
            <a:r>
              <a:rPr spc="-575" dirty="0"/>
              <a:t> </a:t>
            </a:r>
            <a:r>
              <a:rPr spc="-715" dirty="0"/>
              <a:t>HTML</a:t>
            </a:r>
            <a:r>
              <a:rPr spc="-585" dirty="0"/>
              <a:t> </a:t>
            </a:r>
            <a:r>
              <a:rPr spc="-905" dirty="0"/>
              <a:t>&amp;</a:t>
            </a:r>
            <a:r>
              <a:rPr spc="-580" dirty="0"/>
              <a:t> </a:t>
            </a:r>
            <a:r>
              <a:rPr spc="-715" dirty="0"/>
              <a:t>HTML5</a:t>
            </a:r>
            <a:endParaRPr spc="-715" dirty="0"/>
          </a:p>
        </p:txBody>
      </p:sp>
      <p:sp>
        <p:nvSpPr>
          <p:cNvPr id="11" name="object 11"/>
          <p:cNvSpPr txBox="1"/>
          <p:nvPr/>
        </p:nvSpPr>
        <p:spPr>
          <a:xfrm>
            <a:off x="2508250" y="2301875"/>
            <a:ext cx="8580755" cy="689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spc="-465" dirty="0">
                <a:latin typeface="Tahoma"/>
                <a:cs typeface="Tahoma"/>
              </a:rPr>
              <a:t>2.3</a:t>
            </a:r>
            <a:r>
              <a:rPr sz="4400" b="1" spc="-495" dirty="0">
                <a:latin typeface="Tahoma"/>
                <a:cs typeface="Tahoma"/>
              </a:rPr>
              <a:t> </a:t>
            </a:r>
            <a:r>
              <a:rPr sz="4400" b="1" spc="-265" dirty="0">
                <a:latin typeface="Tahoma"/>
                <a:cs typeface="Tahoma"/>
              </a:rPr>
              <a:t>Các</a:t>
            </a:r>
            <a:r>
              <a:rPr sz="4400" b="1" spc="-490" dirty="0">
                <a:latin typeface="Tahoma"/>
                <a:cs typeface="Tahoma"/>
              </a:rPr>
              <a:t> </a:t>
            </a:r>
            <a:r>
              <a:rPr sz="4400" b="1" spc="-459" dirty="0">
                <a:latin typeface="Tahoma"/>
                <a:cs typeface="Tahoma"/>
              </a:rPr>
              <a:t>thẻ</a:t>
            </a:r>
            <a:r>
              <a:rPr sz="4400" b="1" spc="-495" dirty="0">
                <a:latin typeface="Tahoma"/>
                <a:cs typeface="Tahoma"/>
              </a:rPr>
              <a:t> </a:t>
            </a:r>
            <a:r>
              <a:rPr sz="4400" b="1" spc="-630" dirty="0">
                <a:latin typeface="Tahoma"/>
                <a:cs typeface="Tahoma"/>
              </a:rPr>
              <a:t>HTML</a:t>
            </a:r>
            <a:r>
              <a:rPr sz="4400" b="1" spc="-490" dirty="0">
                <a:latin typeface="Tahoma"/>
                <a:cs typeface="Tahoma"/>
              </a:rPr>
              <a:t> </a:t>
            </a:r>
            <a:r>
              <a:rPr sz="4400" b="1" spc="-545" dirty="0">
                <a:latin typeface="Tahoma"/>
                <a:cs typeface="Tahoma"/>
              </a:rPr>
              <a:t>thông</a:t>
            </a:r>
            <a:r>
              <a:rPr sz="4400" b="1" spc="-500" dirty="0">
                <a:latin typeface="Tahoma"/>
                <a:cs typeface="Tahoma"/>
              </a:rPr>
              <a:t> </a:t>
            </a:r>
            <a:r>
              <a:rPr sz="4400" b="1" spc="-580" dirty="0">
                <a:latin typeface="Tahoma"/>
                <a:cs typeface="Tahoma"/>
              </a:rPr>
              <a:t>dụng</a:t>
            </a:r>
            <a:endParaRPr sz="4400">
              <a:latin typeface="Tahoma"/>
              <a:cs typeface="Tahoma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  <p:sp>
        <p:nvSpPr>
          <p:cNvPr id="15" name="object 13"/>
          <p:cNvSpPr txBox="1">
            <a:spLocks noGrp="1"/>
          </p:cNvSpPr>
          <p:nvPr>
            <p:ph type="dt" sz="half" idx="6"/>
          </p:nvPr>
        </p:nvSpPr>
        <p:spPr>
          <a:xfrm>
            <a:off x="601345" y="10674350"/>
            <a:ext cx="5245100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85" dirty="0">
                <a:solidFill>
                  <a:schemeClr val="tx1"/>
                </a:solidFill>
              </a:rPr>
              <a:t>THIẾT </a:t>
            </a:r>
            <a:r>
              <a:rPr spc="-110" dirty="0">
                <a:solidFill>
                  <a:schemeClr val="tx1"/>
                </a:solidFill>
              </a:rPr>
              <a:t>KẾ</a:t>
            </a:r>
            <a:r>
              <a:rPr spc="-190" dirty="0">
                <a:solidFill>
                  <a:schemeClr val="tx1"/>
                </a:solidFill>
              </a:rPr>
              <a:t> </a:t>
            </a:r>
            <a:r>
              <a:rPr spc="-110" dirty="0">
                <a:solidFill>
                  <a:schemeClr val="tx1"/>
                </a:solidFill>
              </a:rPr>
              <a:t>WEB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VÀ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45" dirty="0">
                <a:solidFill>
                  <a:schemeClr val="tx1"/>
                </a:solidFill>
              </a:rPr>
              <a:t>TRIỂN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KHAI</a:t>
            </a:r>
            <a:r>
              <a:rPr spc="-200" dirty="0">
                <a:solidFill>
                  <a:schemeClr val="tx1"/>
                </a:solidFill>
              </a:rPr>
              <a:t> </a:t>
            </a:r>
            <a:r>
              <a:rPr spc="-80" dirty="0">
                <a:solidFill>
                  <a:schemeClr val="tx1"/>
                </a:solidFill>
              </a:rPr>
              <a:t>HỆ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95" dirty="0">
                <a:solidFill>
                  <a:schemeClr val="tx1"/>
                </a:solidFill>
              </a:rPr>
              <a:t>THỐNG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75" dirty="0">
                <a:solidFill>
                  <a:schemeClr val="tx1"/>
                </a:solidFill>
              </a:rPr>
              <a:t>PHẦN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25" dirty="0">
                <a:solidFill>
                  <a:schemeClr val="tx1"/>
                </a:solidFill>
              </a:rPr>
              <a:t>MỀM</a:t>
            </a:r>
            <a:endParaRPr spc="-20" dirty="0">
              <a:solidFill>
                <a:schemeClr val="tx1"/>
              </a:solidFill>
            </a:endParaRPr>
          </a:p>
        </p:txBody>
      </p:sp>
      <p:sp>
        <p:nvSpPr>
          <p:cNvPr id="16" name="object 6"/>
          <p:cNvSpPr/>
          <p:nvPr/>
        </p:nvSpPr>
        <p:spPr>
          <a:xfrm>
            <a:off x="523544" y="10447221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8063A1"/>
            </a:solidFill>
          </a:ln>
        </p:spPr>
        <p:txBody>
          <a:bodyPr wrap="square" lIns="0" tIns="0" rIns="0" bIns="0" rtlCol="0"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484" dirty="0"/>
              <a:t>CHƯƠNG</a:t>
            </a:r>
            <a:r>
              <a:rPr spc="-580" dirty="0"/>
              <a:t> </a:t>
            </a:r>
            <a:r>
              <a:rPr spc="-919" dirty="0"/>
              <a:t>II:</a:t>
            </a:r>
            <a:r>
              <a:rPr spc="-575" dirty="0"/>
              <a:t> </a:t>
            </a:r>
            <a:r>
              <a:rPr spc="-715" dirty="0"/>
              <a:t>HTML</a:t>
            </a:r>
            <a:r>
              <a:rPr spc="-585" dirty="0"/>
              <a:t> </a:t>
            </a:r>
            <a:r>
              <a:rPr spc="-905" dirty="0"/>
              <a:t>&amp;</a:t>
            </a:r>
            <a:r>
              <a:rPr spc="-580" dirty="0"/>
              <a:t> </a:t>
            </a:r>
            <a:r>
              <a:rPr spc="-715" dirty="0"/>
              <a:t>HTML5</a:t>
            </a:r>
            <a:endParaRPr spc="-715" dirty="0"/>
          </a:p>
        </p:txBody>
      </p:sp>
      <p:sp>
        <p:nvSpPr>
          <p:cNvPr id="3" name="object 3"/>
          <p:cNvSpPr txBox="1"/>
          <p:nvPr/>
        </p:nvSpPr>
        <p:spPr>
          <a:xfrm>
            <a:off x="11423374" y="2073155"/>
            <a:ext cx="664464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spc="-465" dirty="0">
                <a:latin typeface="Tahoma"/>
                <a:cs typeface="Tahoma"/>
              </a:rPr>
              <a:t>2.3</a:t>
            </a:r>
            <a:r>
              <a:rPr sz="4400" b="1" spc="-495" dirty="0">
                <a:latin typeface="Tahoma"/>
                <a:cs typeface="Tahoma"/>
              </a:rPr>
              <a:t> </a:t>
            </a:r>
            <a:r>
              <a:rPr sz="4400" b="1" spc="-265" dirty="0">
                <a:latin typeface="Tahoma"/>
                <a:cs typeface="Tahoma"/>
              </a:rPr>
              <a:t>Các</a:t>
            </a:r>
            <a:r>
              <a:rPr sz="4400" b="1" spc="-490" dirty="0">
                <a:latin typeface="Tahoma"/>
                <a:cs typeface="Tahoma"/>
              </a:rPr>
              <a:t> </a:t>
            </a:r>
            <a:r>
              <a:rPr sz="4400" b="1" spc="-459" dirty="0">
                <a:latin typeface="Tahoma"/>
                <a:cs typeface="Tahoma"/>
              </a:rPr>
              <a:t>thẻ</a:t>
            </a:r>
            <a:r>
              <a:rPr sz="4400" b="1" spc="-495" dirty="0">
                <a:latin typeface="Tahoma"/>
                <a:cs typeface="Tahoma"/>
              </a:rPr>
              <a:t> </a:t>
            </a:r>
            <a:r>
              <a:rPr sz="4400" b="1" spc="-630" dirty="0">
                <a:latin typeface="Tahoma"/>
                <a:cs typeface="Tahoma"/>
              </a:rPr>
              <a:t>HTML</a:t>
            </a:r>
            <a:r>
              <a:rPr sz="4400" b="1" spc="-490" dirty="0">
                <a:latin typeface="Tahoma"/>
                <a:cs typeface="Tahoma"/>
              </a:rPr>
              <a:t> </a:t>
            </a:r>
            <a:r>
              <a:rPr sz="4400" b="1" spc="-545" dirty="0">
                <a:latin typeface="Tahoma"/>
                <a:cs typeface="Tahoma"/>
              </a:rPr>
              <a:t>thông</a:t>
            </a:r>
            <a:r>
              <a:rPr sz="4400" b="1" spc="-500" dirty="0">
                <a:latin typeface="Tahoma"/>
                <a:cs typeface="Tahoma"/>
              </a:rPr>
              <a:t> </a:t>
            </a:r>
            <a:r>
              <a:rPr sz="4400" b="1" spc="-580" dirty="0">
                <a:latin typeface="Tahoma"/>
                <a:cs typeface="Tahoma"/>
              </a:rPr>
              <a:t>dụng</a:t>
            </a:r>
            <a:endParaRPr sz="4400">
              <a:latin typeface="Tahoma"/>
              <a:cs typeface="Tahoma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  <p:sp>
        <p:nvSpPr>
          <p:cNvPr id="15" name="object 13"/>
          <p:cNvSpPr txBox="1">
            <a:spLocks noGrp="1"/>
          </p:cNvSpPr>
          <p:nvPr>
            <p:ph type="dt" sz="half" idx="6"/>
          </p:nvPr>
        </p:nvSpPr>
        <p:spPr>
          <a:xfrm>
            <a:off x="601345" y="10674350"/>
            <a:ext cx="5245100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 marL="12700">
              <a:lnSpc>
                <a:spcPts val="1980"/>
              </a:lnSpc>
            </a:pPr>
            <a:r>
              <a:rPr spc="-185" dirty="0">
                <a:solidFill>
                  <a:schemeClr val="bg1"/>
                </a:solidFill>
              </a:rPr>
              <a:t>THIẾT </a:t>
            </a:r>
            <a:r>
              <a:rPr spc="-110" dirty="0">
                <a:solidFill>
                  <a:schemeClr val="bg1"/>
                </a:solidFill>
              </a:rPr>
              <a:t>KẾ</a:t>
            </a:r>
            <a:r>
              <a:rPr spc="-190" dirty="0">
                <a:solidFill>
                  <a:schemeClr val="bg1"/>
                </a:solidFill>
              </a:rPr>
              <a:t> </a:t>
            </a:r>
            <a:r>
              <a:rPr spc="-110" dirty="0">
                <a:solidFill>
                  <a:schemeClr val="bg1"/>
                </a:solidFill>
              </a:rPr>
              <a:t>WEB</a:t>
            </a:r>
            <a:r>
              <a:rPr spc="-185" dirty="0">
                <a:solidFill>
                  <a:schemeClr val="bg1"/>
                </a:solidFill>
              </a:rPr>
              <a:t> </a:t>
            </a:r>
            <a:r>
              <a:rPr spc="-130" dirty="0">
                <a:solidFill>
                  <a:schemeClr val="bg1"/>
                </a:solidFill>
              </a:rPr>
              <a:t>VÀ</a:t>
            </a:r>
            <a:r>
              <a:rPr spc="-185" dirty="0">
                <a:solidFill>
                  <a:schemeClr val="bg1"/>
                </a:solidFill>
              </a:rPr>
              <a:t> </a:t>
            </a:r>
            <a:r>
              <a:rPr spc="-145" dirty="0">
                <a:solidFill>
                  <a:schemeClr val="bg1"/>
                </a:solidFill>
              </a:rPr>
              <a:t>TRIỂN</a:t>
            </a:r>
            <a:r>
              <a:rPr spc="-180" dirty="0">
                <a:solidFill>
                  <a:schemeClr val="bg1"/>
                </a:solidFill>
              </a:rPr>
              <a:t> </a:t>
            </a:r>
            <a:r>
              <a:rPr spc="-130" dirty="0">
                <a:solidFill>
                  <a:schemeClr val="bg1"/>
                </a:solidFill>
              </a:rPr>
              <a:t>KHAI</a:t>
            </a:r>
            <a:r>
              <a:rPr spc="-200" dirty="0">
                <a:solidFill>
                  <a:schemeClr val="bg1"/>
                </a:solidFill>
              </a:rPr>
              <a:t> </a:t>
            </a:r>
            <a:r>
              <a:rPr spc="-80" dirty="0">
                <a:solidFill>
                  <a:schemeClr val="bg1"/>
                </a:solidFill>
              </a:rPr>
              <a:t>HỆ</a:t>
            </a:r>
            <a:r>
              <a:rPr spc="-180" dirty="0">
                <a:solidFill>
                  <a:schemeClr val="bg1"/>
                </a:solidFill>
              </a:rPr>
              <a:t> </a:t>
            </a:r>
            <a:r>
              <a:rPr spc="-95" dirty="0">
                <a:solidFill>
                  <a:schemeClr val="bg1"/>
                </a:solidFill>
              </a:rPr>
              <a:t>THỐNG</a:t>
            </a:r>
            <a:r>
              <a:rPr spc="-180" dirty="0">
                <a:solidFill>
                  <a:schemeClr val="bg1"/>
                </a:solidFill>
              </a:rPr>
              <a:t> </a:t>
            </a:r>
            <a:r>
              <a:rPr spc="-75" dirty="0">
                <a:solidFill>
                  <a:schemeClr val="bg1"/>
                </a:solidFill>
              </a:rPr>
              <a:t>PHẦN</a:t>
            </a:r>
            <a:r>
              <a:rPr spc="-185" dirty="0">
                <a:solidFill>
                  <a:schemeClr val="bg1"/>
                </a:solidFill>
              </a:rPr>
              <a:t> </a:t>
            </a:r>
            <a:r>
              <a:rPr spc="-25" dirty="0">
                <a:solidFill>
                  <a:schemeClr val="bg1"/>
                </a:solidFill>
              </a:rPr>
              <a:t>MỀM</a:t>
            </a:r>
            <a:endParaRPr spc="-25" dirty="0">
              <a:solidFill>
                <a:schemeClr val="bg1"/>
              </a:solidFill>
            </a:endParaRPr>
          </a:p>
        </p:txBody>
      </p:sp>
      <p:sp>
        <p:nvSpPr>
          <p:cNvPr id="16" name="object 6"/>
          <p:cNvSpPr/>
          <p:nvPr/>
        </p:nvSpPr>
        <p:spPr>
          <a:xfrm>
            <a:off x="523544" y="10447221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8063A1"/>
            </a:solidFill>
          </a:ln>
        </p:spPr>
        <p:txBody>
          <a:bodyPr wrap="square" lIns="0" tIns="0" rIns="0" bIns="0" rtlCol="0"/>
          <a:p/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50" y="168275"/>
            <a:ext cx="2080260" cy="20701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5050" y="10443845"/>
            <a:ext cx="3822700" cy="86042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71926" y="2201978"/>
            <a:ext cx="9552239" cy="2845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03390" y="2377955"/>
            <a:ext cx="17698720" cy="7762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36750">
              <a:lnSpc>
                <a:spcPct val="100000"/>
              </a:lnSpc>
              <a:spcBef>
                <a:spcPts val="100"/>
              </a:spcBef>
            </a:pPr>
            <a:r>
              <a:rPr sz="4000" b="1" spc="-465" dirty="0">
                <a:latin typeface="Tahoma"/>
                <a:cs typeface="Tahoma"/>
              </a:rPr>
              <a:t>2.3</a:t>
            </a:r>
            <a:r>
              <a:rPr sz="4000" b="1" spc="-495" dirty="0">
                <a:latin typeface="Tahoma"/>
                <a:cs typeface="Tahoma"/>
              </a:rPr>
              <a:t> </a:t>
            </a:r>
            <a:r>
              <a:rPr sz="4000" b="1" spc="-265" dirty="0">
                <a:latin typeface="Tahoma"/>
                <a:cs typeface="Tahoma"/>
              </a:rPr>
              <a:t>Các</a:t>
            </a:r>
            <a:r>
              <a:rPr sz="4000" b="1" spc="-490" dirty="0">
                <a:latin typeface="Tahoma"/>
                <a:cs typeface="Tahoma"/>
              </a:rPr>
              <a:t> </a:t>
            </a:r>
            <a:r>
              <a:rPr sz="4000" b="1" spc="-459" dirty="0">
                <a:latin typeface="Tahoma"/>
                <a:cs typeface="Tahoma"/>
              </a:rPr>
              <a:t>thẻ</a:t>
            </a:r>
            <a:r>
              <a:rPr sz="4000" b="1" spc="-495" dirty="0">
                <a:latin typeface="Tahoma"/>
                <a:cs typeface="Tahoma"/>
              </a:rPr>
              <a:t> </a:t>
            </a:r>
            <a:r>
              <a:rPr sz="4000" b="1" spc="-630" dirty="0">
                <a:latin typeface="Tahoma"/>
                <a:cs typeface="Tahoma"/>
              </a:rPr>
              <a:t>HTML</a:t>
            </a:r>
            <a:r>
              <a:rPr sz="4000" b="1" spc="-490" dirty="0">
                <a:latin typeface="Tahoma"/>
                <a:cs typeface="Tahoma"/>
              </a:rPr>
              <a:t> </a:t>
            </a:r>
            <a:r>
              <a:rPr sz="4000" b="1" spc="-545" dirty="0">
                <a:latin typeface="Tahoma"/>
                <a:cs typeface="Tahoma"/>
              </a:rPr>
              <a:t>thông</a:t>
            </a:r>
            <a:r>
              <a:rPr sz="4000" b="1" spc="-500" dirty="0">
                <a:latin typeface="Tahoma"/>
                <a:cs typeface="Tahoma"/>
              </a:rPr>
              <a:t> </a:t>
            </a:r>
            <a:r>
              <a:rPr sz="4000" b="1" spc="-580" dirty="0">
                <a:latin typeface="Tahoma"/>
                <a:cs typeface="Tahoma"/>
              </a:rPr>
              <a:t>dụng</a:t>
            </a:r>
            <a:endParaRPr sz="4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10"/>
              </a:spcBef>
            </a:pPr>
            <a:endParaRPr sz="4000">
              <a:latin typeface="Tahoma"/>
              <a:cs typeface="Tahoma"/>
            </a:endParaRPr>
          </a:p>
          <a:p>
            <a:pPr marL="641985" indent="-629285">
              <a:lnSpc>
                <a:spcPct val="100000"/>
              </a:lnSpc>
              <a:spcBef>
                <a:spcPts val="5"/>
              </a:spcBef>
              <a:buSzPct val="59000"/>
              <a:buFont typeface="Wingdings"/>
              <a:buChar char=""/>
              <a:tabLst>
                <a:tab pos="641985" algn="l"/>
              </a:tabLst>
            </a:pPr>
            <a:r>
              <a:rPr sz="3200" b="1" dirty="0">
                <a:latin typeface="Arial" panose="020B0604020202020204"/>
                <a:cs typeface="Arial" panose="020B0604020202020204"/>
              </a:rPr>
              <a:t>Thẻ</a:t>
            </a:r>
            <a:r>
              <a:rPr sz="3200" b="1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3200" b="1" dirty="0">
                <a:latin typeface="Arial" panose="020B0604020202020204"/>
                <a:cs typeface="Arial" panose="020B0604020202020204"/>
              </a:rPr>
              <a:t>ul</a:t>
            </a:r>
            <a:r>
              <a:rPr sz="3200" b="1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3200" b="1" dirty="0">
                <a:latin typeface="Arial" panose="020B0604020202020204"/>
                <a:cs typeface="Arial" panose="020B0604020202020204"/>
              </a:rPr>
              <a:t>(chèn</a:t>
            </a:r>
            <a:r>
              <a:rPr sz="3200" b="1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3200" b="1" dirty="0">
                <a:latin typeface="Arial" panose="020B0604020202020204"/>
                <a:cs typeface="Arial" panose="020B0604020202020204"/>
              </a:rPr>
              <a:t>danh</a:t>
            </a:r>
            <a:r>
              <a:rPr sz="3200" b="1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3200" b="1" dirty="0">
                <a:latin typeface="Arial" panose="020B0604020202020204"/>
                <a:cs typeface="Arial" panose="020B0604020202020204"/>
              </a:rPr>
              <a:t>sách</a:t>
            </a:r>
            <a:r>
              <a:rPr sz="3200" b="1" spc="-25" dirty="0">
                <a:latin typeface="Arial" panose="020B0604020202020204"/>
                <a:cs typeface="Arial" panose="020B0604020202020204"/>
              </a:rPr>
              <a:t> </a:t>
            </a:r>
            <a:r>
              <a:rPr sz="3200" b="1" dirty="0">
                <a:latin typeface="Arial" panose="020B0604020202020204"/>
                <a:cs typeface="Arial" panose="020B0604020202020204"/>
              </a:rPr>
              <a:t>không</a:t>
            </a:r>
            <a:r>
              <a:rPr sz="3200" b="1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3200" b="1" dirty="0">
                <a:latin typeface="Arial" panose="020B0604020202020204"/>
                <a:cs typeface="Arial" panose="020B0604020202020204"/>
              </a:rPr>
              <a:t>thứ</a:t>
            </a:r>
            <a:r>
              <a:rPr sz="3200" b="1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3200" b="1" spc="-25" dirty="0">
                <a:latin typeface="Arial" panose="020B0604020202020204"/>
                <a:cs typeface="Arial" panose="020B0604020202020204"/>
              </a:rPr>
              <a:t>tự)</a:t>
            </a:r>
            <a:endParaRPr sz="3200">
              <a:latin typeface="Arial" panose="020B0604020202020204"/>
              <a:cs typeface="Arial" panose="020B0604020202020204"/>
            </a:endParaRPr>
          </a:p>
          <a:p>
            <a:pPr marL="1331595" marR="5080" lvl="1" indent="-525780">
              <a:lnSpc>
                <a:spcPct val="130000"/>
              </a:lnSpc>
              <a:spcBef>
                <a:spcPts val="205"/>
              </a:spcBef>
              <a:buSzPct val="37000"/>
              <a:buChar char="•"/>
              <a:tabLst>
                <a:tab pos="1331595" algn="l"/>
              </a:tabLst>
            </a:pPr>
            <a:r>
              <a:rPr sz="3200" spc="-150" dirty="0">
                <a:latin typeface="Tahoma"/>
                <a:cs typeface="Tahoma"/>
              </a:rPr>
              <a:t>Kiểu</a:t>
            </a:r>
            <a:r>
              <a:rPr sz="3200" spc="-385" dirty="0">
                <a:latin typeface="Tahoma"/>
                <a:cs typeface="Tahoma"/>
              </a:rPr>
              <a:t> </a:t>
            </a:r>
            <a:r>
              <a:rPr sz="3200" spc="-390" dirty="0">
                <a:latin typeface="Tahoma"/>
                <a:cs typeface="Tahoma"/>
              </a:rPr>
              <a:t>&lt;ul&gt;&lt;/ul&gt;</a:t>
            </a:r>
            <a:r>
              <a:rPr sz="3200" spc="-385" dirty="0">
                <a:latin typeface="Tahoma"/>
                <a:cs typeface="Tahoma"/>
              </a:rPr>
              <a:t> </a:t>
            </a:r>
            <a:r>
              <a:rPr sz="3200" spc="-185" dirty="0">
                <a:latin typeface="Tahoma"/>
                <a:cs typeface="Tahoma"/>
              </a:rPr>
              <a:t>(Unordered</a:t>
            </a:r>
            <a:r>
              <a:rPr sz="3200" spc="-385" dirty="0">
                <a:latin typeface="Tahoma"/>
                <a:cs typeface="Tahoma"/>
              </a:rPr>
              <a:t> </a:t>
            </a:r>
            <a:r>
              <a:rPr sz="3200" spc="-95" dirty="0">
                <a:latin typeface="Tahoma"/>
                <a:cs typeface="Tahoma"/>
              </a:rPr>
              <a:t>List</a:t>
            </a:r>
            <a:r>
              <a:rPr sz="3200" spc="-395" dirty="0">
                <a:latin typeface="Tahoma"/>
                <a:cs typeface="Tahoma"/>
              </a:rPr>
              <a:t> </a:t>
            </a:r>
            <a:r>
              <a:rPr sz="3200" spc="-195" dirty="0">
                <a:latin typeface="Tahoma"/>
                <a:cs typeface="Tahoma"/>
              </a:rPr>
              <a:t>-</a:t>
            </a:r>
            <a:r>
              <a:rPr sz="3200" spc="-390" dirty="0">
                <a:latin typeface="Tahoma"/>
                <a:cs typeface="Tahoma"/>
              </a:rPr>
              <a:t> </a:t>
            </a:r>
            <a:r>
              <a:rPr sz="3200" spc="-225" dirty="0">
                <a:latin typeface="Tahoma"/>
                <a:cs typeface="Tahoma"/>
              </a:rPr>
              <a:t>Không</a:t>
            </a:r>
            <a:r>
              <a:rPr sz="3200" spc="-395" dirty="0">
                <a:latin typeface="Tahoma"/>
                <a:cs typeface="Tahoma"/>
              </a:rPr>
              <a:t> </a:t>
            </a:r>
            <a:r>
              <a:rPr sz="3200" spc="-110" dirty="0">
                <a:latin typeface="Tahoma"/>
                <a:cs typeface="Tahoma"/>
              </a:rPr>
              <a:t>sắp</a:t>
            </a:r>
            <a:r>
              <a:rPr sz="3200" spc="-385" dirty="0">
                <a:latin typeface="Tahoma"/>
                <a:cs typeface="Tahoma"/>
              </a:rPr>
              <a:t> </a:t>
            </a:r>
            <a:r>
              <a:rPr sz="3200" spc="-250" dirty="0">
                <a:latin typeface="Tahoma"/>
                <a:cs typeface="Tahoma"/>
              </a:rPr>
              <a:t>xếp):</a:t>
            </a:r>
            <a:r>
              <a:rPr sz="3200" spc="-380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Các</a:t>
            </a:r>
            <a:r>
              <a:rPr sz="3200" spc="-385" dirty="0">
                <a:latin typeface="Tahoma"/>
                <a:cs typeface="Tahoma"/>
              </a:rPr>
              <a:t> </a:t>
            </a:r>
            <a:r>
              <a:rPr sz="3200" spc="-110" dirty="0">
                <a:latin typeface="Tahoma"/>
                <a:cs typeface="Tahoma"/>
              </a:rPr>
              <a:t>mục</a:t>
            </a:r>
            <a:r>
              <a:rPr sz="3200" spc="-405" dirty="0">
                <a:latin typeface="Tahoma"/>
                <a:cs typeface="Tahoma"/>
              </a:rPr>
              <a:t> </a:t>
            </a:r>
            <a:r>
              <a:rPr sz="3200" spc="-90" dirty="0">
                <a:latin typeface="Tahoma"/>
                <a:cs typeface="Tahoma"/>
              </a:rPr>
              <a:t>con</a:t>
            </a:r>
            <a:r>
              <a:rPr sz="3200" spc="-400" dirty="0">
                <a:latin typeface="Tahoma"/>
                <a:cs typeface="Tahoma"/>
              </a:rPr>
              <a:t> </a:t>
            </a:r>
            <a:r>
              <a:rPr sz="3200" spc="-95" dirty="0">
                <a:latin typeface="Tahoma"/>
                <a:cs typeface="Tahoma"/>
              </a:rPr>
              <a:t>của</a:t>
            </a:r>
            <a:r>
              <a:rPr sz="3200" spc="-385" dirty="0">
                <a:latin typeface="Tahoma"/>
                <a:cs typeface="Tahoma"/>
              </a:rPr>
              <a:t> </a:t>
            </a:r>
            <a:r>
              <a:rPr sz="3200" spc="-170" dirty="0">
                <a:latin typeface="Tahoma"/>
                <a:cs typeface="Tahoma"/>
              </a:rPr>
              <a:t>nó</a:t>
            </a:r>
            <a:r>
              <a:rPr sz="3200" spc="-395" dirty="0">
                <a:latin typeface="Tahoma"/>
                <a:cs typeface="Tahoma"/>
              </a:rPr>
              <a:t> </a:t>
            </a:r>
            <a:r>
              <a:rPr sz="3200" spc="-90" dirty="0">
                <a:latin typeface="Tahoma"/>
                <a:cs typeface="Tahoma"/>
              </a:rPr>
              <a:t>sẽ</a:t>
            </a:r>
            <a:r>
              <a:rPr sz="3200" spc="-395" dirty="0">
                <a:latin typeface="Tahoma"/>
                <a:cs typeface="Tahoma"/>
              </a:rPr>
              <a:t> </a:t>
            </a:r>
            <a:r>
              <a:rPr sz="3200" spc="-204" dirty="0">
                <a:latin typeface="Tahoma"/>
                <a:cs typeface="Tahoma"/>
              </a:rPr>
              <a:t>không</a:t>
            </a:r>
            <a:r>
              <a:rPr sz="3200" spc="-385" dirty="0">
                <a:latin typeface="Tahoma"/>
                <a:cs typeface="Tahoma"/>
              </a:rPr>
              <a:t> </a:t>
            </a:r>
            <a:r>
              <a:rPr sz="3200" spc="-135" dirty="0">
                <a:latin typeface="Tahoma"/>
                <a:cs typeface="Tahoma"/>
              </a:rPr>
              <a:t>được</a:t>
            </a:r>
            <a:r>
              <a:rPr sz="3200" spc="-385" dirty="0">
                <a:latin typeface="Tahoma"/>
                <a:cs typeface="Tahoma"/>
              </a:rPr>
              <a:t> </a:t>
            </a:r>
            <a:r>
              <a:rPr sz="3200" spc="-185" dirty="0">
                <a:latin typeface="Tahoma"/>
                <a:cs typeface="Tahoma"/>
              </a:rPr>
              <a:t>đánh</a:t>
            </a:r>
            <a:r>
              <a:rPr sz="3200" spc="-400" dirty="0">
                <a:latin typeface="Tahoma"/>
                <a:cs typeface="Tahoma"/>
              </a:rPr>
              <a:t> </a:t>
            </a:r>
            <a:r>
              <a:rPr sz="3200" spc="-110" dirty="0">
                <a:latin typeface="Tahoma"/>
                <a:cs typeface="Tahoma"/>
              </a:rPr>
              <a:t>số,</a:t>
            </a:r>
            <a:r>
              <a:rPr sz="3200" spc="-405" dirty="0">
                <a:latin typeface="Tahoma"/>
                <a:cs typeface="Tahoma"/>
              </a:rPr>
              <a:t> </a:t>
            </a:r>
            <a:r>
              <a:rPr sz="3200" spc="-165" dirty="0">
                <a:latin typeface="Tahoma"/>
                <a:cs typeface="Tahoma"/>
              </a:rPr>
              <a:t>mà</a:t>
            </a:r>
            <a:r>
              <a:rPr sz="3200" spc="-385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chỉ </a:t>
            </a:r>
            <a:r>
              <a:rPr sz="3200" spc="-135" dirty="0">
                <a:latin typeface="Tahoma"/>
                <a:cs typeface="Tahoma"/>
              </a:rPr>
              <a:t>được</a:t>
            </a:r>
            <a:r>
              <a:rPr sz="3200" spc="-385" dirty="0">
                <a:latin typeface="Tahoma"/>
                <a:cs typeface="Tahoma"/>
              </a:rPr>
              <a:t> </a:t>
            </a:r>
            <a:r>
              <a:rPr sz="3200" spc="-185" dirty="0">
                <a:latin typeface="Tahoma"/>
                <a:cs typeface="Tahoma"/>
              </a:rPr>
              <a:t>đánh</a:t>
            </a:r>
            <a:r>
              <a:rPr sz="3200" spc="-400" dirty="0">
                <a:latin typeface="Tahoma"/>
                <a:cs typeface="Tahoma"/>
              </a:rPr>
              <a:t> </a:t>
            </a:r>
            <a:r>
              <a:rPr sz="3200" spc="-145" dirty="0">
                <a:latin typeface="Tahoma"/>
                <a:cs typeface="Tahoma"/>
              </a:rPr>
              <a:t>dấu</a:t>
            </a:r>
            <a:r>
              <a:rPr sz="3200" spc="-385" dirty="0">
                <a:latin typeface="Tahoma"/>
                <a:cs typeface="Tahoma"/>
              </a:rPr>
              <a:t> </a:t>
            </a:r>
            <a:r>
              <a:rPr sz="3200" spc="-204" dirty="0">
                <a:latin typeface="Tahoma"/>
                <a:cs typeface="Tahoma"/>
              </a:rPr>
              <a:t>bằng</a:t>
            </a:r>
            <a:r>
              <a:rPr sz="3200" spc="-380" dirty="0">
                <a:latin typeface="Tahoma"/>
                <a:cs typeface="Tahoma"/>
              </a:rPr>
              <a:t> </a:t>
            </a:r>
            <a:r>
              <a:rPr sz="3200" spc="-145" dirty="0">
                <a:latin typeface="Tahoma"/>
                <a:cs typeface="Tahoma"/>
              </a:rPr>
              <a:t>hình</a:t>
            </a:r>
            <a:r>
              <a:rPr sz="3200" spc="-38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tròn.</a:t>
            </a:r>
            <a:endParaRPr sz="3200">
              <a:latin typeface="Tahoma"/>
              <a:cs typeface="Tahoma"/>
            </a:endParaRPr>
          </a:p>
          <a:p>
            <a:pPr marL="1331595" lvl="1" indent="-525145">
              <a:lnSpc>
                <a:spcPct val="100000"/>
              </a:lnSpc>
              <a:spcBef>
                <a:spcPts val="1160"/>
              </a:spcBef>
              <a:buSzPct val="37000"/>
              <a:buChar char="•"/>
              <a:tabLst>
                <a:tab pos="1331595" algn="l"/>
              </a:tabLst>
            </a:pPr>
            <a:r>
              <a:rPr sz="3200" spc="-50" dirty="0">
                <a:latin typeface="Tahoma"/>
                <a:cs typeface="Tahoma"/>
              </a:rPr>
              <a:t>Cú</a:t>
            </a:r>
            <a:r>
              <a:rPr sz="3200" spc="-39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pháp:</a:t>
            </a:r>
            <a:endParaRPr sz="3200">
              <a:latin typeface="Tahoma"/>
              <a:cs typeface="Tahoma"/>
            </a:endParaRPr>
          </a:p>
          <a:p>
            <a:pPr marL="1520190">
              <a:lnSpc>
                <a:spcPct val="100000"/>
              </a:lnSpc>
              <a:spcBef>
                <a:spcPts val="1085"/>
              </a:spcBef>
            </a:pPr>
            <a:r>
              <a:rPr sz="2400" spc="-360" dirty="0">
                <a:latin typeface="Tahoma"/>
                <a:cs typeface="Tahoma"/>
              </a:rPr>
              <a:t>&lt;ul&gt;</a:t>
            </a:r>
            <a:endParaRPr sz="2400">
              <a:latin typeface="Tahoma"/>
              <a:cs typeface="Tahoma"/>
            </a:endParaRPr>
          </a:p>
          <a:p>
            <a:pPr marL="2273935">
              <a:lnSpc>
                <a:spcPct val="100000"/>
              </a:lnSpc>
              <a:spcBef>
                <a:spcPts val="925"/>
              </a:spcBef>
            </a:pPr>
            <a:r>
              <a:rPr sz="2000" spc="-185" dirty="0">
                <a:latin typeface="Tahoma"/>
                <a:cs typeface="Tahoma"/>
              </a:rPr>
              <a:t>&lt;li&gt;Mục</a:t>
            </a:r>
            <a:r>
              <a:rPr sz="2000" spc="-225" dirty="0">
                <a:latin typeface="Tahoma"/>
                <a:cs typeface="Tahoma"/>
              </a:rPr>
              <a:t> </a:t>
            </a:r>
            <a:r>
              <a:rPr sz="2000" spc="-40" dirty="0">
                <a:latin typeface="Tahoma"/>
                <a:cs typeface="Tahoma"/>
              </a:rPr>
              <a:t>1&lt;/li&gt;</a:t>
            </a:r>
            <a:endParaRPr sz="2000">
              <a:latin typeface="Tahoma"/>
              <a:cs typeface="Tahoma"/>
            </a:endParaRPr>
          </a:p>
          <a:p>
            <a:pPr marL="2273935">
              <a:lnSpc>
                <a:spcPct val="100000"/>
              </a:lnSpc>
              <a:spcBef>
                <a:spcPts val="840"/>
              </a:spcBef>
            </a:pPr>
            <a:r>
              <a:rPr sz="2000" spc="-254" dirty="0">
                <a:latin typeface="Tahoma"/>
                <a:cs typeface="Tahoma"/>
              </a:rPr>
              <a:t>&lt;li&gt;</a:t>
            </a:r>
            <a:r>
              <a:rPr sz="2000" spc="-285" dirty="0">
                <a:latin typeface="Tahoma"/>
                <a:cs typeface="Tahoma"/>
              </a:rPr>
              <a:t> </a:t>
            </a:r>
            <a:r>
              <a:rPr sz="2000" spc="-75" dirty="0">
                <a:latin typeface="Tahoma"/>
                <a:cs typeface="Tahoma"/>
              </a:rPr>
              <a:t>Mục</a:t>
            </a:r>
            <a:r>
              <a:rPr sz="2000" spc="-275" dirty="0">
                <a:latin typeface="Tahoma"/>
                <a:cs typeface="Tahoma"/>
              </a:rPr>
              <a:t> </a:t>
            </a:r>
            <a:r>
              <a:rPr sz="2000" spc="-45" dirty="0">
                <a:latin typeface="Tahoma"/>
                <a:cs typeface="Tahoma"/>
              </a:rPr>
              <a:t>2&lt;/li&gt;</a:t>
            </a:r>
            <a:endParaRPr sz="2000">
              <a:latin typeface="Tahoma"/>
              <a:cs typeface="Tahoma"/>
            </a:endParaRPr>
          </a:p>
          <a:p>
            <a:pPr marL="2273935">
              <a:lnSpc>
                <a:spcPct val="100000"/>
              </a:lnSpc>
              <a:spcBef>
                <a:spcPts val="840"/>
              </a:spcBef>
            </a:pPr>
            <a:r>
              <a:rPr sz="2000" spc="-254" dirty="0">
                <a:latin typeface="Tahoma"/>
                <a:cs typeface="Tahoma"/>
              </a:rPr>
              <a:t>&lt;li&gt;</a:t>
            </a:r>
            <a:r>
              <a:rPr sz="2000" spc="-285" dirty="0">
                <a:latin typeface="Tahoma"/>
                <a:cs typeface="Tahoma"/>
              </a:rPr>
              <a:t> </a:t>
            </a:r>
            <a:r>
              <a:rPr sz="2000" spc="-75" dirty="0">
                <a:latin typeface="Tahoma"/>
                <a:cs typeface="Tahoma"/>
              </a:rPr>
              <a:t>Mục</a:t>
            </a:r>
            <a:r>
              <a:rPr sz="2000" spc="-275" dirty="0">
                <a:latin typeface="Tahoma"/>
                <a:cs typeface="Tahoma"/>
              </a:rPr>
              <a:t> </a:t>
            </a:r>
            <a:r>
              <a:rPr sz="2000" spc="-45" dirty="0">
                <a:latin typeface="Tahoma"/>
                <a:cs typeface="Tahoma"/>
              </a:rPr>
              <a:t>3&lt;/li&gt;</a:t>
            </a:r>
            <a:endParaRPr sz="2000">
              <a:latin typeface="Tahoma"/>
              <a:cs typeface="Tahoma"/>
            </a:endParaRPr>
          </a:p>
          <a:p>
            <a:pPr marL="1520190">
              <a:lnSpc>
                <a:spcPct val="100000"/>
              </a:lnSpc>
              <a:spcBef>
                <a:spcPts val="910"/>
              </a:spcBef>
            </a:pPr>
            <a:r>
              <a:rPr sz="2400" spc="-340" dirty="0">
                <a:latin typeface="Tahoma"/>
                <a:cs typeface="Tahoma"/>
              </a:rPr>
              <a:t>&lt;/ul&gt;</a:t>
            </a:r>
            <a:endParaRPr sz="2400">
              <a:latin typeface="Tahoma"/>
              <a:cs typeface="Tahoma"/>
            </a:endParaRPr>
          </a:p>
          <a:p>
            <a:pPr marL="1331595" lvl="1" indent="-525145">
              <a:lnSpc>
                <a:spcPct val="100000"/>
              </a:lnSpc>
              <a:spcBef>
                <a:spcPts val="1060"/>
              </a:spcBef>
              <a:buSzPct val="37000"/>
              <a:buChar char="•"/>
              <a:tabLst>
                <a:tab pos="1331595" algn="l"/>
              </a:tabLst>
            </a:pPr>
            <a:r>
              <a:rPr sz="3200" spc="-285" dirty="0">
                <a:latin typeface="Tahoma"/>
                <a:cs typeface="Tahoma"/>
              </a:rPr>
              <a:t>Ý</a:t>
            </a:r>
            <a:r>
              <a:rPr sz="3200" spc="-395" dirty="0">
                <a:latin typeface="Tahoma"/>
                <a:cs typeface="Tahoma"/>
              </a:rPr>
              <a:t> </a:t>
            </a:r>
            <a:r>
              <a:rPr sz="3200" spc="-180" dirty="0">
                <a:latin typeface="Tahoma"/>
                <a:cs typeface="Tahoma"/>
              </a:rPr>
              <a:t>nghĩa</a:t>
            </a:r>
            <a:r>
              <a:rPr sz="3200" spc="-390" dirty="0">
                <a:latin typeface="Tahoma"/>
                <a:cs typeface="Tahoma"/>
              </a:rPr>
              <a:t> </a:t>
            </a:r>
            <a:r>
              <a:rPr sz="3200" spc="-20" dirty="0">
                <a:latin typeface="Tahoma"/>
                <a:cs typeface="Tahoma"/>
              </a:rPr>
              <a:t>các</a:t>
            </a:r>
            <a:r>
              <a:rPr sz="3200" spc="-409" dirty="0">
                <a:latin typeface="Tahoma"/>
                <a:cs typeface="Tahoma"/>
              </a:rPr>
              <a:t> </a:t>
            </a:r>
            <a:r>
              <a:rPr sz="3200" spc="-20" dirty="0">
                <a:latin typeface="Tahoma"/>
                <a:cs typeface="Tahoma"/>
              </a:rPr>
              <a:t>thẻ:</a:t>
            </a:r>
            <a:endParaRPr sz="3200">
              <a:latin typeface="Tahoma"/>
              <a:cs typeface="Tahoma"/>
            </a:endParaRPr>
          </a:p>
          <a:p>
            <a:pPr marL="2085340" lvl="2" indent="-419100">
              <a:lnSpc>
                <a:spcPct val="100000"/>
              </a:lnSpc>
              <a:spcBef>
                <a:spcPts val="1085"/>
              </a:spcBef>
              <a:buSzPct val="44000"/>
              <a:buChar char="•"/>
              <a:tabLst>
                <a:tab pos="2084705" algn="l"/>
              </a:tabLst>
            </a:pPr>
            <a:r>
              <a:rPr sz="2400" spc="-335" dirty="0">
                <a:latin typeface="Tahoma"/>
                <a:cs typeface="Tahoma"/>
              </a:rPr>
              <a:t>&lt;ul&gt;&lt;/ul&gt;</a:t>
            </a:r>
            <a:r>
              <a:rPr sz="2400" spc="-315" dirty="0">
                <a:latin typeface="Tahoma"/>
                <a:cs typeface="Tahoma"/>
              </a:rPr>
              <a:t> </a:t>
            </a:r>
            <a:r>
              <a:rPr sz="2400" spc="-155" dirty="0">
                <a:latin typeface="Tahoma"/>
                <a:cs typeface="Tahoma"/>
              </a:rPr>
              <a:t>(Unordered</a:t>
            </a:r>
            <a:r>
              <a:rPr sz="2400" spc="-315" dirty="0">
                <a:latin typeface="Tahoma"/>
                <a:cs typeface="Tahoma"/>
              </a:rPr>
              <a:t> </a:t>
            </a:r>
            <a:r>
              <a:rPr sz="2400" spc="-135" dirty="0">
                <a:latin typeface="Tahoma"/>
                <a:cs typeface="Tahoma"/>
              </a:rPr>
              <a:t>List):</a:t>
            </a:r>
            <a:r>
              <a:rPr sz="2400" spc="-310" dirty="0">
                <a:latin typeface="Tahoma"/>
                <a:cs typeface="Tahoma"/>
              </a:rPr>
              <a:t> </a:t>
            </a:r>
            <a:r>
              <a:rPr sz="2400" spc="-150" dirty="0">
                <a:latin typeface="Tahoma"/>
                <a:cs typeface="Tahoma"/>
              </a:rPr>
              <a:t>Danh</a:t>
            </a:r>
            <a:r>
              <a:rPr sz="2400" spc="-315" dirty="0">
                <a:latin typeface="Tahoma"/>
                <a:cs typeface="Tahoma"/>
              </a:rPr>
              <a:t> </a:t>
            </a:r>
            <a:r>
              <a:rPr sz="2400" spc="-60" dirty="0">
                <a:latin typeface="Tahoma"/>
                <a:cs typeface="Tahoma"/>
              </a:rPr>
              <a:t>sách</a:t>
            </a:r>
            <a:r>
              <a:rPr sz="2400" spc="-310" dirty="0">
                <a:latin typeface="Tahoma"/>
                <a:cs typeface="Tahoma"/>
              </a:rPr>
              <a:t> </a:t>
            </a:r>
            <a:r>
              <a:rPr sz="2400" spc="-125" dirty="0">
                <a:latin typeface="Tahoma"/>
                <a:cs typeface="Tahoma"/>
              </a:rPr>
              <a:t>hiển</a:t>
            </a:r>
            <a:r>
              <a:rPr sz="2400" spc="-310" dirty="0">
                <a:latin typeface="Tahoma"/>
                <a:cs typeface="Tahoma"/>
              </a:rPr>
              <a:t> </a:t>
            </a:r>
            <a:r>
              <a:rPr sz="2400" spc="-105" dirty="0">
                <a:latin typeface="Tahoma"/>
                <a:cs typeface="Tahoma"/>
              </a:rPr>
              <a:t>thị</a:t>
            </a:r>
            <a:r>
              <a:rPr sz="2400" spc="-300" dirty="0">
                <a:latin typeface="Tahoma"/>
                <a:cs typeface="Tahoma"/>
              </a:rPr>
              <a:t> </a:t>
            </a:r>
            <a:r>
              <a:rPr sz="2400" spc="-125" dirty="0">
                <a:latin typeface="Tahoma"/>
                <a:cs typeface="Tahoma"/>
              </a:rPr>
              <a:t>kiểu</a:t>
            </a:r>
            <a:r>
              <a:rPr sz="2400" spc="-320" dirty="0">
                <a:latin typeface="Tahoma"/>
                <a:cs typeface="Tahoma"/>
              </a:rPr>
              <a:t> </a:t>
            </a:r>
            <a:r>
              <a:rPr sz="2400" spc="-170" dirty="0">
                <a:latin typeface="Tahoma"/>
                <a:cs typeface="Tahoma"/>
              </a:rPr>
              <a:t>không</a:t>
            </a:r>
            <a:r>
              <a:rPr sz="2400" spc="-310" dirty="0">
                <a:latin typeface="Tahoma"/>
                <a:cs typeface="Tahoma"/>
              </a:rPr>
              <a:t> </a:t>
            </a:r>
            <a:r>
              <a:rPr sz="2400" spc="-120" dirty="0">
                <a:latin typeface="Tahoma"/>
                <a:cs typeface="Tahoma"/>
              </a:rPr>
              <a:t>được</a:t>
            </a:r>
            <a:r>
              <a:rPr sz="2400" spc="-310" dirty="0">
                <a:latin typeface="Tahoma"/>
                <a:cs typeface="Tahoma"/>
              </a:rPr>
              <a:t> </a:t>
            </a:r>
            <a:r>
              <a:rPr sz="2400" spc="-145" dirty="0">
                <a:latin typeface="Tahoma"/>
                <a:cs typeface="Tahoma"/>
              </a:rPr>
              <a:t>đánh</a:t>
            </a:r>
            <a:r>
              <a:rPr sz="2400" spc="-315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số.</a:t>
            </a:r>
            <a:endParaRPr sz="2400">
              <a:latin typeface="Tahoma"/>
              <a:cs typeface="Tahoma"/>
            </a:endParaRPr>
          </a:p>
          <a:p>
            <a:pPr marL="2085340" lvl="2" indent="-419100">
              <a:lnSpc>
                <a:spcPct val="100000"/>
              </a:lnSpc>
              <a:spcBef>
                <a:spcPts val="990"/>
              </a:spcBef>
              <a:buSzPct val="44000"/>
              <a:buChar char="•"/>
              <a:tabLst>
                <a:tab pos="2084705" algn="l"/>
              </a:tabLst>
            </a:pPr>
            <a:r>
              <a:rPr sz="2400" spc="-290" dirty="0">
                <a:latin typeface="Tahoma"/>
                <a:cs typeface="Tahoma"/>
              </a:rPr>
              <a:t>&lt;li&gt;&lt;/li&gt;</a:t>
            </a:r>
            <a:r>
              <a:rPr sz="2400" spc="-305" dirty="0">
                <a:latin typeface="Tahoma"/>
                <a:cs typeface="Tahoma"/>
              </a:rPr>
              <a:t> </a:t>
            </a:r>
            <a:r>
              <a:rPr sz="2400" spc="-100" dirty="0">
                <a:latin typeface="Tahoma"/>
                <a:cs typeface="Tahoma"/>
              </a:rPr>
              <a:t>(List</a:t>
            </a:r>
            <a:r>
              <a:rPr sz="2400" spc="-325" dirty="0">
                <a:latin typeface="Tahoma"/>
                <a:cs typeface="Tahoma"/>
              </a:rPr>
              <a:t> </a:t>
            </a:r>
            <a:r>
              <a:rPr sz="2400" spc="-225" dirty="0">
                <a:latin typeface="Tahoma"/>
                <a:cs typeface="Tahoma"/>
              </a:rPr>
              <a:t>Item):</a:t>
            </a:r>
            <a:r>
              <a:rPr sz="2400" spc="-320" dirty="0">
                <a:latin typeface="Tahoma"/>
                <a:cs typeface="Tahoma"/>
              </a:rPr>
              <a:t> </a:t>
            </a:r>
            <a:r>
              <a:rPr sz="2400" spc="-130" dirty="0">
                <a:latin typeface="Tahoma"/>
                <a:cs typeface="Tahoma"/>
              </a:rPr>
              <a:t>Một</a:t>
            </a:r>
            <a:r>
              <a:rPr sz="2400" spc="-310" dirty="0">
                <a:latin typeface="Tahoma"/>
                <a:cs typeface="Tahoma"/>
              </a:rPr>
              <a:t> </a:t>
            </a:r>
            <a:r>
              <a:rPr sz="2400" spc="-95" dirty="0">
                <a:latin typeface="Tahoma"/>
                <a:cs typeface="Tahoma"/>
              </a:rPr>
              <a:t>mục</a:t>
            </a:r>
            <a:r>
              <a:rPr sz="2400" spc="-315" dirty="0">
                <a:latin typeface="Tahoma"/>
                <a:cs typeface="Tahoma"/>
              </a:rPr>
              <a:t> </a:t>
            </a:r>
            <a:r>
              <a:rPr sz="2400" spc="-175" dirty="0">
                <a:latin typeface="Tahoma"/>
                <a:cs typeface="Tahoma"/>
              </a:rPr>
              <a:t>trong</a:t>
            </a:r>
            <a:r>
              <a:rPr sz="2400" spc="-315" dirty="0">
                <a:latin typeface="Tahoma"/>
                <a:cs typeface="Tahoma"/>
              </a:rPr>
              <a:t> </a:t>
            </a:r>
            <a:r>
              <a:rPr sz="2400" spc="-140" dirty="0">
                <a:latin typeface="Tahoma"/>
                <a:cs typeface="Tahoma"/>
              </a:rPr>
              <a:t>danh</a:t>
            </a:r>
            <a:r>
              <a:rPr sz="2400" spc="-31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sách.</a:t>
            </a:r>
            <a:endParaRPr sz="2400" spc="-1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484" dirty="0"/>
              <a:t>CHƯƠNG</a:t>
            </a:r>
            <a:r>
              <a:rPr spc="-580" dirty="0"/>
              <a:t> </a:t>
            </a:r>
            <a:r>
              <a:rPr spc="-919" dirty="0"/>
              <a:t>II:</a:t>
            </a:r>
            <a:r>
              <a:rPr spc="-575" dirty="0"/>
              <a:t> </a:t>
            </a:r>
            <a:r>
              <a:rPr spc="-715" dirty="0"/>
              <a:t>HTML</a:t>
            </a:r>
            <a:r>
              <a:rPr spc="-585" dirty="0"/>
              <a:t> </a:t>
            </a:r>
            <a:r>
              <a:rPr spc="-905" dirty="0"/>
              <a:t>&amp;</a:t>
            </a:r>
            <a:r>
              <a:rPr spc="-580" dirty="0"/>
              <a:t> </a:t>
            </a:r>
            <a:r>
              <a:rPr spc="-715" dirty="0"/>
              <a:t>HTML5</a:t>
            </a:r>
            <a:endParaRPr spc="-715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  <p:sp>
        <p:nvSpPr>
          <p:cNvPr id="15" name="object 13"/>
          <p:cNvSpPr txBox="1">
            <a:spLocks noGrp="1"/>
          </p:cNvSpPr>
          <p:nvPr>
            <p:ph type="dt" sz="half" idx="6"/>
          </p:nvPr>
        </p:nvSpPr>
        <p:spPr>
          <a:xfrm>
            <a:off x="601345" y="10674350"/>
            <a:ext cx="5245100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 marL="12700">
              <a:lnSpc>
                <a:spcPts val="1980"/>
              </a:lnSpc>
            </a:pPr>
            <a:r>
              <a:rPr spc="-185" dirty="0">
                <a:solidFill>
                  <a:schemeClr val="tx1"/>
                </a:solidFill>
              </a:rPr>
              <a:t>THIẾT </a:t>
            </a:r>
            <a:r>
              <a:rPr spc="-110" dirty="0">
                <a:solidFill>
                  <a:schemeClr val="tx1"/>
                </a:solidFill>
              </a:rPr>
              <a:t>KẾ</a:t>
            </a:r>
            <a:r>
              <a:rPr spc="-190" dirty="0">
                <a:solidFill>
                  <a:schemeClr val="tx1"/>
                </a:solidFill>
              </a:rPr>
              <a:t> </a:t>
            </a:r>
            <a:r>
              <a:rPr spc="-110" dirty="0">
                <a:solidFill>
                  <a:schemeClr val="tx1"/>
                </a:solidFill>
              </a:rPr>
              <a:t>WEB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VÀ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45" dirty="0">
                <a:solidFill>
                  <a:schemeClr val="tx1"/>
                </a:solidFill>
              </a:rPr>
              <a:t>TRIỂN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KHAI</a:t>
            </a:r>
            <a:r>
              <a:rPr spc="-200" dirty="0">
                <a:solidFill>
                  <a:schemeClr val="tx1"/>
                </a:solidFill>
              </a:rPr>
              <a:t> </a:t>
            </a:r>
            <a:r>
              <a:rPr spc="-80" dirty="0">
                <a:solidFill>
                  <a:schemeClr val="tx1"/>
                </a:solidFill>
              </a:rPr>
              <a:t>HỆ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95" dirty="0">
                <a:solidFill>
                  <a:schemeClr val="tx1"/>
                </a:solidFill>
              </a:rPr>
              <a:t>THỐNG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75" dirty="0">
                <a:solidFill>
                  <a:schemeClr val="tx1"/>
                </a:solidFill>
              </a:rPr>
              <a:t>PHẦN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25" dirty="0">
                <a:solidFill>
                  <a:schemeClr val="tx1"/>
                </a:solidFill>
              </a:rPr>
              <a:t>MỀM</a:t>
            </a:r>
            <a:endParaRPr spc="-20" dirty="0">
              <a:solidFill>
                <a:schemeClr val="tx1"/>
              </a:solidFill>
            </a:endParaRPr>
          </a:p>
        </p:txBody>
      </p:sp>
      <p:sp>
        <p:nvSpPr>
          <p:cNvPr id="16" name="object 6"/>
          <p:cNvSpPr/>
          <p:nvPr/>
        </p:nvSpPr>
        <p:spPr>
          <a:xfrm>
            <a:off x="523544" y="10447221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8063A1"/>
            </a:solidFill>
          </a:ln>
        </p:spPr>
        <p:txBody>
          <a:bodyPr wrap="square" lIns="0" tIns="0" rIns="0" bIns="0" rtlCol="0"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71926" y="2201978"/>
            <a:ext cx="9552239" cy="2845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79590" y="2301755"/>
            <a:ext cx="18190845" cy="8122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36750">
              <a:lnSpc>
                <a:spcPct val="100000"/>
              </a:lnSpc>
              <a:spcBef>
                <a:spcPts val="100"/>
              </a:spcBef>
            </a:pPr>
            <a:r>
              <a:rPr sz="4000" b="1" spc="-465" dirty="0">
                <a:latin typeface="Tahoma"/>
                <a:cs typeface="Tahoma"/>
              </a:rPr>
              <a:t>2.3</a:t>
            </a:r>
            <a:r>
              <a:rPr sz="4000" b="1" spc="-495" dirty="0">
                <a:latin typeface="Tahoma"/>
                <a:cs typeface="Tahoma"/>
              </a:rPr>
              <a:t> </a:t>
            </a:r>
            <a:r>
              <a:rPr sz="4000" b="1" spc="-265" dirty="0">
                <a:latin typeface="Tahoma"/>
                <a:cs typeface="Tahoma"/>
              </a:rPr>
              <a:t>Các</a:t>
            </a:r>
            <a:r>
              <a:rPr sz="4000" b="1" spc="-490" dirty="0">
                <a:latin typeface="Tahoma"/>
                <a:cs typeface="Tahoma"/>
              </a:rPr>
              <a:t> </a:t>
            </a:r>
            <a:r>
              <a:rPr sz="4000" b="1" spc="-459" dirty="0">
                <a:latin typeface="Tahoma"/>
                <a:cs typeface="Tahoma"/>
              </a:rPr>
              <a:t>thẻ</a:t>
            </a:r>
            <a:r>
              <a:rPr sz="4000" b="1" spc="-495" dirty="0">
                <a:latin typeface="Tahoma"/>
                <a:cs typeface="Tahoma"/>
              </a:rPr>
              <a:t> </a:t>
            </a:r>
            <a:r>
              <a:rPr sz="4000" b="1" spc="-630" dirty="0">
                <a:latin typeface="Tahoma"/>
                <a:cs typeface="Tahoma"/>
              </a:rPr>
              <a:t>HTML</a:t>
            </a:r>
            <a:r>
              <a:rPr sz="4000" b="1" spc="-490" dirty="0">
                <a:latin typeface="Tahoma"/>
                <a:cs typeface="Tahoma"/>
              </a:rPr>
              <a:t> </a:t>
            </a:r>
            <a:r>
              <a:rPr sz="4000" b="1" spc="-545" dirty="0">
                <a:latin typeface="Tahoma"/>
                <a:cs typeface="Tahoma"/>
              </a:rPr>
              <a:t>thông</a:t>
            </a:r>
            <a:r>
              <a:rPr sz="4000" b="1" spc="-500" dirty="0">
                <a:latin typeface="Tahoma"/>
                <a:cs typeface="Tahoma"/>
              </a:rPr>
              <a:t> </a:t>
            </a:r>
            <a:r>
              <a:rPr sz="4000" b="1" spc="-580" dirty="0">
                <a:latin typeface="Tahoma"/>
                <a:cs typeface="Tahoma"/>
              </a:rPr>
              <a:t>dụng</a:t>
            </a:r>
            <a:endParaRPr sz="4000">
              <a:latin typeface="Tahoma"/>
              <a:cs typeface="Tahoma"/>
            </a:endParaRPr>
          </a:p>
          <a:p>
            <a:pPr marL="641985" indent="-629285">
              <a:lnSpc>
                <a:spcPct val="100000"/>
              </a:lnSpc>
              <a:spcBef>
                <a:spcPts val="5265"/>
              </a:spcBef>
              <a:buSzPct val="59000"/>
              <a:buFont typeface="Wingdings"/>
              <a:buChar char=""/>
              <a:tabLst>
                <a:tab pos="641985" algn="l"/>
              </a:tabLst>
            </a:pPr>
            <a:r>
              <a:rPr sz="3200" b="1" dirty="0">
                <a:latin typeface="Arial" panose="020B0604020202020204"/>
                <a:cs typeface="Arial" panose="020B0604020202020204"/>
              </a:rPr>
              <a:t>Thẻ</a:t>
            </a:r>
            <a:r>
              <a:rPr sz="3200" b="1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3200" b="1" dirty="0">
                <a:latin typeface="Arial" panose="020B0604020202020204"/>
                <a:cs typeface="Arial" panose="020B0604020202020204"/>
              </a:rPr>
              <a:t>ol</a:t>
            </a:r>
            <a:r>
              <a:rPr sz="3200" b="1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3200" b="1" dirty="0">
                <a:latin typeface="Arial" panose="020B0604020202020204"/>
                <a:cs typeface="Arial" panose="020B0604020202020204"/>
              </a:rPr>
              <a:t>(chèn</a:t>
            </a:r>
            <a:r>
              <a:rPr sz="3200" b="1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3200" b="1" dirty="0">
                <a:latin typeface="Arial" panose="020B0604020202020204"/>
                <a:cs typeface="Arial" panose="020B0604020202020204"/>
              </a:rPr>
              <a:t>danh</a:t>
            </a:r>
            <a:r>
              <a:rPr sz="3200" b="1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3200" b="1" dirty="0">
                <a:latin typeface="Arial" panose="020B0604020202020204"/>
                <a:cs typeface="Arial" panose="020B0604020202020204"/>
              </a:rPr>
              <a:t>sách</a:t>
            </a:r>
            <a:r>
              <a:rPr sz="3200" b="1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3200" b="1" dirty="0">
                <a:latin typeface="Arial" panose="020B0604020202020204"/>
                <a:cs typeface="Arial" panose="020B0604020202020204"/>
              </a:rPr>
              <a:t>có</a:t>
            </a:r>
            <a:r>
              <a:rPr sz="3200" b="1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3200" b="1" dirty="0">
                <a:latin typeface="Arial" panose="020B0604020202020204"/>
                <a:cs typeface="Arial" panose="020B0604020202020204"/>
              </a:rPr>
              <a:t>thứ</a:t>
            </a:r>
            <a:r>
              <a:rPr sz="3200" b="1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3200" b="1" spc="-25" dirty="0">
                <a:latin typeface="Arial" panose="020B0604020202020204"/>
                <a:cs typeface="Arial" panose="020B0604020202020204"/>
              </a:rPr>
              <a:t>tự)</a:t>
            </a:r>
            <a:endParaRPr sz="3200">
              <a:latin typeface="Arial" panose="020B0604020202020204"/>
              <a:cs typeface="Arial" panose="020B0604020202020204"/>
            </a:endParaRPr>
          </a:p>
          <a:p>
            <a:pPr marL="1331595" lvl="1" indent="-525145">
              <a:lnSpc>
                <a:spcPct val="100000"/>
              </a:lnSpc>
              <a:spcBef>
                <a:spcPts val="1370"/>
              </a:spcBef>
              <a:buSzPct val="37000"/>
              <a:buChar char="•"/>
              <a:tabLst>
                <a:tab pos="1331595" algn="l"/>
              </a:tabLst>
            </a:pPr>
            <a:r>
              <a:rPr sz="3200" spc="-150" dirty="0">
                <a:latin typeface="Tahoma"/>
                <a:cs typeface="Tahoma"/>
              </a:rPr>
              <a:t>Kiểu</a:t>
            </a:r>
            <a:r>
              <a:rPr sz="3200" spc="-390" dirty="0">
                <a:latin typeface="Tahoma"/>
                <a:cs typeface="Tahoma"/>
              </a:rPr>
              <a:t> </a:t>
            </a:r>
            <a:r>
              <a:rPr sz="3200" spc="-395" dirty="0">
                <a:latin typeface="Tahoma"/>
                <a:cs typeface="Tahoma"/>
              </a:rPr>
              <a:t>&lt;ol&gt;&lt;/ol&gt;</a:t>
            </a:r>
            <a:r>
              <a:rPr sz="3200" spc="-385" dirty="0">
                <a:latin typeface="Tahoma"/>
                <a:cs typeface="Tahoma"/>
              </a:rPr>
              <a:t> </a:t>
            </a:r>
            <a:r>
              <a:rPr sz="3200" spc="-190" dirty="0">
                <a:latin typeface="Tahoma"/>
                <a:cs typeface="Tahoma"/>
              </a:rPr>
              <a:t>(Ordered</a:t>
            </a:r>
            <a:r>
              <a:rPr sz="3200" spc="-385" dirty="0">
                <a:latin typeface="Tahoma"/>
                <a:cs typeface="Tahoma"/>
              </a:rPr>
              <a:t> </a:t>
            </a:r>
            <a:r>
              <a:rPr sz="3200" spc="-95" dirty="0">
                <a:latin typeface="Tahoma"/>
                <a:cs typeface="Tahoma"/>
              </a:rPr>
              <a:t>List</a:t>
            </a:r>
            <a:r>
              <a:rPr sz="3200" spc="-390" dirty="0">
                <a:latin typeface="Tahoma"/>
                <a:cs typeface="Tahoma"/>
              </a:rPr>
              <a:t> </a:t>
            </a:r>
            <a:r>
              <a:rPr sz="3200" spc="-195" dirty="0">
                <a:latin typeface="Tahoma"/>
                <a:cs typeface="Tahoma"/>
              </a:rPr>
              <a:t>-</a:t>
            </a:r>
            <a:r>
              <a:rPr sz="3200" spc="-385" dirty="0">
                <a:latin typeface="Tahoma"/>
                <a:cs typeface="Tahoma"/>
              </a:rPr>
              <a:t> </a:t>
            </a:r>
            <a:r>
              <a:rPr sz="3200" spc="-145" dirty="0">
                <a:latin typeface="Tahoma"/>
                <a:cs typeface="Tahoma"/>
              </a:rPr>
              <a:t>Sắp</a:t>
            </a:r>
            <a:r>
              <a:rPr sz="3200" spc="-385" dirty="0">
                <a:latin typeface="Tahoma"/>
                <a:cs typeface="Tahoma"/>
              </a:rPr>
              <a:t> </a:t>
            </a:r>
            <a:r>
              <a:rPr sz="3200" spc="-250" dirty="0">
                <a:latin typeface="Tahoma"/>
                <a:cs typeface="Tahoma"/>
              </a:rPr>
              <a:t>xếp):</a:t>
            </a:r>
            <a:r>
              <a:rPr sz="3200" spc="-385" dirty="0">
                <a:latin typeface="Tahoma"/>
                <a:cs typeface="Tahoma"/>
              </a:rPr>
              <a:t> </a:t>
            </a:r>
            <a:r>
              <a:rPr sz="3200" dirty="0">
                <a:latin typeface="Tahoma"/>
                <a:cs typeface="Tahoma"/>
              </a:rPr>
              <a:t>Các</a:t>
            </a:r>
            <a:r>
              <a:rPr sz="3200" spc="-390" dirty="0">
                <a:latin typeface="Tahoma"/>
                <a:cs typeface="Tahoma"/>
              </a:rPr>
              <a:t> </a:t>
            </a:r>
            <a:r>
              <a:rPr sz="3200" spc="-110" dirty="0">
                <a:latin typeface="Tahoma"/>
                <a:cs typeface="Tahoma"/>
              </a:rPr>
              <a:t>mục</a:t>
            </a:r>
            <a:r>
              <a:rPr sz="3200" spc="-400" dirty="0">
                <a:latin typeface="Tahoma"/>
                <a:cs typeface="Tahoma"/>
              </a:rPr>
              <a:t> </a:t>
            </a:r>
            <a:r>
              <a:rPr sz="3200" spc="-90" dirty="0">
                <a:latin typeface="Tahoma"/>
                <a:cs typeface="Tahoma"/>
              </a:rPr>
              <a:t>con</a:t>
            </a:r>
            <a:r>
              <a:rPr sz="3200" spc="-400" dirty="0">
                <a:latin typeface="Tahoma"/>
                <a:cs typeface="Tahoma"/>
              </a:rPr>
              <a:t> </a:t>
            </a:r>
            <a:r>
              <a:rPr sz="3200" spc="-95" dirty="0">
                <a:latin typeface="Tahoma"/>
                <a:cs typeface="Tahoma"/>
              </a:rPr>
              <a:t>của</a:t>
            </a:r>
            <a:r>
              <a:rPr sz="3200" spc="-385" dirty="0">
                <a:latin typeface="Tahoma"/>
                <a:cs typeface="Tahoma"/>
              </a:rPr>
              <a:t> </a:t>
            </a:r>
            <a:r>
              <a:rPr sz="3200" spc="-170" dirty="0">
                <a:latin typeface="Tahoma"/>
                <a:cs typeface="Tahoma"/>
              </a:rPr>
              <a:t>nó</a:t>
            </a:r>
            <a:r>
              <a:rPr sz="3200" spc="-395" dirty="0">
                <a:latin typeface="Tahoma"/>
                <a:cs typeface="Tahoma"/>
              </a:rPr>
              <a:t> </a:t>
            </a:r>
            <a:r>
              <a:rPr sz="3200" spc="-135" dirty="0">
                <a:latin typeface="Tahoma"/>
                <a:cs typeface="Tahoma"/>
              </a:rPr>
              <a:t>được</a:t>
            </a:r>
            <a:r>
              <a:rPr sz="3200" spc="-390" dirty="0">
                <a:latin typeface="Tahoma"/>
                <a:cs typeface="Tahoma"/>
              </a:rPr>
              <a:t> </a:t>
            </a:r>
            <a:r>
              <a:rPr sz="3200" spc="-110" dirty="0">
                <a:latin typeface="Tahoma"/>
                <a:cs typeface="Tahoma"/>
              </a:rPr>
              <a:t>sắp</a:t>
            </a:r>
            <a:r>
              <a:rPr sz="3200" spc="-395" dirty="0">
                <a:latin typeface="Tahoma"/>
                <a:cs typeface="Tahoma"/>
              </a:rPr>
              <a:t> </a:t>
            </a:r>
            <a:r>
              <a:rPr sz="3200" spc="-215" dirty="0">
                <a:latin typeface="Tahoma"/>
                <a:cs typeface="Tahoma"/>
              </a:rPr>
              <a:t>xếp</a:t>
            </a:r>
            <a:r>
              <a:rPr sz="3200" spc="-385" dirty="0">
                <a:latin typeface="Tahoma"/>
                <a:cs typeface="Tahoma"/>
              </a:rPr>
              <a:t> </a:t>
            </a:r>
            <a:r>
              <a:rPr sz="3200" spc="-150" dirty="0">
                <a:latin typeface="Tahoma"/>
                <a:cs typeface="Tahoma"/>
              </a:rPr>
              <a:t>theo</a:t>
            </a:r>
            <a:r>
              <a:rPr sz="3200" spc="-385" dirty="0">
                <a:latin typeface="Tahoma"/>
                <a:cs typeface="Tahoma"/>
              </a:rPr>
              <a:t> </a:t>
            </a:r>
            <a:r>
              <a:rPr sz="3200" spc="-185" dirty="0">
                <a:latin typeface="Tahoma"/>
                <a:cs typeface="Tahoma"/>
              </a:rPr>
              <a:t>thứ</a:t>
            </a:r>
            <a:r>
              <a:rPr sz="3200" spc="-385" dirty="0">
                <a:latin typeface="Tahoma"/>
                <a:cs typeface="Tahoma"/>
              </a:rPr>
              <a:t> </a:t>
            </a:r>
            <a:r>
              <a:rPr sz="3200" spc="-180" dirty="0">
                <a:latin typeface="Tahoma"/>
                <a:cs typeface="Tahoma"/>
              </a:rPr>
              <a:t>tự</a:t>
            </a:r>
            <a:r>
              <a:rPr sz="3200" spc="-385" dirty="0">
                <a:latin typeface="Tahoma"/>
                <a:cs typeface="Tahoma"/>
              </a:rPr>
              <a:t> </a:t>
            </a:r>
            <a:r>
              <a:rPr sz="3200" spc="-204" dirty="0">
                <a:latin typeface="Tahoma"/>
                <a:cs typeface="Tahoma"/>
              </a:rPr>
              <a:t>bằng</a:t>
            </a:r>
            <a:r>
              <a:rPr sz="3200" spc="-385" dirty="0">
                <a:latin typeface="Tahoma"/>
                <a:cs typeface="Tahoma"/>
              </a:rPr>
              <a:t> </a:t>
            </a:r>
            <a:r>
              <a:rPr sz="3200" spc="-90" dirty="0">
                <a:latin typeface="Tahoma"/>
                <a:cs typeface="Tahoma"/>
              </a:rPr>
              <a:t>số</a:t>
            </a:r>
            <a:r>
              <a:rPr sz="3200" spc="-400" dirty="0">
                <a:latin typeface="Tahoma"/>
                <a:cs typeface="Tahoma"/>
              </a:rPr>
              <a:t> </a:t>
            </a:r>
            <a:r>
              <a:rPr sz="3200" spc="-110" dirty="0">
                <a:latin typeface="Tahoma"/>
                <a:cs typeface="Tahoma"/>
              </a:rPr>
              <a:t>hoặc</a:t>
            </a:r>
            <a:r>
              <a:rPr sz="3200" spc="-385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chữ</a:t>
            </a:r>
            <a:endParaRPr sz="3200">
              <a:latin typeface="Tahoma"/>
              <a:cs typeface="Tahoma"/>
            </a:endParaRPr>
          </a:p>
          <a:p>
            <a:pPr marL="1331595">
              <a:lnSpc>
                <a:spcPct val="100000"/>
              </a:lnSpc>
              <a:spcBef>
                <a:spcPts val="1160"/>
              </a:spcBef>
            </a:pPr>
            <a:r>
              <a:rPr sz="3200" spc="-20" dirty="0">
                <a:latin typeface="Tahoma"/>
                <a:cs typeface="Tahoma"/>
              </a:rPr>
              <a:t>cái.</a:t>
            </a:r>
            <a:endParaRPr sz="3200">
              <a:latin typeface="Tahoma"/>
              <a:cs typeface="Tahoma"/>
            </a:endParaRPr>
          </a:p>
          <a:p>
            <a:pPr marL="1331595" lvl="1" indent="-525145">
              <a:lnSpc>
                <a:spcPct val="100000"/>
              </a:lnSpc>
              <a:spcBef>
                <a:spcPts val="1160"/>
              </a:spcBef>
              <a:buSzPct val="37000"/>
              <a:buChar char="•"/>
              <a:tabLst>
                <a:tab pos="1331595" algn="l"/>
              </a:tabLst>
            </a:pPr>
            <a:r>
              <a:rPr sz="3200" spc="-50" dirty="0">
                <a:latin typeface="Tahoma"/>
                <a:cs typeface="Tahoma"/>
              </a:rPr>
              <a:t>Cú</a:t>
            </a:r>
            <a:r>
              <a:rPr sz="3200" spc="-39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pháp:</a:t>
            </a:r>
            <a:endParaRPr sz="3200">
              <a:latin typeface="Tahoma"/>
              <a:cs typeface="Tahoma"/>
            </a:endParaRPr>
          </a:p>
          <a:p>
            <a:pPr marL="1520190">
              <a:lnSpc>
                <a:spcPct val="100000"/>
              </a:lnSpc>
              <a:spcBef>
                <a:spcPts val="1085"/>
              </a:spcBef>
            </a:pPr>
            <a:r>
              <a:rPr sz="2400" spc="-345" dirty="0">
                <a:latin typeface="Tahoma"/>
                <a:cs typeface="Tahoma"/>
              </a:rPr>
              <a:t>&lt;ol&gt;</a:t>
            </a:r>
            <a:endParaRPr sz="2400">
              <a:latin typeface="Tahoma"/>
              <a:cs typeface="Tahoma"/>
            </a:endParaRPr>
          </a:p>
          <a:p>
            <a:pPr marL="2273935">
              <a:lnSpc>
                <a:spcPct val="100000"/>
              </a:lnSpc>
              <a:spcBef>
                <a:spcPts val="920"/>
              </a:spcBef>
            </a:pPr>
            <a:r>
              <a:rPr sz="2000" spc="-185" dirty="0">
                <a:latin typeface="Tahoma"/>
                <a:cs typeface="Tahoma"/>
              </a:rPr>
              <a:t>&lt;li&gt;Mục</a:t>
            </a:r>
            <a:r>
              <a:rPr sz="2000" spc="-225" dirty="0">
                <a:latin typeface="Tahoma"/>
                <a:cs typeface="Tahoma"/>
              </a:rPr>
              <a:t> </a:t>
            </a:r>
            <a:r>
              <a:rPr sz="2000" spc="-40" dirty="0">
                <a:latin typeface="Tahoma"/>
                <a:cs typeface="Tahoma"/>
              </a:rPr>
              <a:t>1&lt;/li&gt;</a:t>
            </a:r>
            <a:endParaRPr sz="2000">
              <a:latin typeface="Tahoma"/>
              <a:cs typeface="Tahoma"/>
            </a:endParaRPr>
          </a:p>
          <a:p>
            <a:pPr marL="2273935">
              <a:lnSpc>
                <a:spcPct val="100000"/>
              </a:lnSpc>
              <a:spcBef>
                <a:spcPts val="845"/>
              </a:spcBef>
            </a:pPr>
            <a:r>
              <a:rPr sz="2000" spc="-254" dirty="0">
                <a:latin typeface="Tahoma"/>
                <a:cs typeface="Tahoma"/>
              </a:rPr>
              <a:t>&lt;li&gt;</a:t>
            </a:r>
            <a:r>
              <a:rPr sz="2000" spc="-285" dirty="0">
                <a:latin typeface="Tahoma"/>
                <a:cs typeface="Tahoma"/>
              </a:rPr>
              <a:t> </a:t>
            </a:r>
            <a:r>
              <a:rPr sz="2000" spc="-75" dirty="0">
                <a:latin typeface="Tahoma"/>
                <a:cs typeface="Tahoma"/>
              </a:rPr>
              <a:t>Mục</a:t>
            </a:r>
            <a:r>
              <a:rPr sz="2000" spc="-275" dirty="0">
                <a:latin typeface="Tahoma"/>
                <a:cs typeface="Tahoma"/>
              </a:rPr>
              <a:t> </a:t>
            </a:r>
            <a:r>
              <a:rPr sz="2000" spc="-45" dirty="0">
                <a:latin typeface="Tahoma"/>
                <a:cs typeface="Tahoma"/>
              </a:rPr>
              <a:t>2&lt;/li&gt;</a:t>
            </a:r>
            <a:endParaRPr sz="2000">
              <a:latin typeface="Tahoma"/>
              <a:cs typeface="Tahoma"/>
            </a:endParaRPr>
          </a:p>
          <a:p>
            <a:pPr marL="2273935">
              <a:lnSpc>
                <a:spcPct val="100000"/>
              </a:lnSpc>
              <a:spcBef>
                <a:spcPts val="840"/>
              </a:spcBef>
            </a:pPr>
            <a:r>
              <a:rPr sz="2000" spc="-254" dirty="0">
                <a:latin typeface="Tahoma"/>
                <a:cs typeface="Tahoma"/>
              </a:rPr>
              <a:t>&lt;li&gt;</a:t>
            </a:r>
            <a:r>
              <a:rPr sz="2000" spc="-285" dirty="0">
                <a:latin typeface="Tahoma"/>
                <a:cs typeface="Tahoma"/>
              </a:rPr>
              <a:t> </a:t>
            </a:r>
            <a:r>
              <a:rPr sz="2000" spc="-75" dirty="0">
                <a:latin typeface="Tahoma"/>
                <a:cs typeface="Tahoma"/>
              </a:rPr>
              <a:t>Mục</a:t>
            </a:r>
            <a:r>
              <a:rPr sz="2000" spc="-275" dirty="0">
                <a:latin typeface="Tahoma"/>
                <a:cs typeface="Tahoma"/>
              </a:rPr>
              <a:t> </a:t>
            </a:r>
            <a:r>
              <a:rPr sz="2000" spc="-45" dirty="0">
                <a:latin typeface="Tahoma"/>
                <a:cs typeface="Tahoma"/>
              </a:rPr>
              <a:t>3&lt;/li&gt;</a:t>
            </a:r>
            <a:endParaRPr sz="2000">
              <a:latin typeface="Tahoma"/>
              <a:cs typeface="Tahoma"/>
            </a:endParaRPr>
          </a:p>
          <a:p>
            <a:pPr marL="1520190">
              <a:lnSpc>
                <a:spcPct val="100000"/>
              </a:lnSpc>
              <a:spcBef>
                <a:spcPts val="905"/>
              </a:spcBef>
            </a:pPr>
            <a:r>
              <a:rPr sz="2400" spc="-350" dirty="0">
                <a:latin typeface="Tahoma"/>
                <a:cs typeface="Tahoma"/>
              </a:rPr>
              <a:t>&lt;/ol&gt;</a:t>
            </a:r>
            <a:endParaRPr sz="2400">
              <a:latin typeface="Tahoma"/>
              <a:cs typeface="Tahoma"/>
            </a:endParaRPr>
          </a:p>
          <a:p>
            <a:pPr marL="1331595" lvl="1" indent="-525145">
              <a:lnSpc>
                <a:spcPct val="100000"/>
              </a:lnSpc>
              <a:spcBef>
                <a:spcPts val="1065"/>
              </a:spcBef>
              <a:buSzPct val="37000"/>
              <a:buChar char="•"/>
              <a:tabLst>
                <a:tab pos="1331595" algn="l"/>
              </a:tabLst>
            </a:pPr>
            <a:r>
              <a:rPr sz="3200" spc="-285" dirty="0">
                <a:latin typeface="Tahoma"/>
                <a:cs typeface="Tahoma"/>
              </a:rPr>
              <a:t>Ý</a:t>
            </a:r>
            <a:r>
              <a:rPr sz="3200" spc="-395" dirty="0">
                <a:latin typeface="Tahoma"/>
                <a:cs typeface="Tahoma"/>
              </a:rPr>
              <a:t> </a:t>
            </a:r>
            <a:r>
              <a:rPr sz="3200" spc="-180" dirty="0">
                <a:latin typeface="Tahoma"/>
                <a:cs typeface="Tahoma"/>
              </a:rPr>
              <a:t>nghĩa</a:t>
            </a:r>
            <a:r>
              <a:rPr sz="3200" spc="-390" dirty="0">
                <a:latin typeface="Tahoma"/>
                <a:cs typeface="Tahoma"/>
              </a:rPr>
              <a:t> </a:t>
            </a:r>
            <a:r>
              <a:rPr sz="3200" spc="-20" dirty="0">
                <a:latin typeface="Tahoma"/>
                <a:cs typeface="Tahoma"/>
              </a:rPr>
              <a:t>các</a:t>
            </a:r>
            <a:r>
              <a:rPr sz="3200" spc="-409" dirty="0">
                <a:latin typeface="Tahoma"/>
                <a:cs typeface="Tahoma"/>
              </a:rPr>
              <a:t> </a:t>
            </a:r>
            <a:r>
              <a:rPr sz="3200" spc="-20" dirty="0">
                <a:latin typeface="Tahoma"/>
                <a:cs typeface="Tahoma"/>
              </a:rPr>
              <a:t>thẻ:</a:t>
            </a:r>
            <a:endParaRPr sz="3200">
              <a:latin typeface="Tahoma"/>
              <a:cs typeface="Tahoma"/>
            </a:endParaRPr>
          </a:p>
          <a:p>
            <a:pPr marL="2085340" lvl="2" indent="-419100">
              <a:lnSpc>
                <a:spcPct val="100000"/>
              </a:lnSpc>
              <a:spcBef>
                <a:spcPts val="1085"/>
              </a:spcBef>
              <a:buSzPct val="44000"/>
              <a:buChar char="•"/>
              <a:tabLst>
                <a:tab pos="2084705" algn="l"/>
              </a:tabLst>
            </a:pPr>
            <a:r>
              <a:rPr sz="2400" spc="-335" dirty="0">
                <a:latin typeface="Tahoma"/>
                <a:cs typeface="Tahoma"/>
              </a:rPr>
              <a:t>&lt;ul&gt;&lt;/ul&gt;</a:t>
            </a:r>
            <a:r>
              <a:rPr sz="2400" spc="-315" dirty="0">
                <a:latin typeface="Tahoma"/>
                <a:cs typeface="Tahoma"/>
              </a:rPr>
              <a:t> </a:t>
            </a:r>
            <a:r>
              <a:rPr sz="2400" spc="-155" dirty="0">
                <a:latin typeface="Tahoma"/>
                <a:cs typeface="Tahoma"/>
              </a:rPr>
              <a:t>(Unordered</a:t>
            </a:r>
            <a:r>
              <a:rPr sz="2400" spc="-320" dirty="0">
                <a:latin typeface="Tahoma"/>
                <a:cs typeface="Tahoma"/>
              </a:rPr>
              <a:t> </a:t>
            </a:r>
            <a:r>
              <a:rPr sz="2400" spc="-135" dirty="0">
                <a:latin typeface="Tahoma"/>
                <a:cs typeface="Tahoma"/>
              </a:rPr>
              <a:t>List):</a:t>
            </a:r>
            <a:r>
              <a:rPr sz="2400" spc="-315" dirty="0">
                <a:latin typeface="Tahoma"/>
                <a:cs typeface="Tahoma"/>
              </a:rPr>
              <a:t> </a:t>
            </a:r>
            <a:r>
              <a:rPr sz="2400" spc="-150" dirty="0">
                <a:latin typeface="Tahoma"/>
                <a:cs typeface="Tahoma"/>
              </a:rPr>
              <a:t>Danh</a:t>
            </a:r>
            <a:r>
              <a:rPr sz="2400" spc="-310" dirty="0">
                <a:latin typeface="Tahoma"/>
                <a:cs typeface="Tahoma"/>
              </a:rPr>
              <a:t> </a:t>
            </a:r>
            <a:r>
              <a:rPr sz="2400" spc="-60" dirty="0">
                <a:latin typeface="Tahoma"/>
                <a:cs typeface="Tahoma"/>
              </a:rPr>
              <a:t>sách</a:t>
            </a:r>
            <a:r>
              <a:rPr sz="2400" spc="-315" dirty="0">
                <a:latin typeface="Tahoma"/>
                <a:cs typeface="Tahoma"/>
              </a:rPr>
              <a:t> </a:t>
            </a:r>
            <a:r>
              <a:rPr sz="2400" spc="-125" dirty="0">
                <a:latin typeface="Tahoma"/>
                <a:cs typeface="Tahoma"/>
              </a:rPr>
              <a:t>hiển</a:t>
            </a:r>
            <a:r>
              <a:rPr sz="2400" spc="-315" dirty="0">
                <a:latin typeface="Tahoma"/>
                <a:cs typeface="Tahoma"/>
              </a:rPr>
              <a:t> </a:t>
            </a:r>
            <a:r>
              <a:rPr sz="2400" spc="-105" dirty="0">
                <a:latin typeface="Tahoma"/>
                <a:cs typeface="Tahoma"/>
              </a:rPr>
              <a:t>thị</a:t>
            </a:r>
            <a:r>
              <a:rPr sz="2400" spc="-305" dirty="0">
                <a:latin typeface="Tahoma"/>
                <a:cs typeface="Tahoma"/>
              </a:rPr>
              <a:t> </a:t>
            </a:r>
            <a:r>
              <a:rPr sz="2400" spc="-125" dirty="0">
                <a:latin typeface="Tahoma"/>
                <a:cs typeface="Tahoma"/>
              </a:rPr>
              <a:t>kiểu</a:t>
            </a:r>
            <a:r>
              <a:rPr sz="2400" spc="-315" dirty="0">
                <a:latin typeface="Tahoma"/>
                <a:cs typeface="Tahoma"/>
              </a:rPr>
              <a:t> </a:t>
            </a:r>
            <a:r>
              <a:rPr sz="2400" spc="-114" dirty="0">
                <a:latin typeface="Tahoma"/>
                <a:cs typeface="Tahoma"/>
              </a:rPr>
              <a:t>được</a:t>
            </a:r>
            <a:r>
              <a:rPr sz="2400" spc="-315" dirty="0">
                <a:latin typeface="Tahoma"/>
                <a:cs typeface="Tahoma"/>
              </a:rPr>
              <a:t> </a:t>
            </a:r>
            <a:r>
              <a:rPr sz="2400" spc="-150" dirty="0">
                <a:latin typeface="Tahoma"/>
                <a:cs typeface="Tahoma"/>
              </a:rPr>
              <a:t>đánh</a:t>
            </a:r>
            <a:r>
              <a:rPr sz="2400" spc="-310" dirty="0">
                <a:latin typeface="Tahoma"/>
                <a:cs typeface="Tahoma"/>
              </a:rPr>
              <a:t> </a:t>
            </a:r>
            <a:r>
              <a:rPr sz="2400" spc="-60" dirty="0">
                <a:latin typeface="Tahoma"/>
                <a:cs typeface="Tahoma"/>
              </a:rPr>
              <a:t>số</a:t>
            </a:r>
            <a:r>
              <a:rPr sz="2400" spc="-310" dirty="0">
                <a:latin typeface="Tahoma"/>
                <a:cs typeface="Tahoma"/>
              </a:rPr>
              <a:t> </a:t>
            </a:r>
            <a:r>
              <a:rPr sz="2400" spc="-95" dirty="0">
                <a:latin typeface="Tahoma"/>
                <a:cs typeface="Tahoma"/>
              </a:rPr>
              <a:t>hoặc</a:t>
            </a:r>
            <a:r>
              <a:rPr sz="2400" spc="-315" dirty="0">
                <a:latin typeface="Tahoma"/>
                <a:cs typeface="Tahoma"/>
              </a:rPr>
              <a:t> </a:t>
            </a:r>
            <a:r>
              <a:rPr sz="2400" spc="-100" dirty="0">
                <a:latin typeface="Tahoma"/>
                <a:cs typeface="Tahoma"/>
              </a:rPr>
              <a:t>chữ</a:t>
            </a:r>
            <a:r>
              <a:rPr sz="2400" spc="-325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cái.</a:t>
            </a:r>
            <a:endParaRPr sz="2400">
              <a:latin typeface="Tahoma"/>
              <a:cs typeface="Tahoma"/>
            </a:endParaRPr>
          </a:p>
          <a:p>
            <a:pPr marL="2085340" lvl="2" indent="-419100">
              <a:lnSpc>
                <a:spcPct val="100000"/>
              </a:lnSpc>
              <a:spcBef>
                <a:spcPts val="985"/>
              </a:spcBef>
              <a:buSzPct val="44000"/>
              <a:buChar char="•"/>
              <a:tabLst>
                <a:tab pos="2084705" algn="l"/>
              </a:tabLst>
            </a:pPr>
            <a:r>
              <a:rPr sz="2400" spc="-290" dirty="0">
                <a:latin typeface="Tahoma"/>
                <a:cs typeface="Tahoma"/>
              </a:rPr>
              <a:t>&lt;li&gt;&lt;/li&gt;</a:t>
            </a:r>
            <a:r>
              <a:rPr sz="2400" spc="-305" dirty="0">
                <a:latin typeface="Tahoma"/>
                <a:cs typeface="Tahoma"/>
              </a:rPr>
              <a:t> </a:t>
            </a:r>
            <a:r>
              <a:rPr sz="2400" spc="-100" dirty="0">
                <a:latin typeface="Tahoma"/>
                <a:cs typeface="Tahoma"/>
              </a:rPr>
              <a:t>(List</a:t>
            </a:r>
            <a:r>
              <a:rPr sz="2400" spc="-325" dirty="0">
                <a:latin typeface="Tahoma"/>
                <a:cs typeface="Tahoma"/>
              </a:rPr>
              <a:t> </a:t>
            </a:r>
            <a:r>
              <a:rPr sz="2400" spc="-225" dirty="0">
                <a:latin typeface="Tahoma"/>
                <a:cs typeface="Tahoma"/>
              </a:rPr>
              <a:t>Item):</a:t>
            </a:r>
            <a:r>
              <a:rPr sz="2400" spc="-320" dirty="0">
                <a:latin typeface="Tahoma"/>
                <a:cs typeface="Tahoma"/>
              </a:rPr>
              <a:t> </a:t>
            </a:r>
            <a:r>
              <a:rPr sz="2400" spc="-130" dirty="0">
                <a:latin typeface="Tahoma"/>
                <a:cs typeface="Tahoma"/>
              </a:rPr>
              <a:t>Một</a:t>
            </a:r>
            <a:r>
              <a:rPr sz="2400" spc="-310" dirty="0">
                <a:latin typeface="Tahoma"/>
                <a:cs typeface="Tahoma"/>
              </a:rPr>
              <a:t> </a:t>
            </a:r>
            <a:r>
              <a:rPr sz="2400" spc="-95" dirty="0">
                <a:latin typeface="Tahoma"/>
                <a:cs typeface="Tahoma"/>
              </a:rPr>
              <a:t>mục</a:t>
            </a:r>
            <a:r>
              <a:rPr sz="2400" spc="-315" dirty="0">
                <a:latin typeface="Tahoma"/>
                <a:cs typeface="Tahoma"/>
              </a:rPr>
              <a:t> </a:t>
            </a:r>
            <a:r>
              <a:rPr sz="2400" spc="-175" dirty="0">
                <a:latin typeface="Tahoma"/>
                <a:cs typeface="Tahoma"/>
              </a:rPr>
              <a:t>trong</a:t>
            </a:r>
            <a:r>
              <a:rPr sz="2400" spc="-315" dirty="0">
                <a:latin typeface="Tahoma"/>
                <a:cs typeface="Tahoma"/>
              </a:rPr>
              <a:t> </a:t>
            </a:r>
            <a:r>
              <a:rPr sz="2400" spc="-140" dirty="0">
                <a:latin typeface="Tahoma"/>
                <a:cs typeface="Tahoma"/>
              </a:rPr>
              <a:t>danh</a:t>
            </a:r>
            <a:r>
              <a:rPr sz="2400" spc="-31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sách.</a:t>
            </a:r>
            <a:endParaRPr sz="2400" spc="-1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484" dirty="0"/>
              <a:t>CHƯƠNG</a:t>
            </a:r>
            <a:r>
              <a:rPr spc="-580" dirty="0"/>
              <a:t> </a:t>
            </a:r>
            <a:r>
              <a:rPr spc="-919" dirty="0"/>
              <a:t>II:</a:t>
            </a:r>
            <a:r>
              <a:rPr spc="-575" dirty="0"/>
              <a:t> </a:t>
            </a:r>
            <a:r>
              <a:rPr spc="-715" dirty="0"/>
              <a:t>HTML</a:t>
            </a:r>
            <a:r>
              <a:rPr spc="-585" dirty="0"/>
              <a:t> </a:t>
            </a:r>
            <a:r>
              <a:rPr spc="-905" dirty="0"/>
              <a:t>&amp;</a:t>
            </a:r>
            <a:r>
              <a:rPr spc="-580" dirty="0"/>
              <a:t> </a:t>
            </a:r>
            <a:r>
              <a:rPr spc="-715" dirty="0"/>
              <a:t>HTML5</a:t>
            </a:r>
            <a:endParaRPr spc="-715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  <p:sp>
        <p:nvSpPr>
          <p:cNvPr id="15" name="object 13"/>
          <p:cNvSpPr txBox="1">
            <a:spLocks noGrp="1"/>
          </p:cNvSpPr>
          <p:nvPr>
            <p:ph type="dt" sz="half" idx="6"/>
          </p:nvPr>
        </p:nvSpPr>
        <p:spPr>
          <a:xfrm>
            <a:off x="601345" y="10674350"/>
            <a:ext cx="5245100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85" dirty="0">
                <a:solidFill>
                  <a:schemeClr val="tx1"/>
                </a:solidFill>
              </a:rPr>
              <a:t>THIẾT </a:t>
            </a:r>
            <a:r>
              <a:rPr spc="-110" dirty="0">
                <a:solidFill>
                  <a:schemeClr val="tx1"/>
                </a:solidFill>
              </a:rPr>
              <a:t>KẾ</a:t>
            </a:r>
            <a:r>
              <a:rPr spc="-190" dirty="0">
                <a:solidFill>
                  <a:schemeClr val="tx1"/>
                </a:solidFill>
              </a:rPr>
              <a:t> </a:t>
            </a:r>
            <a:r>
              <a:rPr spc="-110" dirty="0">
                <a:solidFill>
                  <a:schemeClr val="tx1"/>
                </a:solidFill>
              </a:rPr>
              <a:t>WEB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VÀ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45" dirty="0">
                <a:solidFill>
                  <a:schemeClr val="tx1"/>
                </a:solidFill>
              </a:rPr>
              <a:t>TRIỂN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KHAI</a:t>
            </a:r>
            <a:r>
              <a:rPr spc="-200" dirty="0">
                <a:solidFill>
                  <a:schemeClr val="tx1"/>
                </a:solidFill>
              </a:rPr>
              <a:t> </a:t>
            </a:r>
            <a:r>
              <a:rPr spc="-80" dirty="0">
                <a:solidFill>
                  <a:schemeClr val="tx1"/>
                </a:solidFill>
              </a:rPr>
              <a:t>HỆ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95" dirty="0">
                <a:solidFill>
                  <a:schemeClr val="tx1"/>
                </a:solidFill>
              </a:rPr>
              <a:t>THỐNG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75" dirty="0">
                <a:solidFill>
                  <a:schemeClr val="tx1"/>
                </a:solidFill>
              </a:rPr>
              <a:t>PHẦN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25" dirty="0">
                <a:solidFill>
                  <a:schemeClr val="tx1"/>
                </a:solidFill>
              </a:rPr>
              <a:t>MỀM</a:t>
            </a:r>
            <a:endParaRPr spc="-20" dirty="0">
              <a:solidFill>
                <a:schemeClr val="tx1"/>
              </a:solidFill>
            </a:endParaRPr>
          </a:p>
        </p:txBody>
      </p:sp>
      <p:sp>
        <p:nvSpPr>
          <p:cNvPr id="16" name="object 6"/>
          <p:cNvSpPr/>
          <p:nvPr/>
        </p:nvSpPr>
        <p:spPr>
          <a:xfrm>
            <a:off x="523544" y="10447221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8063A1"/>
            </a:solidFill>
          </a:ln>
        </p:spPr>
        <p:txBody>
          <a:bodyPr wrap="square" lIns="0" tIns="0" rIns="0" bIns="0" rtlCol="0"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71926" y="2201978"/>
            <a:ext cx="9552239" cy="2845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79450" y="2378075"/>
            <a:ext cx="14976475" cy="7178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36750">
              <a:lnSpc>
                <a:spcPct val="100000"/>
              </a:lnSpc>
              <a:spcBef>
                <a:spcPts val="100"/>
              </a:spcBef>
            </a:pPr>
            <a:r>
              <a:rPr sz="4400" b="1" spc="-465" dirty="0">
                <a:latin typeface="Tahoma"/>
                <a:cs typeface="Tahoma"/>
              </a:rPr>
              <a:t>2.3</a:t>
            </a:r>
            <a:r>
              <a:rPr sz="4400" b="1" spc="-495" dirty="0">
                <a:latin typeface="Tahoma"/>
                <a:cs typeface="Tahoma"/>
              </a:rPr>
              <a:t> </a:t>
            </a:r>
            <a:r>
              <a:rPr sz="4400" b="1" spc="-265" dirty="0">
                <a:latin typeface="Tahoma"/>
                <a:cs typeface="Tahoma"/>
              </a:rPr>
              <a:t>Các</a:t>
            </a:r>
            <a:r>
              <a:rPr sz="4400" b="1" spc="-490" dirty="0">
                <a:latin typeface="Tahoma"/>
                <a:cs typeface="Tahoma"/>
              </a:rPr>
              <a:t> </a:t>
            </a:r>
            <a:r>
              <a:rPr sz="4400" b="1" spc="-459" dirty="0">
                <a:latin typeface="Tahoma"/>
                <a:cs typeface="Tahoma"/>
              </a:rPr>
              <a:t>thẻ</a:t>
            </a:r>
            <a:r>
              <a:rPr sz="4400" b="1" spc="-495" dirty="0">
                <a:latin typeface="Tahoma"/>
                <a:cs typeface="Tahoma"/>
              </a:rPr>
              <a:t> </a:t>
            </a:r>
            <a:r>
              <a:rPr sz="4400" b="1" spc="-630" dirty="0">
                <a:latin typeface="Tahoma"/>
                <a:cs typeface="Tahoma"/>
              </a:rPr>
              <a:t>HTML</a:t>
            </a:r>
            <a:r>
              <a:rPr sz="4400" b="1" spc="-490" dirty="0">
                <a:latin typeface="Tahoma"/>
                <a:cs typeface="Tahoma"/>
              </a:rPr>
              <a:t> </a:t>
            </a:r>
            <a:r>
              <a:rPr sz="4400" b="1" spc="-545" dirty="0">
                <a:latin typeface="Tahoma"/>
                <a:cs typeface="Tahoma"/>
              </a:rPr>
              <a:t>thông</a:t>
            </a:r>
            <a:r>
              <a:rPr sz="4400" b="1" spc="-500" dirty="0">
                <a:latin typeface="Tahoma"/>
                <a:cs typeface="Tahoma"/>
              </a:rPr>
              <a:t> </a:t>
            </a:r>
            <a:r>
              <a:rPr sz="4400" b="1" spc="-580" dirty="0">
                <a:latin typeface="Tahoma"/>
                <a:cs typeface="Tahoma"/>
              </a:rPr>
              <a:t>dụng</a:t>
            </a:r>
            <a:endParaRPr sz="4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40"/>
              </a:spcBef>
            </a:pPr>
            <a:endParaRPr sz="4400">
              <a:latin typeface="Tahoma"/>
              <a:cs typeface="Tahoma"/>
            </a:endParaRPr>
          </a:p>
          <a:p>
            <a:pPr marL="641985" indent="-629285">
              <a:lnSpc>
                <a:spcPct val="100000"/>
              </a:lnSpc>
              <a:buSzPct val="59000"/>
              <a:buFont typeface="Wingdings"/>
              <a:buChar char=""/>
              <a:tabLst>
                <a:tab pos="641985" algn="l"/>
              </a:tabLst>
            </a:pPr>
            <a:r>
              <a:rPr sz="3300" b="1" dirty="0">
                <a:latin typeface="Arial" panose="020B0604020202020204"/>
                <a:cs typeface="Arial" panose="020B0604020202020204"/>
              </a:rPr>
              <a:t>Thẻ</a:t>
            </a:r>
            <a:r>
              <a:rPr sz="3300" b="1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3300" b="1" dirty="0">
                <a:latin typeface="Arial" panose="020B0604020202020204"/>
                <a:cs typeface="Arial" panose="020B0604020202020204"/>
              </a:rPr>
              <a:t>ol</a:t>
            </a:r>
            <a:r>
              <a:rPr sz="3300" b="1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3300" b="1" dirty="0">
                <a:latin typeface="Arial" panose="020B0604020202020204"/>
                <a:cs typeface="Arial" panose="020B0604020202020204"/>
              </a:rPr>
              <a:t>(chèn</a:t>
            </a:r>
            <a:r>
              <a:rPr sz="3300" b="1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3300" b="1" dirty="0">
                <a:latin typeface="Arial" panose="020B0604020202020204"/>
                <a:cs typeface="Arial" panose="020B0604020202020204"/>
              </a:rPr>
              <a:t>danh</a:t>
            </a:r>
            <a:r>
              <a:rPr sz="3300" b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3300" b="1" dirty="0">
                <a:latin typeface="Arial" panose="020B0604020202020204"/>
                <a:cs typeface="Arial" panose="020B0604020202020204"/>
              </a:rPr>
              <a:t>sách</a:t>
            </a:r>
            <a:r>
              <a:rPr sz="3300" b="1" spc="-35" dirty="0">
                <a:latin typeface="Arial" panose="020B0604020202020204"/>
                <a:cs typeface="Arial" panose="020B0604020202020204"/>
              </a:rPr>
              <a:t> </a:t>
            </a:r>
            <a:r>
              <a:rPr sz="3300" b="1" dirty="0">
                <a:latin typeface="Arial" panose="020B0604020202020204"/>
                <a:cs typeface="Arial" panose="020B0604020202020204"/>
              </a:rPr>
              <a:t>có</a:t>
            </a:r>
            <a:r>
              <a:rPr sz="3300" b="1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3300" b="1" dirty="0">
                <a:latin typeface="Arial" panose="020B0604020202020204"/>
                <a:cs typeface="Arial" panose="020B0604020202020204"/>
              </a:rPr>
              <a:t>thứ</a:t>
            </a:r>
            <a:r>
              <a:rPr sz="3300" b="1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3300" b="1" spc="-25" dirty="0">
                <a:latin typeface="Arial" panose="020B0604020202020204"/>
                <a:cs typeface="Arial" panose="020B0604020202020204"/>
              </a:rPr>
              <a:t>tự)</a:t>
            </a:r>
            <a:endParaRPr sz="3300">
              <a:latin typeface="Arial" panose="020B0604020202020204"/>
              <a:cs typeface="Arial" panose="020B0604020202020204"/>
            </a:endParaRPr>
          </a:p>
          <a:p>
            <a:pPr marL="1331595" lvl="1" indent="-525145">
              <a:lnSpc>
                <a:spcPct val="100000"/>
              </a:lnSpc>
              <a:spcBef>
                <a:spcPts val="1975"/>
              </a:spcBef>
              <a:buSzPct val="36000"/>
              <a:buChar char="•"/>
              <a:tabLst>
                <a:tab pos="1331595" algn="l"/>
              </a:tabLst>
            </a:pPr>
            <a:r>
              <a:rPr sz="3300" spc="-185" dirty="0">
                <a:latin typeface="Tahoma"/>
                <a:cs typeface="Tahoma"/>
              </a:rPr>
              <a:t>Thuộc</a:t>
            </a:r>
            <a:r>
              <a:rPr sz="3300" spc="-405" dirty="0">
                <a:latin typeface="Tahoma"/>
                <a:cs typeface="Tahoma"/>
              </a:rPr>
              <a:t> </a:t>
            </a:r>
            <a:r>
              <a:rPr sz="3300" spc="-130" dirty="0">
                <a:latin typeface="Tahoma"/>
                <a:cs typeface="Tahoma"/>
              </a:rPr>
              <a:t>tính</a:t>
            </a:r>
            <a:r>
              <a:rPr sz="3300" spc="-390" dirty="0">
                <a:latin typeface="Tahoma"/>
                <a:cs typeface="Tahoma"/>
              </a:rPr>
              <a:t> </a:t>
            </a:r>
            <a:r>
              <a:rPr sz="3300" spc="-170" dirty="0">
                <a:latin typeface="Tahoma"/>
                <a:cs typeface="Tahoma"/>
              </a:rPr>
              <a:t>dành</a:t>
            </a:r>
            <a:r>
              <a:rPr sz="3300" spc="-390" dirty="0">
                <a:latin typeface="Tahoma"/>
                <a:cs typeface="Tahoma"/>
              </a:rPr>
              <a:t> </a:t>
            </a:r>
            <a:r>
              <a:rPr sz="3300" spc="-175" dirty="0">
                <a:latin typeface="Tahoma"/>
                <a:cs typeface="Tahoma"/>
              </a:rPr>
              <a:t>riêng</a:t>
            </a:r>
            <a:r>
              <a:rPr sz="3300" spc="-390" dirty="0">
                <a:latin typeface="Tahoma"/>
                <a:cs typeface="Tahoma"/>
              </a:rPr>
              <a:t> </a:t>
            </a:r>
            <a:r>
              <a:rPr sz="3300" spc="-95" dirty="0">
                <a:latin typeface="Tahoma"/>
                <a:cs typeface="Tahoma"/>
              </a:rPr>
              <a:t>cho</a:t>
            </a:r>
            <a:r>
              <a:rPr sz="3300" spc="-390" dirty="0">
                <a:latin typeface="Tahoma"/>
                <a:cs typeface="Tahoma"/>
              </a:rPr>
              <a:t> </a:t>
            </a:r>
            <a:r>
              <a:rPr sz="3300" spc="-165" dirty="0">
                <a:latin typeface="Tahoma"/>
                <a:cs typeface="Tahoma"/>
              </a:rPr>
              <a:t>thẻ</a:t>
            </a:r>
            <a:r>
              <a:rPr sz="3300" spc="-400" dirty="0">
                <a:latin typeface="Tahoma"/>
                <a:cs typeface="Tahoma"/>
              </a:rPr>
              <a:t> &lt;ol&gt;&lt;/ol&gt;:</a:t>
            </a:r>
            <a:endParaRPr sz="3300">
              <a:latin typeface="Tahoma"/>
              <a:cs typeface="Tahoma"/>
            </a:endParaRPr>
          </a:p>
          <a:p>
            <a:pPr marL="2085340" lvl="2" indent="-419100">
              <a:lnSpc>
                <a:spcPct val="100000"/>
              </a:lnSpc>
              <a:spcBef>
                <a:spcPts val="1885"/>
              </a:spcBef>
              <a:buSzPct val="41000"/>
              <a:buChar char="•"/>
              <a:tabLst>
                <a:tab pos="2084705" algn="l"/>
              </a:tabLst>
            </a:pPr>
            <a:r>
              <a:rPr sz="2950" spc="-240" dirty="0">
                <a:latin typeface="Tahoma"/>
                <a:cs typeface="Tahoma"/>
              </a:rPr>
              <a:t>type="1":</a:t>
            </a:r>
            <a:r>
              <a:rPr sz="2950" spc="-335" dirty="0">
                <a:latin typeface="Tahoma"/>
                <a:cs typeface="Tahoma"/>
              </a:rPr>
              <a:t> </a:t>
            </a:r>
            <a:r>
              <a:rPr sz="2950" spc="-75" dirty="0">
                <a:latin typeface="Tahoma"/>
                <a:cs typeface="Tahoma"/>
              </a:rPr>
              <a:t>Mặc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30" dirty="0">
                <a:latin typeface="Tahoma"/>
                <a:cs typeface="Tahoma"/>
              </a:rPr>
              <a:t>định.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Các</a:t>
            </a:r>
            <a:r>
              <a:rPr sz="2950" spc="-335" dirty="0">
                <a:latin typeface="Tahoma"/>
                <a:cs typeface="Tahoma"/>
              </a:rPr>
              <a:t> </a:t>
            </a:r>
            <a:r>
              <a:rPr sz="2950" spc="-100" dirty="0">
                <a:latin typeface="Tahoma"/>
                <a:cs typeface="Tahoma"/>
              </a:rPr>
              <a:t>mục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90" dirty="0">
                <a:latin typeface="Tahoma"/>
                <a:cs typeface="Tahoma"/>
              </a:rPr>
              <a:t>trong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35" dirty="0">
                <a:latin typeface="Tahoma"/>
                <a:cs typeface="Tahoma"/>
              </a:rPr>
              <a:t>danh</a:t>
            </a:r>
            <a:r>
              <a:rPr sz="2950" spc="-320" dirty="0">
                <a:latin typeface="Tahoma"/>
                <a:cs typeface="Tahoma"/>
              </a:rPr>
              <a:t> </a:t>
            </a:r>
            <a:r>
              <a:rPr sz="2950" spc="-65" dirty="0">
                <a:latin typeface="Tahoma"/>
                <a:cs typeface="Tahoma"/>
              </a:rPr>
              <a:t>sách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65" dirty="0">
                <a:latin typeface="Tahoma"/>
                <a:cs typeface="Tahoma"/>
              </a:rPr>
              <a:t>sẽ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05" dirty="0">
                <a:latin typeface="Tahoma"/>
                <a:cs typeface="Tahoma"/>
              </a:rPr>
              <a:t>được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55" dirty="0">
                <a:latin typeface="Tahoma"/>
                <a:cs typeface="Tahoma"/>
              </a:rPr>
              <a:t>đánh</a:t>
            </a:r>
            <a:r>
              <a:rPr sz="2950" spc="-325" dirty="0">
                <a:latin typeface="Tahoma"/>
                <a:cs typeface="Tahoma"/>
              </a:rPr>
              <a:t> </a:t>
            </a:r>
            <a:r>
              <a:rPr sz="2950" spc="-110" dirty="0">
                <a:latin typeface="Tahoma"/>
                <a:cs typeface="Tahoma"/>
              </a:rPr>
              <a:t>dưới</a:t>
            </a:r>
            <a:r>
              <a:rPr sz="2950" spc="-335" dirty="0">
                <a:latin typeface="Tahoma"/>
                <a:cs typeface="Tahoma"/>
              </a:rPr>
              <a:t> </a:t>
            </a:r>
            <a:r>
              <a:rPr sz="2950" spc="-170" dirty="0">
                <a:latin typeface="Tahoma"/>
                <a:cs typeface="Tahoma"/>
              </a:rPr>
              <a:t>dạng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25" dirty="0">
                <a:latin typeface="Tahoma"/>
                <a:cs typeface="Tahoma"/>
              </a:rPr>
              <a:t>số</a:t>
            </a:r>
            <a:endParaRPr sz="2950">
              <a:latin typeface="Tahoma"/>
              <a:cs typeface="Tahoma"/>
            </a:endParaRPr>
          </a:p>
          <a:p>
            <a:pPr marL="2085340" lvl="2" indent="-419100">
              <a:lnSpc>
                <a:spcPct val="100000"/>
              </a:lnSpc>
              <a:spcBef>
                <a:spcPts val="1805"/>
              </a:spcBef>
              <a:buSzPct val="41000"/>
              <a:buChar char="•"/>
              <a:tabLst>
                <a:tab pos="2084705" algn="l"/>
              </a:tabLst>
            </a:pPr>
            <a:r>
              <a:rPr sz="2950" spc="-254" dirty="0">
                <a:latin typeface="Tahoma"/>
                <a:cs typeface="Tahoma"/>
              </a:rPr>
              <a:t>type=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295" dirty="0">
                <a:latin typeface="Tahoma"/>
                <a:cs typeface="Tahoma"/>
              </a:rPr>
              <a:t>"A":</a:t>
            </a:r>
            <a:r>
              <a:rPr sz="2950" spc="-33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Các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00" dirty="0">
                <a:latin typeface="Tahoma"/>
                <a:cs typeface="Tahoma"/>
              </a:rPr>
              <a:t>mục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90" dirty="0">
                <a:latin typeface="Tahoma"/>
                <a:cs typeface="Tahoma"/>
              </a:rPr>
              <a:t>trong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35" dirty="0">
                <a:latin typeface="Tahoma"/>
                <a:cs typeface="Tahoma"/>
              </a:rPr>
              <a:t>danh</a:t>
            </a:r>
            <a:r>
              <a:rPr sz="2950" spc="-330" dirty="0">
                <a:latin typeface="Tahoma"/>
                <a:cs typeface="Tahoma"/>
              </a:rPr>
              <a:t> </a:t>
            </a:r>
            <a:r>
              <a:rPr sz="2950" spc="-65" dirty="0">
                <a:latin typeface="Tahoma"/>
                <a:cs typeface="Tahoma"/>
              </a:rPr>
              <a:t>sách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65" dirty="0">
                <a:latin typeface="Tahoma"/>
                <a:cs typeface="Tahoma"/>
              </a:rPr>
              <a:t>sẽ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05" dirty="0">
                <a:latin typeface="Tahoma"/>
                <a:cs typeface="Tahoma"/>
              </a:rPr>
              <a:t>được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55" dirty="0">
                <a:latin typeface="Tahoma"/>
                <a:cs typeface="Tahoma"/>
              </a:rPr>
              <a:t>đánh</a:t>
            </a:r>
            <a:r>
              <a:rPr sz="2950" spc="-335" dirty="0">
                <a:latin typeface="Tahoma"/>
                <a:cs typeface="Tahoma"/>
              </a:rPr>
              <a:t> </a:t>
            </a:r>
            <a:r>
              <a:rPr sz="2950" spc="-110" dirty="0">
                <a:latin typeface="Tahoma"/>
                <a:cs typeface="Tahoma"/>
              </a:rPr>
              <a:t>dưới</a:t>
            </a:r>
            <a:r>
              <a:rPr sz="2950" spc="-335" dirty="0">
                <a:latin typeface="Tahoma"/>
                <a:cs typeface="Tahoma"/>
              </a:rPr>
              <a:t> </a:t>
            </a:r>
            <a:r>
              <a:rPr sz="2950" spc="-170" dirty="0">
                <a:latin typeface="Tahoma"/>
                <a:cs typeface="Tahoma"/>
              </a:rPr>
              <a:t>dạng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90" dirty="0">
                <a:latin typeface="Tahoma"/>
                <a:cs typeface="Tahoma"/>
              </a:rPr>
              <a:t>chữ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25" dirty="0">
                <a:latin typeface="Tahoma"/>
                <a:cs typeface="Tahoma"/>
              </a:rPr>
              <a:t>hoa</a:t>
            </a:r>
            <a:endParaRPr sz="2950">
              <a:latin typeface="Tahoma"/>
              <a:cs typeface="Tahoma"/>
            </a:endParaRPr>
          </a:p>
          <a:p>
            <a:pPr marL="2085340" lvl="2" indent="-419100">
              <a:lnSpc>
                <a:spcPct val="100000"/>
              </a:lnSpc>
              <a:spcBef>
                <a:spcPts val="1800"/>
              </a:spcBef>
              <a:buSzPct val="41000"/>
              <a:buChar char="•"/>
              <a:tabLst>
                <a:tab pos="2084705" algn="l"/>
              </a:tabLst>
            </a:pPr>
            <a:r>
              <a:rPr sz="2950" spc="-235" dirty="0">
                <a:latin typeface="Tahoma"/>
                <a:cs typeface="Tahoma"/>
              </a:rPr>
              <a:t>type="a":</a:t>
            </a:r>
            <a:r>
              <a:rPr sz="2950" spc="-32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Các</a:t>
            </a:r>
            <a:r>
              <a:rPr sz="2950" spc="-335" dirty="0">
                <a:latin typeface="Tahoma"/>
                <a:cs typeface="Tahoma"/>
              </a:rPr>
              <a:t> </a:t>
            </a:r>
            <a:r>
              <a:rPr sz="2950" spc="-100" dirty="0">
                <a:latin typeface="Tahoma"/>
                <a:cs typeface="Tahoma"/>
              </a:rPr>
              <a:t>mục</a:t>
            </a:r>
            <a:r>
              <a:rPr sz="2950" spc="-335" dirty="0">
                <a:latin typeface="Tahoma"/>
                <a:cs typeface="Tahoma"/>
              </a:rPr>
              <a:t> </a:t>
            </a:r>
            <a:r>
              <a:rPr sz="2950" spc="-180" dirty="0">
                <a:latin typeface="Tahoma"/>
                <a:cs typeface="Tahoma"/>
              </a:rPr>
              <a:t>trong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35" dirty="0">
                <a:latin typeface="Tahoma"/>
                <a:cs typeface="Tahoma"/>
              </a:rPr>
              <a:t>danh</a:t>
            </a:r>
            <a:r>
              <a:rPr sz="2950" spc="-335" dirty="0">
                <a:latin typeface="Tahoma"/>
                <a:cs typeface="Tahoma"/>
              </a:rPr>
              <a:t> </a:t>
            </a:r>
            <a:r>
              <a:rPr sz="2950" spc="-65" dirty="0">
                <a:latin typeface="Tahoma"/>
                <a:cs typeface="Tahoma"/>
              </a:rPr>
              <a:t>sách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65" dirty="0">
                <a:latin typeface="Tahoma"/>
                <a:cs typeface="Tahoma"/>
              </a:rPr>
              <a:t>sẽ</a:t>
            </a:r>
            <a:r>
              <a:rPr sz="2950" spc="-335" dirty="0">
                <a:latin typeface="Tahoma"/>
                <a:cs typeface="Tahoma"/>
              </a:rPr>
              <a:t> </a:t>
            </a:r>
            <a:r>
              <a:rPr sz="2950" spc="-105" dirty="0">
                <a:latin typeface="Tahoma"/>
                <a:cs typeface="Tahoma"/>
              </a:rPr>
              <a:t>được</a:t>
            </a:r>
            <a:r>
              <a:rPr sz="2950" spc="-335" dirty="0">
                <a:latin typeface="Tahoma"/>
                <a:cs typeface="Tahoma"/>
              </a:rPr>
              <a:t> </a:t>
            </a:r>
            <a:r>
              <a:rPr sz="2950" spc="-155" dirty="0">
                <a:latin typeface="Tahoma"/>
                <a:cs typeface="Tahoma"/>
              </a:rPr>
              <a:t>đánh</a:t>
            </a:r>
            <a:r>
              <a:rPr sz="2950" spc="-330" dirty="0">
                <a:latin typeface="Tahoma"/>
                <a:cs typeface="Tahoma"/>
              </a:rPr>
              <a:t> </a:t>
            </a:r>
            <a:r>
              <a:rPr sz="2950" spc="-110" dirty="0">
                <a:latin typeface="Tahoma"/>
                <a:cs typeface="Tahoma"/>
              </a:rPr>
              <a:t>dưới</a:t>
            </a:r>
            <a:r>
              <a:rPr sz="2950" spc="-335" dirty="0">
                <a:latin typeface="Tahoma"/>
                <a:cs typeface="Tahoma"/>
              </a:rPr>
              <a:t> </a:t>
            </a:r>
            <a:r>
              <a:rPr sz="2950" spc="-170" dirty="0">
                <a:latin typeface="Tahoma"/>
                <a:cs typeface="Tahoma"/>
              </a:rPr>
              <a:t>dạng</a:t>
            </a:r>
            <a:r>
              <a:rPr sz="2950" spc="-325" dirty="0">
                <a:latin typeface="Tahoma"/>
                <a:cs typeface="Tahoma"/>
              </a:rPr>
              <a:t> </a:t>
            </a:r>
            <a:r>
              <a:rPr sz="2950" spc="-90" dirty="0">
                <a:latin typeface="Tahoma"/>
                <a:cs typeface="Tahoma"/>
              </a:rPr>
              <a:t>chữ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0" dirty="0">
                <a:latin typeface="Tahoma"/>
                <a:cs typeface="Tahoma"/>
              </a:rPr>
              <a:t>thường</a:t>
            </a:r>
            <a:endParaRPr sz="2950">
              <a:latin typeface="Tahoma"/>
              <a:cs typeface="Tahoma"/>
            </a:endParaRPr>
          </a:p>
          <a:p>
            <a:pPr marL="2085340" lvl="2" indent="-419100">
              <a:lnSpc>
                <a:spcPct val="100000"/>
              </a:lnSpc>
              <a:spcBef>
                <a:spcPts val="1805"/>
              </a:spcBef>
              <a:buSzPct val="41000"/>
              <a:buChar char="•"/>
              <a:tabLst>
                <a:tab pos="2084705" algn="l"/>
              </a:tabLst>
            </a:pPr>
            <a:r>
              <a:rPr sz="2950" spc="-254" dirty="0">
                <a:latin typeface="Tahoma"/>
                <a:cs typeface="Tahoma"/>
              </a:rPr>
              <a:t>type="I":</a:t>
            </a:r>
            <a:r>
              <a:rPr sz="2950" spc="-33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Các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00" dirty="0">
                <a:latin typeface="Tahoma"/>
                <a:cs typeface="Tahoma"/>
              </a:rPr>
              <a:t>mục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90" dirty="0">
                <a:latin typeface="Tahoma"/>
                <a:cs typeface="Tahoma"/>
              </a:rPr>
              <a:t>trong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35" dirty="0">
                <a:latin typeface="Tahoma"/>
                <a:cs typeface="Tahoma"/>
              </a:rPr>
              <a:t>danh</a:t>
            </a:r>
            <a:r>
              <a:rPr sz="2950" spc="-325" dirty="0">
                <a:latin typeface="Tahoma"/>
                <a:cs typeface="Tahoma"/>
              </a:rPr>
              <a:t> </a:t>
            </a:r>
            <a:r>
              <a:rPr sz="2950" spc="-65" dirty="0">
                <a:latin typeface="Tahoma"/>
                <a:cs typeface="Tahoma"/>
              </a:rPr>
              <a:t>sách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65" dirty="0">
                <a:latin typeface="Tahoma"/>
                <a:cs typeface="Tahoma"/>
              </a:rPr>
              <a:t>sẽ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05" dirty="0">
                <a:latin typeface="Tahoma"/>
                <a:cs typeface="Tahoma"/>
              </a:rPr>
              <a:t>được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55" dirty="0">
                <a:latin typeface="Tahoma"/>
                <a:cs typeface="Tahoma"/>
              </a:rPr>
              <a:t>đánh</a:t>
            </a:r>
            <a:r>
              <a:rPr sz="2950" spc="-335" dirty="0">
                <a:latin typeface="Tahoma"/>
                <a:cs typeface="Tahoma"/>
              </a:rPr>
              <a:t> </a:t>
            </a:r>
            <a:r>
              <a:rPr sz="2950" spc="-110" dirty="0">
                <a:latin typeface="Tahoma"/>
                <a:cs typeface="Tahoma"/>
              </a:rPr>
              <a:t>dưới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70" dirty="0">
                <a:latin typeface="Tahoma"/>
                <a:cs typeface="Tahoma"/>
              </a:rPr>
              <a:t>dạng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65" dirty="0">
                <a:latin typeface="Tahoma"/>
                <a:cs typeface="Tahoma"/>
              </a:rPr>
              <a:t>số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10" dirty="0">
                <a:latin typeface="Tahoma"/>
                <a:cs typeface="Tahoma"/>
              </a:rPr>
              <a:t>La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45" dirty="0">
                <a:latin typeface="Tahoma"/>
                <a:cs typeface="Tahoma"/>
              </a:rPr>
              <a:t>Mã</a:t>
            </a:r>
            <a:r>
              <a:rPr sz="2950" spc="-335" dirty="0">
                <a:latin typeface="Tahoma"/>
                <a:cs typeface="Tahoma"/>
              </a:rPr>
              <a:t> </a:t>
            </a:r>
            <a:r>
              <a:rPr sz="2950" spc="-140" dirty="0">
                <a:latin typeface="Tahoma"/>
                <a:cs typeface="Tahoma"/>
              </a:rPr>
              <a:t>viết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25" dirty="0">
                <a:latin typeface="Tahoma"/>
                <a:cs typeface="Tahoma"/>
              </a:rPr>
              <a:t>hoa</a:t>
            </a:r>
            <a:endParaRPr sz="2950">
              <a:latin typeface="Tahoma"/>
              <a:cs typeface="Tahoma"/>
            </a:endParaRPr>
          </a:p>
          <a:p>
            <a:pPr marL="2085340" lvl="2" indent="-419100">
              <a:lnSpc>
                <a:spcPct val="100000"/>
              </a:lnSpc>
              <a:spcBef>
                <a:spcPts val="1805"/>
              </a:spcBef>
              <a:buSzPct val="41000"/>
              <a:buChar char="•"/>
              <a:tabLst>
                <a:tab pos="2084705" algn="l"/>
              </a:tabLst>
            </a:pPr>
            <a:r>
              <a:rPr sz="2950" spc="-225" dirty="0">
                <a:latin typeface="Tahoma"/>
                <a:cs typeface="Tahoma"/>
              </a:rPr>
              <a:t>type="i":</a:t>
            </a:r>
            <a:r>
              <a:rPr sz="2950" spc="-335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Các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00" dirty="0">
                <a:latin typeface="Tahoma"/>
                <a:cs typeface="Tahoma"/>
              </a:rPr>
              <a:t>mục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85" dirty="0">
                <a:latin typeface="Tahoma"/>
                <a:cs typeface="Tahoma"/>
              </a:rPr>
              <a:t>trong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35" dirty="0">
                <a:latin typeface="Tahoma"/>
                <a:cs typeface="Tahoma"/>
              </a:rPr>
              <a:t>danh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65" dirty="0">
                <a:latin typeface="Tahoma"/>
                <a:cs typeface="Tahoma"/>
              </a:rPr>
              <a:t>sách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65" dirty="0">
                <a:latin typeface="Tahoma"/>
                <a:cs typeface="Tahoma"/>
              </a:rPr>
              <a:t>sẽ</a:t>
            </a:r>
            <a:r>
              <a:rPr sz="2950" spc="-335" dirty="0">
                <a:latin typeface="Tahoma"/>
                <a:cs typeface="Tahoma"/>
              </a:rPr>
              <a:t> </a:t>
            </a:r>
            <a:r>
              <a:rPr sz="2950" spc="-105" dirty="0">
                <a:latin typeface="Tahoma"/>
                <a:cs typeface="Tahoma"/>
              </a:rPr>
              <a:t>được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55" dirty="0">
                <a:latin typeface="Tahoma"/>
                <a:cs typeface="Tahoma"/>
              </a:rPr>
              <a:t>đánh</a:t>
            </a:r>
            <a:r>
              <a:rPr sz="2950" spc="-335" dirty="0">
                <a:latin typeface="Tahoma"/>
                <a:cs typeface="Tahoma"/>
              </a:rPr>
              <a:t> </a:t>
            </a:r>
            <a:r>
              <a:rPr sz="2950" spc="-110" dirty="0">
                <a:latin typeface="Tahoma"/>
                <a:cs typeface="Tahoma"/>
              </a:rPr>
              <a:t>dưới</a:t>
            </a:r>
            <a:r>
              <a:rPr sz="2950" spc="-335" dirty="0">
                <a:latin typeface="Tahoma"/>
                <a:cs typeface="Tahoma"/>
              </a:rPr>
              <a:t> </a:t>
            </a:r>
            <a:r>
              <a:rPr sz="2950" spc="-170" dirty="0">
                <a:latin typeface="Tahoma"/>
                <a:cs typeface="Tahoma"/>
              </a:rPr>
              <a:t>dạng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65" dirty="0">
                <a:latin typeface="Tahoma"/>
                <a:cs typeface="Tahoma"/>
              </a:rPr>
              <a:t>số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10" dirty="0">
                <a:latin typeface="Tahoma"/>
                <a:cs typeface="Tahoma"/>
              </a:rPr>
              <a:t>La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45" dirty="0">
                <a:latin typeface="Tahoma"/>
                <a:cs typeface="Tahoma"/>
              </a:rPr>
              <a:t>Mã</a:t>
            </a:r>
            <a:r>
              <a:rPr sz="2950" spc="-335" dirty="0">
                <a:latin typeface="Tahoma"/>
                <a:cs typeface="Tahoma"/>
              </a:rPr>
              <a:t> </a:t>
            </a:r>
            <a:r>
              <a:rPr sz="2950" spc="-140" dirty="0">
                <a:latin typeface="Tahoma"/>
                <a:cs typeface="Tahoma"/>
              </a:rPr>
              <a:t>viết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75" dirty="0">
                <a:latin typeface="Tahoma"/>
                <a:cs typeface="Tahoma"/>
              </a:rPr>
              <a:t>thường</a:t>
            </a:r>
            <a:endParaRPr sz="295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484" dirty="0"/>
              <a:t>CHƯƠNG</a:t>
            </a:r>
            <a:r>
              <a:rPr spc="-580" dirty="0"/>
              <a:t> </a:t>
            </a:r>
            <a:r>
              <a:rPr spc="-919" dirty="0"/>
              <a:t>II:</a:t>
            </a:r>
            <a:r>
              <a:rPr spc="-575" dirty="0"/>
              <a:t> </a:t>
            </a:r>
            <a:r>
              <a:rPr spc="-715" dirty="0"/>
              <a:t>HTML</a:t>
            </a:r>
            <a:r>
              <a:rPr spc="-585" dirty="0"/>
              <a:t> </a:t>
            </a:r>
            <a:r>
              <a:rPr spc="-905" dirty="0"/>
              <a:t>&amp;</a:t>
            </a:r>
            <a:r>
              <a:rPr spc="-580" dirty="0"/>
              <a:t> </a:t>
            </a:r>
            <a:r>
              <a:rPr spc="-715" dirty="0"/>
              <a:t>HTML5</a:t>
            </a:r>
            <a:endParaRPr spc="-715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  <p:sp>
        <p:nvSpPr>
          <p:cNvPr id="15" name="object 13"/>
          <p:cNvSpPr txBox="1">
            <a:spLocks noGrp="1"/>
          </p:cNvSpPr>
          <p:nvPr>
            <p:ph type="dt" sz="half" idx="6"/>
          </p:nvPr>
        </p:nvSpPr>
        <p:spPr>
          <a:xfrm>
            <a:off x="601345" y="10674350"/>
            <a:ext cx="5245100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85" dirty="0">
                <a:solidFill>
                  <a:schemeClr val="tx1"/>
                </a:solidFill>
              </a:rPr>
              <a:t>THIẾT </a:t>
            </a:r>
            <a:r>
              <a:rPr spc="-110" dirty="0">
                <a:solidFill>
                  <a:schemeClr val="tx1"/>
                </a:solidFill>
              </a:rPr>
              <a:t>KẾ</a:t>
            </a:r>
            <a:r>
              <a:rPr spc="-190" dirty="0">
                <a:solidFill>
                  <a:schemeClr val="tx1"/>
                </a:solidFill>
              </a:rPr>
              <a:t> </a:t>
            </a:r>
            <a:r>
              <a:rPr spc="-110" dirty="0">
                <a:solidFill>
                  <a:schemeClr val="tx1"/>
                </a:solidFill>
              </a:rPr>
              <a:t>WEB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VÀ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45" dirty="0">
                <a:solidFill>
                  <a:schemeClr val="tx1"/>
                </a:solidFill>
              </a:rPr>
              <a:t>TRIỂN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KHAI</a:t>
            </a:r>
            <a:r>
              <a:rPr spc="-200" dirty="0">
                <a:solidFill>
                  <a:schemeClr val="tx1"/>
                </a:solidFill>
              </a:rPr>
              <a:t> </a:t>
            </a:r>
            <a:r>
              <a:rPr spc="-80" dirty="0">
                <a:solidFill>
                  <a:schemeClr val="tx1"/>
                </a:solidFill>
              </a:rPr>
              <a:t>HỆ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95" dirty="0">
                <a:solidFill>
                  <a:schemeClr val="tx1"/>
                </a:solidFill>
              </a:rPr>
              <a:t>THỐNG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75" dirty="0">
                <a:solidFill>
                  <a:schemeClr val="tx1"/>
                </a:solidFill>
              </a:rPr>
              <a:t>PHẦN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25" dirty="0">
                <a:solidFill>
                  <a:schemeClr val="tx1"/>
                </a:solidFill>
              </a:rPr>
              <a:t>MỀM</a:t>
            </a:r>
            <a:endParaRPr spc="-20" dirty="0">
              <a:solidFill>
                <a:schemeClr val="tx1"/>
              </a:solidFill>
            </a:endParaRPr>
          </a:p>
        </p:txBody>
      </p:sp>
      <p:sp>
        <p:nvSpPr>
          <p:cNvPr id="16" name="object 6"/>
          <p:cNvSpPr/>
          <p:nvPr/>
        </p:nvSpPr>
        <p:spPr>
          <a:xfrm>
            <a:off x="523544" y="10447221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8063A1"/>
            </a:solidFill>
          </a:ln>
        </p:spPr>
        <p:txBody>
          <a:bodyPr wrap="square" lIns="0" tIns="0" rIns="0" bIns="0" rtlCol="0"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1936799" y="3902171"/>
            <a:ext cx="8167290" cy="3973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926" y="2201978"/>
            <a:ext cx="9552239" cy="2845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67385" y="2454275"/>
            <a:ext cx="11344275" cy="6884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36750">
              <a:lnSpc>
                <a:spcPct val="100000"/>
              </a:lnSpc>
              <a:spcBef>
                <a:spcPts val="100"/>
              </a:spcBef>
            </a:pPr>
            <a:r>
              <a:rPr sz="4400" b="1" spc="-465" dirty="0">
                <a:latin typeface="Tahoma"/>
                <a:cs typeface="Tahoma"/>
              </a:rPr>
              <a:t>2.3</a:t>
            </a:r>
            <a:r>
              <a:rPr sz="4400" b="1" spc="-495" dirty="0">
                <a:latin typeface="Tahoma"/>
                <a:cs typeface="Tahoma"/>
              </a:rPr>
              <a:t> </a:t>
            </a:r>
            <a:r>
              <a:rPr sz="4400" b="1" spc="-265" dirty="0">
                <a:latin typeface="Tahoma"/>
                <a:cs typeface="Tahoma"/>
              </a:rPr>
              <a:t>Các</a:t>
            </a:r>
            <a:r>
              <a:rPr sz="4400" b="1" spc="-490" dirty="0">
                <a:latin typeface="Tahoma"/>
                <a:cs typeface="Tahoma"/>
              </a:rPr>
              <a:t> </a:t>
            </a:r>
            <a:r>
              <a:rPr sz="4400" b="1" spc="-459" dirty="0">
                <a:latin typeface="Tahoma"/>
                <a:cs typeface="Tahoma"/>
              </a:rPr>
              <a:t>thẻ</a:t>
            </a:r>
            <a:r>
              <a:rPr sz="4400" b="1" spc="-495" dirty="0">
                <a:latin typeface="Tahoma"/>
                <a:cs typeface="Tahoma"/>
              </a:rPr>
              <a:t> </a:t>
            </a:r>
            <a:r>
              <a:rPr sz="4400" b="1" spc="-630" dirty="0">
                <a:latin typeface="Tahoma"/>
                <a:cs typeface="Tahoma"/>
              </a:rPr>
              <a:t>HTML</a:t>
            </a:r>
            <a:r>
              <a:rPr sz="4400" b="1" spc="-490" dirty="0">
                <a:latin typeface="Tahoma"/>
                <a:cs typeface="Tahoma"/>
              </a:rPr>
              <a:t> </a:t>
            </a:r>
            <a:r>
              <a:rPr sz="4400" b="1" spc="-545" dirty="0">
                <a:latin typeface="Tahoma"/>
                <a:cs typeface="Tahoma"/>
              </a:rPr>
              <a:t>thông</a:t>
            </a:r>
            <a:r>
              <a:rPr sz="4400" b="1" spc="-500" dirty="0">
                <a:latin typeface="Tahoma"/>
                <a:cs typeface="Tahoma"/>
              </a:rPr>
              <a:t> </a:t>
            </a:r>
            <a:r>
              <a:rPr sz="4400" b="1" spc="-580" dirty="0">
                <a:latin typeface="Tahoma"/>
                <a:cs typeface="Tahoma"/>
              </a:rPr>
              <a:t>dụng</a:t>
            </a:r>
            <a:endParaRPr sz="4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4400">
              <a:latin typeface="Tahoma"/>
              <a:cs typeface="Tahoma"/>
            </a:endParaRPr>
          </a:p>
          <a:p>
            <a:pPr marL="641985" indent="-629285">
              <a:lnSpc>
                <a:spcPct val="100000"/>
              </a:lnSpc>
              <a:buSzPct val="59000"/>
              <a:buFont typeface="Wingdings"/>
              <a:buChar char=""/>
              <a:tabLst>
                <a:tab pos="641985" algn="l"/>
              </a:tabLst>
            </a:pPr>
            <a:r>
              <a:rPr sz="3300" b="1" dirty="0">
                <a:latin typeface="Arial" panose="020B0604020202020204"/>
                <a:cs typeface="Arial" panose="020B0604020202020204"/>
              </a:rPr>
              <a:t>Kiểu</a:t>
            </a:r>
            <a:r>
              <a:rPr sz="3300" b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3300" b="1" dirty="0">
                <a:latin typeface="Arial" panose="020B0604020202020204"/>
                <a:cs typeface="Arial" panose="020B0604020202020204"/>
              </a:rPr>
              <a:t>hiển</a:t>
            </a:r>
            <a:r>
              <a:rPr sz="3300" b="1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3300" b="1" dirty="0">
                <a:latin typeface="Arial" panose="020B0604020202020204"/>
                <a:cs typeface="Arial" panose="020B0604020202020204"/>
              </a:rPr>
              <a:t>thị</a:t>
            </a:r>
            <a:r>
              <a:rPr sz="3300" b="1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3300" b="1" dirty="0">
                <a:latin typeface="Arial" panose="020B0604020202020204"/>
                <a:cs typeface="Arial" panose="020B0604020202020204"/>
              </a:rPr>
              <a:t>của</a:t>
            </a:r>
            <a:r>
              <a:rPr sz="3300" b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3300" b="1" dirty="0">
                <a:latin typeface="Arial" panose="020B0604020202020204"/>
                <a:cs typeface="Arial" panose="020B0604020202020204"/>
              </a:rPr>
              <a:t>phần</a:t>
            </a:r>
            <a:r>
              <a:rPr sz="3300" b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3300" b="1" dirty="0">
                <a:latin typeface="Arial" panose="020B0604020202020204"/>
                <a:cs typeface="Arial" panose="020B0604020202020204"/>
              </a:rPr>
              <a:t>tử</a:t>
            </a:r>
            <a:r>
              <a:rPr sz="3300" b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3300" b="1" dirty="0">
                <a:latin typeface="Arial" panose="020B0604020202020204"/>
                <a:cs typeface="Arial" panose="020B0604020202020204"/>
              </a:rPr>
              <a:t>trong</a:t>
            </a:r>
            <a:r>
              <a:rPr sz="3300" b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3300" b="1" dirty="0">
                <a:latin typeface="Arial" panose="020B0604020202020204"/>
                <a:cs typeface="Arial" panose="020B0604020202020204"/>
              </a:rPr>
              <a:t>HTML:</a:t>
            </a:r>
            <a:r>
              <a:rPr sz="3300" b="1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3300" b="1" dirty="0">
                <a:latin typeface="Arial" panose="020B0604020202020204"/>
                <a:cs typeface="Arial" panose="020B0604020202020204"/>
              </a:rPr>
              <a:t>block</a:t>
            </a:r>
            <a:r>
              <a:rPr sz="3300" b="1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3300" b="1" dirty="0">
                <a:latin typeface="Arial" panose="020B0604020202020204"/>
                <a:cs typeface="Arial" panose="020B0604020202020204"/>
              </a:rPr>
              <a:t>và</a:t>
            </a:r>
            <a:r>
              <a:rPr sz="3300" b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3300" b="1" spc="-10" dirty="0">
                <a:latin typeface="Arial" panose="020B0604020202020204"/>
                <a:cs typeface="Arial" panose="020B0604020202020204"/>
              </a:rPr>
              <a:t>inline</a:t>
            </a:r>
            <a:endParaRPr sz="3300">
              <a:latin typeface="Arial" panose="020B0604020202020204"/>
              <a:cs typeface="Arial" panose="020B0604020202020204"/>
            </a:endParaRPr>
          </a:p>
          <a:p>
            <a:pPr marL="1331595" lvl="1" indent="-525145">
              <a:lnSpc>
                <a:spcPct val="100000"/>
              </a:lnSpc>
              <a:spcBef>
                <a:spcPts val="1885"/>
              </a:spcBef>
              <a:buSzPct val="41000"/>
              <a:buChar char="•"/>
              <a:tabLst>
                <a:tab pos="1331595" algn="l"/>
              </a:tabLst>
            </a:pPr>
            <a:r>
              <a:rPr sz="2950" spc="-125" dirty="0">
                <a:latin typeface="Tahoma"/>
                <a:cs typeface="Tahoma"/>
              </a:rPr>
              <a:t>Kiểu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20" dirty="0">
                <a:latin typeface="Tahoma"/>
                <a:cs typeface="Tahoma"/>
              </a:rPr>
              <a:t>khối</a:t>
            </a:r>
            <a:r>
              <a:rPr sz="2950" spc="-335" dirty="0">
                <a:latin typeface="Tahoma"/>
                <a:cs typeface="Tahoma"/>
              </a:rPr>
              <a:t> </a:t>
            </a:r>
            <a:r>
              <a:rPr sz="2950" spc="-10" dirty="0">
                <a:latin typeface="Tahoma"/>
                <a:cs typeface="Tahoma"/>
              </a:rPr>
              <a:t>(block)</a:t>
            </a:r>
            <a:endParaRPr sz="2950">
              <a:latin typeface="Tahoma"/>
              <a:cs typeface="Tahoma"/>
            </a:endParaRPr>
          </a:p>
          <a:p>
            <a:pPr marL="2085340" lvl="2" indent="-419100">
              <a:lnSpc>
                <a:spcPct val="100000"/>
              </a:lnSpc>
              <a:spcBef>
                <a:spcPts val="1705"/>
              </a:spcBef>
              <a:buSzPct val="46000"/>
              <a:buChar char="•"/>
              <a:tabLst>
                <a:tab pos="2084705" algn="l"/>
              </a:tabLst>
            </a:pPr>
            <a:r>
              <a:rPr sz="2600" spc="-105" dirty="0">
                <a:latin typeface="Tahoma"/>
                <a:cs typeface="Tahoma"/>
              </a:rPr>
              <a:t>Luôn</a:t>
            </a:r>
            <a:r>
              <a:rPr sz="2600" spc="-300" dirty="0">
                <a:latin typeface="Tahoma"/>
                <a:cs typeface="Tahoma"/>
              </a:rPr>
              <a:t> </a:t>
            </a:r>
            <a:r>
              <a:rPr sz="2600" spc="-80" dirty="0">
                <a:latin typeface="Tahoma"/>
                <a:cs typeface="Tahoma"/>
              </a:rPr>
              <a:t>luôn</a:t>
            </a:r>
            <a:r>
              <a:rPr sz="2600" spc="-295" dirty="0">
                <a:latin typeface="Tahoma"/>
                <a:cs typeface="Tahoma"/>
              </a:rPr>
              <a:t> </a:t>
            </a:r>
            <a:r>
              <a:rPr sz="2600" spc="-95" dirty="0">
                <a:latin typeface="Tahoma"/>
                <a:cs typeface="Tahoma"/>
              </a:rPr>
              <a:t>bắt</a:t>
            </a:r>
            <a:r>
              <a:rPr sz="2600" spc="-300" dirty="0">
                <a:latin typeface="Tahoma"/>
                <a:cs typeface="Tahoma"/>
              </a:rPr>
              <a:t> </a:t>
            </a:r>
            <a:r>
              <a:rPr sz="2600" spc="-125" dirty="0">
                <a:latin typeface="Tahoma"/>
                <a:cs typeface="Tahoma"/>
              </a:rPr>
              <a:t>đầu</a:t>
            </a:r>
            <a:r>
              <a:rPr sz="2600" spc="-295" dirty="0">
                <a:latin typeface="Tahoma"/>
                <a:cs typeface="Tahoma"/>
              </a:rPr>
              <a:t> </a:t>
            </a:r>
            <a:r>
              <a:rPr sz="2600" spc="-120" dirty="0">
                <a:latin typeface="Tahoma"/>
                <a:cs typeface="Tahoma"/>
              </a:rPr>
              <a:t>trên</a:t>
            </a:r>
            <a:r>
              <a:rPr sz="2600" spc="-295" dirty="0">
                <a:latin typeface="Tahoma"/>
                <a:cs typeface="Tahoma"/>
              </a:rPr>
              <a:t> </a:t>
            </a:r>
            <a:r>
              <a:rPr sz="2600" spc="-114" dirty="0">
                <a:latin typeface="Tahoma"/>
                <a:cs typeface="Tahoma"/>
              </a:rPr>
              <a:t>một</a:t>
            </a:r>
            <a:r>
              <a:rPr sz="2600" spc="-290" dirty="0">
                <a:latin typeface="Tahoma"/>
                <a:cs typeface="Tahoma"/>
              </a:rPr>
              <a:t> </a:t>
            </a:r>
            <a:r>
              <a:rPr sz="2600" spc="-150" dirty="0">
                <a:latin typeface="Tahoma"/>
                <a:cs typeface="Tahoma"/>
              </a:rPr>
              <a:t>dòng</a:t>
            </a:r>
            <a:r>
              <a:rPr sz="2600" spc="-295" dirty="0">
                <a:latin typeface="Tahoma"/>
                <a:cs typeface="Tahoma"/>
              </a:rPr>
              <a:t> </a:t>
            </a:r>
            <a:r>
              <a:rPr sz="2600" spc="-100" dirty="0">
                <a:latin typeface="Tahoma"/>
                <a:cs typeface="Tahoma"/>
              </a:rPr>
              <a:t>mới,</a:t>
            </a:r>
            <a:r>
              <a:rPr sz="2600" spc="-295" dirty="0">
                <a:latin typeface="Tahoma"/>
                <a:cs typeface="Tahoma"/>
              </a:rPr>
              <a:t> </a:t>
            </a:r>
            <a:r>
              <a:rPr sz="2600" spc="-155" dirty="0">
                <a:latin typeface="Tahoma"/>
                <a:cs typeface="Tahoma"/>
              </a:rPr>
              <a:t>và</a:t>
            </a:r>
            <a:r>
              <a:rPr sz="2600" spc="-295" dirty="0">
                <a:latin typeface="Tahoma"/>
                <a:cs typeface="Tahoma"/>
              </a:rPr>
              <a:t> </a:t>
            </a:r>
            <a:r>
              <a:rPr sz="2600" spc="-105" dirty="0">
                <a:latin typeface="Tahoma"/>
                <a:cs typeface="Tahoma"/>
              </a:rPr>
              <a:t>trình</a:t>
            </a:r>
            <a:r>
              <a:rPr sz="2600" spc="-290" dirty="0">
                <a:latin typeface="Tahoma"/>
                <a:cs typeface="Tahoma"/>
              </a:rPr>
              <a:t> </a:t>
            </a:r>
            <a:r>
              <a:rPr sz="2600" spc="-125" dirty="0">
                <a:latin typeface="Tahoma"/>
                <a:cs typeface="Tahoma"/>
              </a:rPr>
              <a:t>duyệt</a:t>
            </a:r>
            <a:r>
              <a:rPr sz="2600" spc="-300" dirty="0">
                <a:latin typeface="Tahoma"/>
                <a:cs typeface="Tahoma"/>
              </a:rPr>
              <a:t> </a:t>
            </a:r>
            <a:r>
              <a:rPr sz="2600" spc="-60" dirty="0">
                <a:latin typeface="Tahoma"/>
                <a:cs typeface="Tahoma"/>
              </a:rPr>
              <a:t>sẽ</a:t>
            </a:r>
            <a:r>
              <a:rPr sz="2600" spc="-300" dirty="0">
                <a:latin typeface="Tahoma"/>
                <a:cs typeface="Tahoma"/>
              </a:rPr>
              <a:t> </a:t>
            </a:r>
            <a:r>
              <a:rPr sz="2600" spc="-120" dirty="0">
                <a:latin typeface="Tahoma"/>
                <a:cs typeface="Tahoma"/>
              </a:rPr>
              <a:t>tự</a:t>
            </a:r>
            <a:r>
              <a:rPr sz="2600" spc="-295" dirty="0">
                <a:latin typeface="Tahoma"/>
                <a:cs typeface="Tahoma"/>
              </a:rPr>
              <a:t> </a:t>
            </a:r>
            <a:r>
              <a:rPr sz="2600" spc="-150" dirty="0">
                <a:latin typeface="Tahoma"/>
                <a:cs typeface="Tahoma"/>
              </a:rPr>
              <a:t>động</a:t>
            </a:r>
            <a:r>
              <a:rPr sz="2600" spc="-300" dirty="0">
                <a:latin typeface="Tahoma"/>
                <a:cs typeface="Tahoma"/>
              </a:rPr>
              <a:t> </a:t>
            </a:r>
            <a:r>
              <a:rPr sz="2600" spc="-114" dirty="0">
                <a:latin typeface="Tahoma"/>
                <a:cs typeface="Tahoma"/>
              </a:rPr>
              <a:t>thêm</a:t>
            </a:r>
            <a:r>
              <a:rPr sz="2600" spc="-290" dirty="0">
                <a:latin typeface="Tahoma"/>
                <a:cs typeface="Tahoma"/>
              </a:rPr>
              <a:t> </a:t>
            </a:r>
            <a:r>
              <a:rPr sz="2600" spc="-135" dirty="0">
                <a:latin typeface="Tahoma"/>
                <a:cs typeface="Tahoma"/>
              </a:rPr>
              <a:t>khoảng</a:t>
            </a:r>
            <a:r>
              <a:rPr sz="2600" spc="-295" dirty="0">
                <a:latin typeface="Tahoma"/>
                <a:cs typeface="Tahoma"/>
              </a:rPr>
              <a:t> </a:t>
            </a:r>
            <a:r>
              <a:rPr sz="2600" spc="-140" dirty="0">
                <a:latin typeface="Tahoma"/>
                <a:cs typeface="Tahoma"/>
              </a:rPr>
              <a:t>trống</a:t>
            </a:r>
            <a:r>
              <a:rPr sz="2600" spc="-285" dirty="0">
                <a:latin typeface="Tahoma"/>
                <a:cs typeface="Tahoma"/>
              </a:rPr>
              <a:t> </a:t>
            </a:r>
            <a:r>
              <a:rPr sz="2600" spc="-90" dirty="0">
                <a:latin typeface="Tahoma"/>
                <a:cs typeface="Tahoma"/>
              </a:rPr>
              <a:t>trước</a:t>
            </a:r>
            <a:r>
              <a:rPr sz="2600" spc="-295" dirty="0">
                <a:latin typeface="Tahoma"/>
                <a:cs typeface="Tahoma"/>
              </a:rPr>
              <a:t> </a:t>
            </a:r>
            <a:r>
              <a:rPr sz="2600" spc="-155" dirty="0">
                <a:latin typeface="Tahoma"/>
                <a:cs typeface="Tahoma"/>
              </a:rPr>
              <a:t>và</a:t>
            </a:r>
            <a:r>
              <a:rPr sz="2600" spc="-295" dirty="0">
                <a:latin typeface="Tahoma"/>
                <a:cs typeface="Tahoma"/>
              </a:rPr>
              <a:t> </a:t>
            </a:r>
            <a:r>
              <a:rPr sz="2600" spc="-75" dirty="0">
                <a:latin typeface="Tahoma"/>
                <a:cs typeface="Tahoma"/>
              </a:rPr>
              <a:t>sau</a:t>
            </a:r>
            <a:r>
              <a:rPr sz="2600" spc="-295" dirty="0">
                <a:latin typeface="Tahoma"/>
                <a:cs typeface="Tahoma"/>
              </a:rPr>
              <a:t> </a:t>
            </a:r>
            <a:r>
              <a:rPr sz="2600" spc="-10" dirty="0">
                <a:latin typeface="Tahoma"/>
                <a:cs typeface="Tahoma"/>
              </a:rPr>
              <a:t>element.</a:t>
            </a:r>
            <a:endParaRPr sz="2600">
              <a:latin typeface="Tahoma"/>
              <a:cs typeface="Tahoma"/>
            </a:endParaRPr>
          </a:p>
          <a:p>
            <a:pPr marL="2085340" lvl="2" indent="-419100">
              <a:lnSpc>
                <a:spcPct val="100000"/>
              </a:lnSpc>
              <a:spcBef>
                <a:spcPts val="1630"/>
              </a:spcBef>
              <a:buSzPct val="46000"/>
              <a:buChar char="•"/>
              <a:tabLst>
                <a:tab pos="2084705" algn="l"/>
              </a:tabLst>
            </a:pPr>
            <a:r>
              <a:rPr sz="2600" spc="-105" dirty="0">
                <a:latin typeface="Tahoma"/>
                <a:cs typeface="Tahoma"/>
              </a:rPr>
              <a:t>Luôn</a:t>
            </a:r>
            <a:r>
              <a:rPr sz="2600" spc="-295" dirty="0">
                <a:latin typeface="Tahoma"/>
                <a:cs typeface="Tahoma"/>
              </a:rPr>
              <a:t> </a:t>
            </a:r>
            <a:r>
              <a:rPr sz="2600" spc="-80" dirty="0">
                <a:latin typeface="Tahoma"/>
                <a:cs typeface="Tahoma"/>
              </a:rPr>
              <a:t>luôn</a:t>
            </a:r>
            <a:r>
              <a:rPr sz="2600" spc="-295" dirty="0">
                <a:latin typeface="Tahoma"/>
                <a:cs typeface="Tahoma"/>
              </a:rPr>
              <a:t> </a:t>
            </a:r>
            <a:r>
              <a:rPr sz="2600" spc="-65" dirty="0">
                <a:latin typeface="Tahoma"/>
                <a:cs typeface="Tahoma"/>
              </a:rPr>
              <a:t>chiếm</a:t>
            </a:r>
            <a:r>
              <a:rPr sz="2600" spc="-290" dirty="0">
                <a:latin typeface="Tahoma"/>
                <a:cs typeface="Tahoma"/>
              </a:rPr>
              <a:t> </a:t>
            </a:r>
            <a:r>
              <a:rPr sz="2600" spc="-110" dirty="0">
                <a:latin typeface="Tahoma"/>
                <a:cs typeface="Tahoma"/>
              </a:rPr>
              <a:t>toàn</a:t>
            </a:r>
            <a:r>
              <a:rPr sz="2600" spc="-295" dirty="0">
                <a:latin typeface="Tahoma"/>
                <a:cs typeface="Tahoma"/>
              </a:rPr>
              <a:t> </a:t>
            </a:r>
            <a:r>
              <a:rPr sz="2600" spc="-95" dirty="0">
                <a:latin typeface="Tahoma"/>
                <a:cs typeface="Tahoma"/>
              </a:rPr>
              <a:t>bộ</a:t>
            </a:r>
            <a:r>
              <a:rPr sz="2600" spc="-295" dirty="0">
                <a:latin typeface="Tahoma"/>
                <a:cs typeface="Tahoma"/>
              </a:rPr>
              <a:t> </a:t>
            </a:r>
            <a:r>
              <a:rPr sz="2600" spc="-60" dirty="0">
                <a:latin typeface="Tahoma"/>
                <a:cs typeface="Tahoma"/>
              </a:rPr>
              <a:t>chiều</a:t>
            </a:r>
            <a:r>
              <a:rPr sz="2600" spc="-290" dirty="0">
                <a:latin typeface="Tahoma"/>
                <a:cs typeface="Tahoma"/>
              </a:rPr>
              <a:t> </a:t>
            </a:r>
            <a:r>
              <a:rPr sz="2600" spc="-155" dirty="0">
                <a:latin typeface="Tahoma"/>
                <a:cs typeface="Tahoma"/>
              </a:rPr>
              <a:t>rộng</a:t>
            </a:r>
            <a:r>
              <a:rPr sz="2600" spc="-295" dirty="0">
                <a:latin typeface="Tahoma"/>
                <a:cs typeface="Tahoma"/>
              </a:rPr>
              <a:t> </a:t>
            </a:r>
            <a:r>
              <a:rPr sz="2600" spc="-20" dirty="0">
                <a:latin typeface="Tahoma"/>
                <a:cs typeface="Tahoma"/>
              </a:rPr>
              <a:t>có</a:t>
            </a:r>
            <a:r>
              <a:rPr sz="2600" spc="-295" dirty="0">
                <a:latin typeface="Tahoma"/>
                <a:cs typeface="Tahoma"/>
              </a:rPr>
              <a:t> </a:t>
            </a:r>
            <a:r>
              <a:rPr sz="2600" spc="-20" dirty="0">
                <a:latin typeface="Tahoma"/>
                <a:cs typeface="Tahoma"/>
              </a:rPr>
              <a:t>sẵn.</a:t>
            </a:r>
            <a:endParaRPr sz="2600">
              <a:latin typeface="Tahoma"/>
              <a:cs typeface="Tahoma"/>
            </a:endParaRPr>
          </a:p>
          <a:p>
            <a:pPr marL="2085340" lvl="2" indent="-419100">
              <a:lnSpc>
                <a:spcPct val="100000"/>
              </a:lnSpc>
              <a:spcBef>
                <a:spcPts val="1625"/>
              </a:spcBef>
              <a:buSzPct val="46000"/>
              <a:buChar char="•"/>
              <a:tabLst>
                <a:tab pos="2084705" algn="l"/>
              </a:tabLst>
            </a:pPr>
            <a:r>
              <a:rPr sz="2600" spc="-110" dirty="0">
                <a:latin typeface="Tahoma"/>
                <a:cs typeface="Tahoma"/>
              </a:rPr>
              <a:t>Một</a:t>
            </a:r>
            <a:r>
              <a:rPr sz="2600" spc="-305" dirty="0">
                <a:latin typeface="Tahoma"/>
                <a:cs typeface="Tahoma"/>
              </a:rPr>
              <a:t> </a:t>
            </a:r>
            <a:r>
              <a:rPr sz="2600" spc="-45" dirty="0">
                <a:latin typeface="Tahoma"/>
                <a:cs typeface="Tahoma"/>
              </a:rPr>
              <a:t>số</a:t>
            </a:r>
            <a:r>
              <a:rPr sz="2600" spc="-300" dirty="0">
                <a:latin typeface="Tahoma"/>
                <a:cs typeface="Tahoma"/>
              </a:rPr>
              <a:t> </a:t>
            </a:r>
            <a:r>
              <a:rPr sz="2600" spc="-105" dirty="0">
                <a:latin typeface="Tahoma"/>
                <a:cs typeface="Tahoma"/>
              </a:rPr>
              <a:t>thẻ</a:t>
            </a:r>
            <a:r>
              <a:rPr sz="2600" spc="-305" dirty="0">
                <a:latin typeface="Tahoma"/>
                <a:cs typeface="Tahoma"/>
              </a:rPr>
              <a:t> </a:t>
            </a:r>
            <a:r>
              <a:rPr sz="2600" spc="-150" dirty="0">
                <a:latin typeface="Tahoma"/>
                <a:cs typeface="Tahoma"/>
              </a:rPr>
              <a:t>dạng</a:t>
            </a:r>
            <a:r>
              <a:rPr sz="2600" spc="-295" dirty="0">
                <a:latin typeface="Tahoma"/>
                <a:cs typeface="Tahoma"/>
              </a:rPr>
              <a:t> </a:t>
            </a:r>
            <a:r>
              <a:rPr sz="2600" spc="-10" dirty="0">
                <a:latin typeface="Tahoma"/>
                <a:cs typeface="Tahoma"/>
              </a:rPr>
              <a:t>block:</a:t>
            </a:r>
            <a:endParaRPr sz="2600">
              <a:latin typeface="Tahoma"/>
              <a:cs typeface="Tahoma"/>
            </a:endParaRPr>
          </a:p>
          <a:p>
            <a:pPr marL="2839720" lvl="3" indent="-419735">
              <a:lnSpc>
                <a:spcPct val="100000"/>
              </a:lnSpc>
              <a:spcBef>
                <a:spcPts val="1440"/>
              </a:spcBef>
              <a:buSzPct val="55000"/>
              <a:buChar char="•"/>
              <a:tabLst>
                <a:tab pos="2839720" algn="l"/>
              </a:tabLst>
            </a:pPr>
            <a:r>
              <a:rPr sz="2200" spc="-180" dirty="0">
                <a:latin typeface="Tahoma"/>
                <a:cs typeface="Tahoma"/>
              </a:rPr>
              <a:t>&lt;address&gt;,</a:t>
            </a:r>
            <a:r>
              <a:rPr sz="2200" spc="-204" dirty="0">
                <a:latin typeface="Tahoma"/>
                <a:cs typeface="Tahoma"/>
              </a:rPr>
              <a:t> </a:t>
            </a:r>
            <a:r>
              <a:rPr sz="2200" spc="-150" dirty="0">
                <a:latin typeface="Tahoma"/>
                <a:cs typeface="Tahoma"/>
              </a:rPr>
              <a:t>&lt;article&gt;,</a:t>
            </a:r>
            <a:r>
              <a:rPr sz="2200" spc="-225" dirty="0">
                <a:latin typeface="Tahoma"/>
                <a:cs typeface="Tahoma"/>
              </a:rPr>
              <a:t> </a:t>
            </a:r>
            <a:r>
              <a:rPr sz="2200" spc="-190" dirty="0">
                <a:latin typeface="Tahoma"/>
                <a:cs typeface="Tahoma"/>
              </a:rPr>
              <a:t>&lt;aside&gt;,</a:t>
            </a:r>
            <a:r>
              <a:rPr sz="2200" spc="-210" dirty="0">
                <a:latin typeface="Tahoma"/>
                <a:cs typeface="Tahoma"/>
              </a:rPr>
              <a:t> </a:t>
            </a:r>
            <a:r>
              <a:rPr sz="2200" spc="-155" dirty="0">
                <a:latin typeface="Tahoma"/>
                <a:cs typeface="Tahoma"/>
              </a:rPr>
              <a:t>&lt;blockquote&gt;,</a:t>
            </a:r>
            <a:r>
              <a:rPr sz="2200" spc="-210" dirty="0">
                <a:latin typeface="Tahoma"/>
                <a:cs typeface="Tahoma"/>
              </a:rPr>
              <a:t> </a:t>
            </a:r>
            <a:r>
              <a:rPr sz="2200" spc="-190" dirty="0">
                <a:latin typeface="Tahoma"/>
                <a:cs typeface="Tahoma"/>
              </a:rPr>
              <a:t>&lt;canvas&gt;,</a:t>
            </a:r>
            <a:r>
              <a:rPr sz="2200" spc="-220" dirty="0">
                <a:latin typeface="Tahoma"/>
                <a:cs typeface="Tahoma"/>
              </a:rPr>
              <a:t> </a:t>
            </a:r>
            <a:r>
              <a:rPr sz="2200" spc="-260" dirty="0">
                <a:latin typeface="Tahoma"/>
                <a:cs typeface="Tahoma"/>
              </a:rPr>
              <a:t>&lt;dd&gt;,</a:t>
            </a:r>
            <a:r>
              <a:rPr sz="2200" spc="-215" dirty="0">
                <a:latin typeface="Tahoma"/>
                <a:cs typeface="Tahoma"/>
              </a:rPr>
              <a:t> </a:t>
            </a:r>
            <a:r>
              <a:rPr sz="2200" spc="-240" dirty="0">
                <a:latin typeface="Tahoma"/>
                <a:cs typeface="Tahoma"/>
              </a:rPr>
              <a:t>&lt;div&gt;,</a:t>
            </a:r>
            <a:r>
              <a:rPr sz="2200" spc="-215" dirty="0">
                <a:latin typeface="Tahoma"/>
                <a:cs typeface="Tahoma"/>
              </a:rPr>
              <a:t> </a:t>
            </a:r>
            <a:r>
              <a:rPr sz="2200" spc="-235" dirty="0">
                <a:latin typeface="Tahoma"/>
                <a:cs typeface="Tahoma"/>
              </a:rPr>
              <a:t>&lt;dl&gt;,</a:t>
            </a:r>
            <a:r>
              <a:rPr sz="2200" spc="-210" dirty="0">
                <a:latin typeface="Tahoma"/>
                <a:cs typeface="Tahoma"/>
              </a:rPr>
              <a:t> </a:t>
            </a:r>
            <a:r>
              <a:rPr sz="2200" spc="-260" dirty="0">
                <a:latin typeface="Tahoma"/>
                <a:cs typeface="Tahoma"/>
              </a:rPr>
              <a:t>&lt;dt&gt;,</a:t>
            </a:r>
            <a:r>
              <a:rPr sz="2200" spc="-215" dirty="0">
                <a:latin typeface="Tahoma"/>
                <a:cs typeface="Tahoma"/>
              </a:rPr>
              <a:t> </a:t>
            </a:r>
            <a:r>
              <a:rPr sz="2200" spc="-155" dirty="0">
                <a:latin typeface="Tahoma"/>
                <a:cs typeface="Tahoma"/>
              </a:rPr>
              <a:t>&lt;fieldset&gt;,</a:t>
            </a:r>
            <a:r>
              <a:rPr sz="2200" spc="-220" dirty="0">
                <a:latin typeface="Tahoma"/>
                <a:cs typeface="Tahoma"/>
              </a:rPr>
              <a:t> </a:t>
            </a:r>
            <a:r>
              <a:rPr sz="2200" spc="-155" dirty="0">
                <a:latin typeface="Tahoma"/>
                <a:cs typeface="Tahoma"/>
              </a:rPr>
              <a:t>&lt;figcaption&gt;,</a:t>
            </a:r>
            <a:r>
              <a:rPr sz="2200" spc="-215" dirty="0">
                <a:latin typeface="Tahoma"/>
                <a:cs typeface="Tahoma"/>
              </a:rPr>
              <a:t> </a:t>
            </a:r>
            <a:r>
              <a:rPr sz="2200" spc="-204" dirty="0">
                <a:latin typeface="Tahoma"/>
                <a:cs typeface="Tahoma"/>
              </a:rPr>
              <a:t>&lt;figure&gt;,</a:t>
            </a:r>
            <a:r>
              <a:rPr sz="2200" spc="-229" dirty="0">
                <a:latin typeface="Tahoma"/>
                <a:cs typeface="Tahoma"/>
              </a:rPr>
              <a:t> </a:t>
            </a:r>
            <a:r>
              <a:rPr sz="2200" spc="-204" dirty="0">
                <a:latin typeface="Tahoma"/>
                <a:cs typeface="Tahoma"/>
              </a:rPr>
              <a:t>&lt;footer&gt;,</a:t>
            </a:r>
            <a:r>
              <a:rPr sz="2200" spc="-145" dirty="0">
                <a:latin typeface="Tahoma"/>
                <a:cs typeface="Tahoma"/>
              </a:rPr>
              <a:t> </a:t>
            </a:r>
            <a:r>
              <a:rPr sz="2200" spc="-45" dirty="0">
                <a:latin typeface="Tahoma"/>
                <a:cs typeface="Tahoma"/>
              </a:rPr>
              <a:t>&lt;form&gt;,</a:t>
            </a:r>
            <a:endParaRPr sz="2200">
              <a:latin typeface="Tahoma"/>
              <a:cs typeface="Tahoma"/>
            </a:endParaRPr>
          </a:p>
          <a:p>
            <a:pPr marL="2839720">
              <a:lnSpc>
                <a:spcPct val="100000"/>
              </a:lnSpc>
              <a:spcBef>
                <a:spcPts val="1315"/>
              </a:spcBef>
            </a:pPr>
            <a:r>
              <a:rPr sz="2200" spc="-300" dirty="0">
                <a:latin typeface="Tahoma"/>
                <a:cs typeface="Tahoma"/>
              </a:rPr>
              <a:t>&lt;h1&gt;</a:t>
            </a:r>
            <a:r>
              <a:rPr sz="2200" spc="-250" dirty="0">
                <a:latin typeface="Tahoma"/>
                <a:cs typeface="Tahoma"/>
              </a:rPr>
              <a:t> </a:t>
            </a:r>
            <a:r>
              <a:rPr sz="2200" spc="-135" dirty="0">
                <a:latin typeface="Tahoma"/>
                <a:cs typeface="Tahoma"/>
              </a:rPr>
              <a:t>-</a:t>
            </a:r>
            <a:r>
              <a:rPr sz="2200" spc="-235" dirty="0">
                <a:latin typeface="Tahoma"/>
                <a:cs typeface="Tahoma"/>
              </a:rPr>
              <a:t> </a:t>
            </a:r>
            <a:r>
              <a:rPr sz="2200" spc="-270" dirty="0">
                <a:latin typeface="Tahoma"/>
                <a:cs typeface="Tahoma"/>
              </a:rPr>
              <a:t>&lt;h6&gt;,</a:t>
            </a:r>
            <a:r>
              <a:rPr sz="2200" spc="-245" dirty="0">
                <a:latin typeface="Tahoma"/>
                <a:cs typeface="Tahoma"/>
              </a:rPr>
              <a:t> </a:t>
            </a:r>
            <a:r>
              <a:rPr sz="2200" spc="-195" dirty="0">
                <a:latin typeface="Tahoma"/>
                <a:cs typeface="Tahoma"/>
              </a:rPr>
              <a:t>&lt;header&gt;,</a:t>
            </a:r>
            <a:r>
              <a:rPr sz="2200" spc="-240" dirty="0">
                <a:latin typeface="Tahoma"/>
                <a:cs typeface="Tahoma"/>
              </a:rPr>
              <a:t> </a:t>
            </a:r>
            <a:r>
              <a:rPr sz="2200" spc="-265" dirty="0">
                <a:latin typeface="Tahoma"/>
                <a:cs typeface="Tahoma"/>
              </a:rPr>
              <a:t>&lt;hr&gt;,</a:t>
            </a:r>
            <a:r>
              <a:rPr sz="2200" spc="-240" dirty="0">
                <a:latin typeface="Tahoma"/>
                <a:cs typeface="Tahoma"/>
              </a:rPr>
              <a:t> </a:t>
            </a:r>
            <a:r>
              <a:rPr sz="2200" spc="-225" dirty="0">
                <a:latin typeface="Tahoma"/>
                <a:cs typeface="Tahoma"/>
              </a:rPr>
              <a:t>&lt;li&gt;,</a:t>
            </a:r>
            <a:r>
              <a:rPr sz="2200" spc="-235" dirty="0">
                <a:latin typeface="Tahoma"/>
                <a:cs typeface="Tahoma"/>
              </a:rPr>
              <a:t> </a:t>
            </a:r>
            <a:r>
              <a:rPr sz="2200" spc="-220" dirty="0">
                <a:latin typeface="Tahoma"/>
                <a:cs typeface="Tahoma"/>
              </a:rPr>
              <a:t>&lt;main&gt;,</a:t>
            </a:r>
            <a:r>
              <a:rPr sz="2200" spc="-240" dirty="0">
                <a:latin typeface="Tahoma"/>
                <a:cs typeface="Tahoma"/>
              </a:rPr>
              <a:t> </a:t>
            </a:r>
            <a:r>
              <a:rPr sz="2200" spc="-254" dirty="0">
                <a:latin typeface="Tahoma"/>
                <a:cs typeface="Tahoma"/>
              </a:rPr>
              <a:t>&lt;nav&gt;,</a:t>
            </a:r>
            <a:r>
              <a:rPr sz="2200" spc="-240" dirty="0">
                <a:latin typeface="Tahoma"/>
                <a:cs typeface="Tahoma"/>
              </a:rPr>
              <a:t> </a:t>
            </a:r>
            <a:r>
              <a:rPr sz="2200" spc="-160" dirty="0">
                <a:latin typeface="Tahoma"/>
                <a:cs typeface="Tahoma"/>
              </a:rPr>
              <a:t>&lt;noscript&gt;,</a:t>
            </a:r>
            <a:r>
              <a:rPr sz="2200" spc="-235" dirty="0">
                <a:latin typeface="Tahoma"/>
                <a:cs typeface="Tahoma"/>
              </a:rPr>
              <a:t> </a:t>
            </a:r>
            <a:r>
              <a:rPr sz="2200" spc="-245" dirty="0">
                <a:latin typeface="Tahoma"/>
                <a:cs typeface="Tahoma"/>
              </a:rPr>
              <a:t>&lt;ol&gt;,</a:t>
            </a:r>
            <a:r>
              <a:rPr sz="2200" spc="-235" dirty="0">
                <a:latin typeface="Tahoma"/>
                <a:cs typeface="Tahoma"/>
              </a:rPr>
              <a:t> </a:t>
            </a:r>
            <a:r>
              <a:rPr sz="2200" spc="-300" dirty="0">
                <a:latin typeface="Tahoma"/>
                <a:cs typeface="Tahoma"/>
              </a:rPr>
              <a:t>&lt;p&gt;,</a:t>
            </a:r>
            <a:r>
              <a:rPr sz="2200" spc="-235" dirty="0">
                <a:latin typeface="Tahoma"/>
                <a:cs typeface="Tahoma"/>
              </a:rPr>
              <a:t> </a:t>
            </a:r>
            <a:r>
              <a:rPr sz="2200" spc="-245" dirty="0">
                <a:latin typeface="Tahoma"/>
                <a:cs typeface="Tahoma"/>
              </a:rPr>
              <a:t>&lt;pre&gt;, </a:t>
            </a:r>
            <a:r>
              <a:rPr sz="2200" spc="-155" dirty="0">
                <a:latin typeface="Tahoma"/>
                <a:cs typeface="Tahoma"/>
              </a:rPr>
              <a:t>&lt;section&gt;,</a:t>
            </a:r>
            <a:r>
              <a:rPr sz="2200" spc="-245" dirty="0">
                <a:latin typeface="Tahoma"/>
                <a:cs typeface="Tahoma"/>
              </a:rPr>
              <a:t> </a:t>
            </a:r>
            <a:r>
              <a:rPr sz="2200" spc="-185" dirty="0">
                <a:latin typeface="Tahoma"/>
                <a:cs typeface="Tahoma"/>
              </a:rPr>
              <a:t>&lt;table&gt;,</a:t>
            </a:r>
            <a:r>
              <a:rPr sz="2200" spc="-235" dirty="0">
                <a:latin typeface="Tahoma"/>
                <a:cs typeface="Tahoma"/>
              </a:rPr>
              <a:t> </a:t>
            </a:r>
            <a:r>
              <a:rPr sz="2200" spc="-204" dirty="0">
                <a:latin typeface="Tahoma"/>
                <a:cs typeface="Tahoma"/>
              </a:rPr>
              <a:t>&lt;tfoot&gt;,</a:t>
            </a:r>
            <a:r>
              <a:rPr sz="2200" spc="-235" dirty="0">
                <a:latin typeface="Tahoma"/>
                <a:cs typeface="Tahoma"/>
              </a:rPr>
              <a:t> </a:t>
            </a:r>
            <a:r>
              <a:rPr sz="2200" spc="-10" dirty="0">
                <a:latin typeface="Tahoma"/>
                <a:cs typeface="Tahoma"/>
              </a:rPr>
              <a:t>&lt;ul&gt;.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484" dirty="0"/>
              <a:t>CHƯƠNG</a:t>
            </a:r>
            <a:r>
              <a:rPr spc="-580" dirty="0"/>
              <a:t> </a:t>
            </a:r>
            <a:r>
              <a:rPr spc="-919" dirty="0"/>
              <a:t>II:</a:t>
            </a:r>
            <a:r>
              <a:rPr spc="-575" dirty="0"/>
              <a:t> </a:t>
            </a:r>
            <a:r>
              <a:rPr spc="-715" dirty="0"/>
              <a:t>HTML</a:t>
            </a:r>
            <a:r>
              <a:rPr spc="-585" dirty="0"/>
              <a:t> </a:t>
            </a:r>
            <a:r>
              <a:rPr spc="-905" dirty="0"/>
              <a:t>&amp;</a:t>
            </a:r>
            <a:r>
              <a:rPr spc="-580" dirty="0"/>
              <a:t> </a:t>
            </a:r>
            <a:r>
              <a:rPr spc="-715" dirty="0"/>
              <a:t>HTML5</a:t>
            </a:r>
            <a:endParaRPr spc="-715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  <p:sp>
        <p:nvSpPr>
          <p:cNvPr id="15" name="object 13"/>
          <p:cNvSpPr txBox="1">
            <a:spLocks noGrp="1"/>
          </p:cNvSpPr>
          <p:nvPr>
            <p:ph type="dt" sz="half" idx="6"/>
          </p:nvPr>
        </p:nvSpPr>
        <p:spPr>
          <a:xfrm>
            <a:off x="601345" y="10674350"/>
            <a:ext cx="5245100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85" dirty="0">
                <a:solidFill>
                  <a:schemeClr val="tx1"/>
                </a:solidFill>
              </a:rPr>
              <a:t>THIẾT </a:t>
            </a:r>
            <a:r>
              <a:rPr spc="-110" dirty="0">
                <a:solidFill>
                  <a:schemeClr val="tx1"/>
                </a:solidFill>
              </a:rPr>
              <a:t>KẾ</a:t>
            </a:r>
            <a:r>
              <a:rPr spc="-190" dirty="0">
                <a:solidFill>
                  <a:schemeClr val="tx1"/>
                </a:solidFill>
              </a:rPr>
              <a:t> </a:t>
            </a:r>
            <a:r>
              <a:rPr spc="-110" dirty="0">
                <a:solidFill>
                  <a:schemeClr val="tx1"/>
                </a:solidFill>
              </a:rPr>
              <a:t>WEB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VÀ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45" dirty="0">
                <a:solidFill>
                  <a:schemeClr val="tx1"/>
                </a:solidFill>
              </a:rPr>
              <a:t>TRIỂN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KHAI</a:t>
            </a:r>
            <a:r>
              <a:rPr spc="-200" dirty="0">
                <a:solidFill>
                  <a:schemeClr val="tx1"/>
                </a:solidFill>
              </a:rPr>
              <a:t> </a:t>
            </a:r>
            <a:r>
              <a:rPr spc="-80" dirty="0">
                <a:solidFill>
                  <a:schemeClr val="tx1"/>
                </a:solidFill>
              </a:rPr>
              <a:t>HỆ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95" dirty="0">
                <a:solidFill>
                  <a:schemeClr val="tx1"/>
                </a:solidFill>
              </a:rPr>
              <a:t>THỐNG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75" dirty="0">
                <a:solidFill>
                  <a:schemeClr val="tx1"/>
                </a:solidFill>
              </a:rPr>
              <a:t>PHẦN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25" dirty="0">
                <a:solidFill>
                  <a:schemeClr val="tx1"/>
                </a:solidFill>
              </a:rPr>
              <a:t>MỀM</a:t>
            </a:r>
            <a:endParaRPr spc="-20" dirty="0">
              <a:solidFill>
                <a:schemeClr val="tx1"/>
              </a:solidFill>
            </a:endParaRPr>
          </a:p>
        </p:txBody>
      </p:sp>
      <p:sp>
        <p:nvSpPr>
          <p:cNvPr id="16" name="object 6"/>
          <p:cNvSpPr/>
          <p:nvPr/>
        </p:nvSpPr>
        <p:spPr>
          <a:xfrm>
            <a:off x="523544" y="10447221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8063A1"/>
            </a:solidFill>
          </a:ln>
        </p:spPr>
        <p:txBody>
          <a:bodyPr wrap="square" lIns="0" tIns="0" rIns="0" bIns="0" rtlCol="0"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248287" y="8473864"/>
            <a:ext cx="13669251" cy="211106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926" y="2201978"/>
            <a:ext cx="9552239" cy="2845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23380" y="2301755"/>
            <a:ext cx="17836515" cy="6676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36750">
              <a:lnSpc>
                <a:spcPct val="100000"/>
              </a:lnSpc>
              <a:spcBef>
                <a:spcPts val="100"/>
              </a:spcBef>
            </a:pPr>
            <a:r>
              <a:rPr sz="4000" b="1" spc="-465" dirty="0">
                <a:latin typeface="Tahoma"/>
                <a:cs typeface="Tahoma"/>
              </a:rPr>
              <a:t>2.3</a:t>
            </a:r>
            <a:r>
              <a:rPr sz="4000" b="1" spc="-495" dirty="0">
                <a:latin typeface="Tahoma"/>
                <a:cs typeface="Tahoma"/>
              </a:rPr>
              <a:t> </a:t>
            </a:r>
            <a:r>
              <a:rPr sz="4000" b="1" spc="-265" dirty="0">
                <a:latin typeface="Tahoma"/>
                <a:cs typeface="Tahoma"/>
              </a:rPr>
              <a:t>Các</a:t>
            </a:r>
            <a:r>
              <a:rPr sz="4000" b="1" spc="-490" dirty="0">
                <a:latin typeface="Tahoma"/>
                <a:cs typeface="Tahoma"/>
              </a:rPr>
              <a:t> </a:t>
            </a:r>
            <a:r>
              <a:rPr sz="4000" b="1" spc="-459" dirty="0">
                <a:latin typeface="Tahoma"/>
                <a:cs typeface="Tahoma"/>
              </a:rPr>
              <a:t>thẻ</a:t>
            </a:r>
            <a:r>
              <a:rPr sz="4000" b="1" spc="-495" dirty="0">
                <a:latin typeface="Tahoma"/>
                <a:cs typeface="Tahoma"/>
              </a:rPr>
              <a:t> </a:t>
            </a:r>
            <a:r>
              <a:rPr sz="4000" b="1" spc="-630" dirty="0">
                <a:latin typeface="Tahoma"/>
                <a:cs typeface="Tahoma"/>
              </a:rPr>
              <a:t>HTML</a:t>
            </a:r>
            <a:r>
              <a:rPr sz="4000" b="1" spc="-490" dirty="0">
                <a:latin typeface="Tahoma"/>
                <a:cs typeface="Tahoma"/>
              </a:rPr>
              <a:t> </a:t>
            </a:r>
            <a:r>
              <a:rPr sz="4000" b="1" spc="-545" dirty="0">
                <a:latin typeface="Tahoma"/>
                <a:cs typeface="Tahoma"/>
              </a:rPr>
              <a:t>thông</a:t>
            </a:r>
            <a:r>
              <a:rPr sz="4000" b="1" spc="-500" dirty="0">
                <a:latin typeface="Tahoma"/>
                <a:cs typeface="Tahoma"/>
              </a:rPr>
              <a:t> </a:t>
            </a:r>
            <a:r>
              <a:rPr sz="4000" b="1" spc="-580" dirty="0">
                <a:latin typeface="Tahoma"/>
                <a:cs typeface="Tahoma"/>
              </a:rPr>
              <a:t>dụng</a:t>
            </a:r>
            <a:endParaRPr sz="4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395"/>
              </a:spcBef>
            </a:pPr>
            <a:endParaRPr sz="4000">
              <a:latin typeface="Tahoma"/>
              <a:cs typeface="Tahoma"/>
            </a:endParaRPr>
          </a:p>
          <a:p>
            <a:pPr marL="641985" indent="-629285">
              <a:lnSpc>
                <a:spcPct val="100000"/>
              </a:lnSpc>
              <a:buSzPct val="59000"/>
              <a:buFont typeface="Wingdings"/>
              <a:buChar char=""/>
              <a:tabLst>
                <a:tab pos="641985" algn="l"/>
              </a:tabLst>
            </a:pPr>
            <a:r>
              <a:rPr sz="3200" b="1" dirty="0">
                <a:latin typeface="Arial" panose="020B0604020202020204"/>
                <a:cs typeface="Arial" panose="020B0604020202020204"/>
              </a:rPr>
              <a:t>Kiểu</a:t>
            </a:r>
            <a:r>
              <a:rPr sz="3200" b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3200" b="1" dirty="0">
                <a:latin typeface="Arial" panose="020B0604020202020204"/>
                <a:cs typeface="Arial" panose="020B0604020202020204"/>
              </a:rPr>
              <a:t>hiển</a:t>
            </a:r>
            <a:r>
              <a:rPr sz="3200" b="1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3200" b="1" dirty="0">
                <a:latin typeface="Arial" panose="020B0604020202020204"/>
                <a:cs typeface="Arial" panose="020B0604020202020204"/>
              </a:rPr>
              <a:t>thị</a:t>
            </a:r>
            <a:r>
              <a:rPr sz="3200" b="1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3200" b="1" dirty="0">
                <a:latin typeface="Arial" panose="020B0604020202020204"/>
                <a:cs typeface="Arial" panose="020B0604020202020204"/>
              </a:rPr>
              <a:t>của</a:t>
            </a:r>
            <a:r>
              <a:rPr sz="3200" b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3200" b="1" dirty="0">
                <a:latin typeface="Arial" panose="020B0604020202020204"/>
                <a:cs typeface="Arial" panose="020B0604020202020204"/>
              </a:rPr>
              <a:t>phần</a:t>
            </a:r>
            <a:r>
              <a:rPr sz="3200" b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3200" b="1" dirty="0">
                <a:latin typeface="Arial" panose="020B0604020202020204"/>
                <a:cs typeface="Arial" panose="020B0604020202020204"/>
              </a:rPr>
              <a:t>tử</a:t>
            </a:r>
            <a:r>
              <a:rPr sz="3200" b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3200" b="1" dirty="0">
                <a:latin typeface="Arial" panose="020B0604020202020204"/>
                <a:cs typeface="Arial" panose="020B0604020202020204"/>
              </a:rPr>
              <a:t>trong</a:t>
            </a:r>
            <a:r>
              <a:rPr sz="3200" b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3200" b="1" dirty="0">
                <a:latin typeface="Arial" panose="020B0604020202020204"/>
                <a:cs typeface="Arial" panose="020B0604020202020204"/>
              </a:rPr>
              <a:t>HTML:</a:t>
            </a:r>
            <a:r>
              <a:rPr sz="3200" b="1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3200" b="1" dirty="0">
                <a:latin typeface="Arial" panose="020B0604020202020204"/>
                <a:cs typeface="Arial" panose="020B0604020202020204"/>
              </a:rPr>
              <a:t>block</a:t>
            </a:r>
            <a:r>
              <a:rPr sz="3200" b="1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3200" b="1" dirty="0">
                <a:latin typeface="Arial" panose="020B0604020202020204"/>
                <a:cs typeface="Arial" panose="020B0604020202020204"/>
              </a:rPr>
              <a:t>và</a:t>
            </a:r>
            <a:r>
              <a:rPr sz="3200" b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3200" b="1" spc="-10" dirty="0">
                <a:latin typeface="Arial" panose="020B0604020202020204"/>
                <a:cs typeface="Arial" panose="020B0604020202020204"/>
              </a:rPr>
              <a:t>inline</a:t>
            </a:r>
            <a:endParaRPr sz="3200">
              <a:latin typeface="Arial" panose="020B0604020202020204"/>
              <a:cs typeface="Arial" panose="020B0604020202020204"/>
            </a:endParaRPr>
          </a:p>
          <a:p>
            <a:pPr marL="1331595" lvl="1" indent="-525145">
              <a:lnSpc>
                <a:spcPct val="100000"/>
              </a:lnSpc>
              <a:spcBef>
                <a:spcPts val="2125"/>
              </a:spcBef>
              <a:buSzPct val="33000"/>
              <a:buChar char="•"/>
              <a:tabLst>
                <a:tab pos="1331595" algn="l"/>
              </a:tabLst>
            </a:pPr>
            <a:r>
              <a:rPr sz="3200" spc="-150" dirty="0">
                <a:latin typeface="Tahoma"/>
                <a:cs typeface="Tahoma"/>
              </a:rPr>
              <a:t>Kiểu</a:t>
            </a:r>
            <a:r>
              <a:rPr sz="3200" spc="-415" dirty="0">
                <a:latin typeface="Tahoma"/>
                <a:cs typeface="Tahoma"/>
              </a:rPr>
              <a:t> </a:t>
            </a:r>
            <a:r>
              <a:rPr sz="3200" spc="-125" dirty="0">
                <a:latin typeface="Tahoma"/>
                <a:cs typeface="Tahoma"/>
              </a:rPr>
              <a:t>nội</a:t>
            </a:r>
            <a:r>
              <a:rPr sz="3200" spc="-409" dirty="0">
                <a:latin typeface="Tahoma"/>
                <a:cs typeface="Tahoma"/>
              </a:rPr>
              <a:t> </a:t>
            </a:r>
            <a:r>
              <a:rPr sz="3200" spc="-200" dirty="0">
                <a:latin typeface="Tahoma"/>
                <a:cs typeface="Tahoma"/>
              </a:rPr>
              <a:t>tuyến</a:t>
            </a:r>
            <a:r>
              <a:rPr sz="3200" spc="-41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(inline)</a:t>
            </a:r>
            <a:endParaRPr sz="3200">
              <a:latin typeface="Tahoma"/>
              <a:cs typeface="Tahoma"/>
            </a:endParaRPr>
          </a:p>
          <a:p>
            <a:pPr marL="2085340" lvl="2" indent="-419100">
              <a:lnSpc>
                <a:spcPct val="100000"/>
              </a:lnSpc>
              <a:spcBef>
                <a:spcPts val="2060"/>
              </a:spcBef>
              <a:buSzPct val="36000"/>
              <a:buChar char="•"/>
              <a:tabLst>
                <a:tab pos="2084705" algn="l"/>
              </a:tabLst>
            </a:pPr>
            <a:r>
              <a:rPr sz="3200" spc="-225" dirty="0">
                <a:latin typeface="Tahoma"/>
                <a:cs typeface="Tahoma"/>
              </a:rPr>
              <a:t>Không</a:t>
            </a:r>
            <a:r>
              <a:rPr sz="3200" spc="-380" dirty="0">
                <a:latin typeface="Tahoma"/>
                <a:cs typeface="Tahoma"/>
              </a:rPr>
              <a:t> </a:t>
            </a:r>
            <a:r>
              <a:rPr sz="3200" spc="-150" dirty="0">
                <a:latin typeface="Tahoma"/>
                <a:cs typeface="Tahoma"/>
              </a:rPr>
              <a:t>bắt</a:t>
            </a:r>
            <a:r>
              <a:rPr sz="3200" spc="-390" dirty="0">
                <a:latin typeface="Tahoma"/>
                <a:cs typeface="Tahoma"/>
              </a:rPr>
              <a:t> </a:t>
            </a:r>
            <a:r>
              <a:rPr sz="3200" spc="-175" dirty="0">
                <a:latin typeface="Tahoma"/>
                <a:cs typeface="Tahoma"/>
              </a:rPr>
              <a:t>đầu</a:t>
            </a:r>
            <a:r>
              <a:rPr sz="3200" spc="-390" dirty="0">
                <a:latin typeface="Tahoma"/>
                <a:cs typeface="Tahoma"/>
              </a:rPr>
              <a:t> </a:t>
            </a:r>
            <a:r>
              <a:rPr sz="3200" spc="-170" dirty="0">
                <a:latin typeface="Tahoma"/>
                <a:cs typeface="Tahoma"/>
              </a:rPr>
              <a:t>trên</a:t>
            </a:r>
            <a:r>
              <a:rPr sz="3200" spc="-385" dirty="0">
                <a:latin typeface="Tahoma"/>
                <a:cs typeface="Tahoma"/>
              </a:rPr>
              <a:t> </a:t>
            </a:r>
            <a:r>
              <a:rPr sz="3200" spc="-160" dirty="0">
                <a:latin typeface="Tahoma"/>
                <a:cs typeface="Tahoma"/>
              </a:rPr>
              <a:t>một</a:t>
            </a:r>
            <a:r>
              <a:rPr sz="3200" spc="-400" dirty="0">
                <a:latin typeface="Tahoma"/>
                <a:cs typeface="Tahoma"/>
              </a:rPr>
              <a:t> </a:t>
            </a:r>
            <a:r>
              <a:rPr sz="3200" spc="-210" dirty="0">
                <a:latin typeface="Tahoma"/>
                <a:cs typeface="Tahoma"/>
              </a:rPr>
              <a:t>dòng</a:t>
            </a:r>
            <a:r>
              <a:rPr sz="3200" spc="-385" dirty="0">
                <a:latin typeface="Tahoma"/>
                <a:cs typeface="Tahoma"/>
              </a:rPr>
              <a:t> </a:t>
            </a:r>
            <a:r>
              <a:rPr sz="3200" spc="-140" dirty="0">
                <a:latin typeface="Tahoma"/>
                <a:cs typeface="Tahoma"/>
              </a:rPr>
              <a:t>mới,</a:t>
            </a:r>
            <a:r>
              <a:rPr sz="3200" spc="-390" dirty="0">
                <a:latin typeface="Tahoma"/>
                <a:cs typeface="Tahoma"/>
              </a:rPr>
              <a:t> </a:t>
            </a:r>
            <a:r>
              <a:rPr sz="3200" spc="-105" dirty="0">
                <a:latin typeface="Tahoma"/>
                <a:cs typeface="Tahoma"/>
              </a:rPr>
              <a:t>chiều</a:t>
            </a:r>
            <a:r>
              <a:rPr sz="3200" spc="-385" dirty="0">
                <a:latin typeface="Tahoma"/>
                <a:cs typeface="Tahoma"/>
              </a:rPr>
              <a:t> </a:t>
            </a:r>
            <a:r>
              <a:rPr sz="3200" spc="-215" dirty="0">
                <a:latin typeface="Tahoma"/>
                <a:cs typeface="Tahoma"/>
              </a:rPr>
              <a:t>rộng</a:t>
            </a:r>
            <a:r>
              <a:rPr sz="3200" spc="-395" dirty="0">
                <a:latin typeface="Tahoma"/>
                <a:cs typeface="Tahoma"/>
              </a:rPr>
              <a:t> </a:t>
            </a:r>
            <a:r>
              <a:rPr sz="3200" spc="-204" dirty="0">
                <a:latin typeface="Tahoma"/>
                <a:cs typeface="Tahoma"/>
              </a:rPr>
              <a:t>bằng</a:t>
            </a:r>
            <a:r>
              <a:rPr sz="3200" spc="-385" dirty="0">
                <a:latin typeface="Tahoma"/>
                <a:cs typeface="Tahoma"/>
              </a:rPr>
              <a:t> </a:t>
            </a:r>
            <a:r>
              <a:rPr sz="3200" spc="-165" dirty="0">
                <a:latin typeface="Tahoma"/>
                <a:cs typeface="Tahoma"/>
              </a:rPr>
              <a:t>với</a:t>
            </a:r>
            <a:r>
              <a:rPr sz="3200" spc="-385" dirty="0">
                <a:latin typeface="Tahoma"/>
                <a:cs typeface="Tahoma"/>
              </a:rPr>
              <a:t> </a:t>
            </a:r>
            <a:r>
              <a:rPr sz="3200" spc="-105" dirty="0">
                <a:latin typeface="Tahoma"/>
                <a:cs typeface="Tahoma"/>
              </a:rPr>
              <a:t>chiều</a:t>
            </a:r>
            <a:r>
              <a:rPr sz="3200" spc="-390" dirty="0">
                <a:latin typeface="Tahoma"/>
                <a:cs typeface="Tahoma"/>
              </a:rPr>
              <a:t> </a:t>
            </a:r>
            <a:r>
              <a:rPr sz="3200" spc="-215" dirty="0">
                <a:latin typeface="Tahoma"/>
                <a:cs typeface="Tahoma"/>
              </a:rPr>
              <a:t>rộng</a:t>
            </a:r>
            <a:r>
              <a:rPr sz="3200" spc="-395" dirty="0">
                <a:latin typeface="Tahoma"/>
                <a:cs typeface="Tahoma"/>
              </a:rPr>
              <a:t> </a:t>
            </a:r>
            <a:r>
              <a:rPr sz="3200" spc="-95" dirty="0">
                <a:latin typeface="Tahoma"/>
                <a:cs typeface="Tahoma"/>
              </a:rPr>
              <a:t>của</a:t>
            </a:r>
            <a:r>
              <a:rPr sz="3200" spc="-390" dirty="0">
                <a:latin typeface="Tahoma"/>
                <a:cs typeface="Tahoma"/>
              </a:rPr>
              <a:t> </a:t>
            </a:r>
            <a:r>
              <a:rPr sz="3200" spc="-140" dirty="0">
                <a:latin typeface="Tahoma"/>
                <a:cs typeface="Tahoma"/>
              </a:rPr>
              <a:t>element</a:t>
            </a:r>
            <a:r>
              <a:rPr sz="3200" spc="-400" dirty="0">
                <a:latin typeface="Tahoma"/>
                <a:cs typeface="Tahoma"/>
              </a:rPr>
              <a:t> </a:t>
            </a:r>
            <a:r>
              <a:rPr sz="3200" spc="-25" dirty="0">
                <a:latin typeface="Tahoma"/>
                <a:cs typeface="Tahoma"/>
              </a:rPr>
              <a:t>đó.</a:t>
            </a:r>
            <a:endParaRPr sz="3200">
              <a:latin typeface="Tahoma"/>
              <a:cs typeface="Tahoma"/>
            </a:endParaRPr>
          </a:p>
          <a:p>
            <a:pPr marL="2085340" lvl="2" indent="-419100">
              <a:lnSpc>
                <a:spcPct val="100000"/>
              </a:lnSpc>
              <a:spcBef>
                <a:spcPts val="1975"/>
              </a:spcBef>
              <a:buSzPct val="36000"/>
              <a:buChar char="•"/>
              <a:tabLst>
                <a:tab pos="2084705" algn="l"/>
              </a:tabLst>
            </a:pPr>
            <a:r>
              <a:rPr sz="3200" spc="-155" dirty="0">
                <a:latin typeface="Tahoma"/>
                <a:cs typeface="Tahoma"/>
              </a:rPr>
              <a:t>Một</a:t>
            </a:r>
            <a:r>
              <a:rPr sz="3200" spc="-400" dirty="0">
                <a:latin typeface="Tahoma"/>
                <a:cs typeface="Tahoma"/>
              </a:rPr>
              <a:t> </a:t>
            </a:r>
            <a:r>
              <a:rPr sz="3200" spc="-90" dirty="0">
                <a:latin typeface="Tahoma"/>
                <a:cs typeface="Tahoma"/>
              </a:rPr>
              <a:t>số</a:t>
            </a:r>
            <a:r>
              <a:rPr sz="3200" spc="-395" dirty="0">
                <a:latin typeface="Tahoma"/>
                <a:cs typeface="Tahoma"/>
              </a:rPr>
              <a:t> </a:t>
            </a:r>
            <a:r>
              <a:rPr sz="3200" spc="-165" dirty="0">
                <a:latin typeface="Tahoma"/>
                <a:cs typeface="Tahoma"/>
              </a:rPr>
              <a:t>thẻ</a:t>
            </a:r>
            <a:r>
              <a:rPr sz="3200" spc="-400" dirty="0">
                <a:latin typeface="Tahoma"/>
                <a:cs typeface="Tahoma"/>
              </a:rPr>
              <a:t> </a:t>
            </a:r>
            <a:r>
              <a:rPr sz="3200" spc="-204" dirty="0">
                <a:latin typeface="Tahoma"/>
                <a:cs typeface="Tahoma"/>
              </a:rPr>
              <a:t>dạng</a:t>
            </a:r>
            <a:r>
              <a:rPr sz="3200" spc="-395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inline:</a:t>
            </a:r>
            <a:endParaRPr sz="3200">
              <a:latin typeface="Tahoma"/>
              <a:cs typeface="Tahoma"/>
            </a:endParaRPr>
          </a:p>
          <a:p>
            <a:pPr marL="2839720" lvl="3" indent="-419735">
              <a:lnSpc>
                <a:spcPct val="100000"/>
              </a:lnSpc>
              <a:spcBef>
                <a:spcPts val="1790"/>
              </a:spcBef>
              <a:buSzPct val="46000"/>
              <a:buChar char="•"/>
              <a:tabLst>
                <a:tab pos="2839720" algn="l"/>
              </a:tabLst>
            </a:pPr>
            <a:r>
              <a:rPr sz="2400" spc="-330" dirty="0">
                <a:latin typeface="Tahoma"/>
                <a:cs typeface="Tahoma"/>
              </a:rPr>
              <a:t>&lt;a&gt;,</a:t>
            </a:r>
            <a:r>
              <a:rPr sz="2400" spc="-290" dirty="0">
                <a:latin typeface="Tahoma"/>
                <a:cs typeface="Tahoma"/>
              </a:rPr>
              <a:t> </a:t>
            </a:r>
            <a:r>
              <a:rPr sz="2400" spc="-240" dirty="0">
                <a:latin typeface="Tahoma"/>
                <a:cs typeface="Tahoma"/>
              </a:rPr>
              <a:t>&lt;abbr&gt;,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204" dirty="0">
                <a:latin typeface="Tahoma"/>
                <a:cs typeface="Tahoma"/>
              </a:rPr>
              <a:t>&lt;acronym&gt;,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335" dirty="0">
                <a:latin typeface="Tahoma"/>
                <a:cs typeface="Tahoma"/>
              </a:rPr>
              <a:t>&lt;b&gt;,</a:t>
            </a:r>
            <a:r>
              <a:rPr sz="2400" spc="-290" dirty="0">
                <a:latin typeface="Tahoma"/>
                <a:cs typeface="Tahoma"/>
              </a:rPr>
              <a:t> </a:t>
            </a:r>
            <a:r>
              <a:rPr sz="2400" spc="-254" dirty="0">
                <a:latin typeface="Tahoma"/>
                <a:cs typeface="Tahoma"/>
              </a:rPr>
              <a:t>&lt;bdo&gt;,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260" dirty="0">
                <a:latin typeface="Tahoma"/>
                <a:cs typeface="Tahoma"/>
              </a:rPr>
              <a:t>&lt;big&gt;,</a:t>
            </a:r>
            <a:r>
              <a:rPr sz="2400" spc="-290" dirty="0">
                <a:latin typeface="Tahoma"/>
                <a:cs typeface="Tahoma"/>
              </a:rPr>
              <a:t> </a:t>
            </a:r>
            <a:r>
              <a:rPr sz="2400" spc="-300" dirty="0">
                <a:latin typeface="Tahoma"/>
                <a:cs typeface="Tahoma"/>
              </a:rPr>
              <a:t>&lt;br&gt;,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215" dirty="0">
                <a:latin typeface="Tahoma"/>
                <a:cs typeface="Tahoma"/>
              </a:rPr>
              <a:t>&lt;button&gt;,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204" dirty="0">
                <a:latin typeface="Tahoma"/>
                <a:cs typeface="Tahoma"/>
              </a:rPr>
              <a:t>&lt;cite&gt;,</a:t>
            </a:r>
            <a:r>
              <a:rPr sz="2400" spc="-290" dirty="0">
                <a:latin typeface="Tahoma"/>
                <a:cs typeface="Tahoma"/>
              </a:rPr>
              <a:t> </a:t>
            </a:r>
            <a:r>
              <a:rPr sz="2400" spc="-210" dirty="0">
                <a:latin typeface="Tahoma"/>
                <a:cs typeface="Tahoma"/>
              </a:rPr>
              <a:t>&lt;code&gt;,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300" dirty="0">
                <a:latin typeface="Tahoma"/>
                <a:cs typeface="Tahoma"/>
              </a:rPr>
              <a:t>&lt;em&gt;,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315" dirty="0">
                <a:latin typeface="Tahoma"/>
                <a:cs typeface="Tahoma"/>
              </a:rPr>
              <a:t>&lt;i&gt;,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270" dirty="0">
                <a:latin typeface="Tahoma"/>
                <a:cs typeface="Tahoma"/>
              </a:rPr>
              <a:t>&lt;img&gt;,</a:t>
            </a:r>
            <a:r>
              <a:rPr sz="2400" spc="-290" dirty="0">
                <a:latin typeface="Tahoma"/>
                <a:cs typeface="Tahoma"/>
              </a:rPr>
              <a:t> </a:t>
            </a:r>
            <a:r>
              <a:rPr sz="2400" spc="-220" dirty="0">
                <a:latin typeface="Tahoma"/>
                <a:cs typeface="Tahoma"/>
              </a:rPr>
              <a:t>&lt;input&gt;,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265" dirty="0">
                <a:latin typeface="Tahoma"/>
                <a:cs typeface="Tahoma"/>
              </a:rPr>
              <a:t>&lt;kbd&gt;,</a:t>
            </a:r>
            <a:endParaRPr sz="2400">
              <a:latin typeface="Tahoma"/>
              <a:cs typeface="Tahoma"/>
            </a:endParaRPr>
          </a:p>
          <a:p>
            <a:pPr marL="2839720">
              <a:lnSpc>
                <a:spcPct val="100000"/>
              </a:lnSpc>
              <a:spcBef>
                <a:spcPts val="1630"/>
              </a:spcBef>
            </a:pPr>
            <a:r>
              <a:rPr sz="2400" spc="-185" dirty="0">
                <a:latin typeface="Tahoma"/>
                <a:cs typeface="Tahoma"/>
              </a:rPr>
              <a:t>&lt;label&gt;,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254" dirty="0">
                <a:latin typeface="Tahoma"/>
                <a:cs typeface="Tahoma"/>
              </a:rPr>
              <a:t>&lt;map&gt;,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190" dirty="0">
                <a:latin typeface="Tahoma"/>
                <a:cs typeface="Tahoma"/>
              </a:rPr>
              <a:t>&lt;object&gt;,</a:t>
            </a:r>
            <a:r>
              <a:rPr sz="2400" spc="-265" dirty="0">
                <a:latin typeface="Tahoma"/>
                <a:cs typeface="Tahoma"/>
              </a:rPr>
              <a:t> </a:t>
            </a:r>
            <a:r>
              <a:rPr sz="2400" spc="-204" dirty="0">
                <a:latin typeface="Tahoma"/>
                <a:cs typeface="Tahoma"/>
              </a:rPr>
              <a:t>&lt;output&gt;,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335" dirty="0">
                <a:latin typeface="Tahoma"/>
                <a:cs typeface="Tahoma"/>
              </a:rPr>
              <a:t>&lt;q&gt;,</a:t>
            </a:r>
            <a:r>
              <a:rPr sz="2400" spc="-260" dirty="0">
                <a:latin typeface="Tahoma"/>
                <a:cs typeface="Tahoma"/>
              </a:rPr>
              <a:t> </a:t>
            </a:r>
            <a:r>
              <a:rPr sz="2400" spc="-220" dirty="0">
                <a:latin typeface="Tahoma"/>
                <a:cs typeface="Tahoma"/>
              </a:rPr>
              <a:t>&lt;samp&gt;,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175" dirty="0">
                <a:latin typeface="Tahoma"/>
                <a:cs typeface="Tahoma"/>
              </a:rPr>
              <a:t>&lt;script&gt;,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175" dirty="0">
                <a:latin typeface="Tahoma"/>
                <a:cs typeface="Tahoma"/>
              </a:rPr>
              <a:t>&lt;select&gt;,</a:t>
            </a:r>
            <a:r>
              <a:rPr sz="2400" spc="-265" dirty="0">
                <a:latin typeface="Tahoma"/>
                <a:cs typeface="Tahoma"/>
              </a:rPr>
              <a:t> </a:t>
            </a:r>
            <a:r>
              <a:rPr sz="2400" spc="-180" dirty="0">
                <a:latin typeface="Tahoma"/>
                <a:cs typeface="Tahoma"/>
              </a:rPr>
              <a:t>&lt;small&gt;,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225" dirty="0">
                <a:latin typeface="Tahoma"/>
                <a:cs typeface="Tahoma"/>
              </a:rPr>
              <a:t>&lt;span&gt;,</a:t>
            </a:r>
            <a:r>
              <a:rPr sz="2400" spc="-265" dirty="0">
                <a:latin typeface="Tahoma"/>
                <a:cs typeface="Tahoma"/>
              </a:rPr>
              <a:t> </a:t>
            </a:r>
            <a:r>
              <a:rPr sz="2400" spc="-225" dirty="0">
                <a:latin typeface="Tahoma"/>
                <a:cs typeface="Tahoma"/>
              </a:rPr>
              <a:t>&lt;strong&gt;,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254" dirty="0">
                <a:latin typeface="Tahoma"/>
                <a:cs typeface="Tahoma"/>
              </a:rPr>
              <a:t>&lt;sub&gt;,</a:t>
            </a:r>
            <a:r>
              <a:rPr sz="2400" spc="-260" dirty="0">
                <a:latin typeface="Tahoma"/>
                <a:cs typeface="Tahoma"/>
              </a:rPr>
              <a:t> </a:t>
            </a:r>
            <a:r>
              <a:rPr sz="2400" spc="-105" dirty="0">
                <a:latin typeface="Tahoma"/>
                <a:cs typeface="Tahoma"/>
              </a:rPr>
              <a:t>&lt;sup&gt;,</a:t>
            </a:r>
            <a:endParaRPr sz="2400">
              <a:latin typeface="Tahoma"/>
              <a:cs typeface="Tahoma"/>
            </a:endParaRPr>
          </a:p>
          <a:p>
            <a:pPr marL="2839720">
              <a:lnSpc>
                <a:spcPct val="100000"/>
              </a:lnSpc>
              <a:spcBef>
                <a:spcPts val="1630"/>
              </a:spcBef>
            </a:pPr>
            <a:r>
              <a:rPr sz="2400" spc="-210" dirty="0">
                <a:latin typeface="Tahoma"/>
                <a:cs typeface="Tahoma"/>
              </a:rPr>
              <a:t>&lt;textarea&gt;,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235" dirty="0">
                <a:latin typeface="Tahoma"/>
                <a:cs typeface="Tahoma"/>
              </a:rPr>
              <a:t>&lt;time&gt;,</a:t>
            </a:r>
            <a:r>
              <a:rPr sz="2400" spc="-265" dirty="0">
                <a:latin typeface="Tahoma"/>
                <a:cs typeface="Tahoma"/>
              </a:rPr>
              <a:t> </a:t>
            </a:r>
            <a:r>
              <a:rPr sz="2400" spc="-290" dirty="0">
                <a:latin typeface="Tahoma"/>
                <a:cs typeface="Tahoma"/>
              </a:rPr>
              <a:t>&lt;tt&gt;,</a:t>
            </a:r>
            <a:r>
              <a:rPr sz="2400" spc="-265" dirty="0">
                <a:latin typeface="Tahoma"/>
                <a:cs typeface="Tahoma"/>
              </a:rPr>
              <a:t> </a:t>
            </a:r>
            <a:r>
              <a:rPr sz="2400" spc="-290" dirty="0">
                <a:latin typeface="Tahoma"/>
                <a:cs typeface="Tahoma"/>
              </a:rPr>
              <a:t>&lt;var&gt;.</a:t>
            </a:r>
            <a:endParaRPr sz="2400" spc="-29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484" dirty="0"/>
              <a:t>CHƯƠNG</a:t>
            </a:r>
            <a:r>
              <a:rPr spc="-580" dirty="0"/>
              <a:t> </a:t>
            </a:r>
            <a:r>
              <a:rPr spc="-919" dirty="0"/>
              <a:t>II:</a:t>
            </a:r>
            <a:r>
              <a:rPr spc="-575" dirty="0"/>
              <a:t> </a:t>
            </a:r>
            <a:r>
              <a:rPr spc="-715" dirty="0"/>
              <a:t>HTML</a:t>
            </a:r>
            <a:r>
              <a:rPr spc="-585" dirty="0"/>
              <a:t> </a:t>
            </a:r>
            <a:r>
              <a:rPr spc="-905" dirty="0"/>
              <a:t>&amp;</a:t>
            </a:r>
            <a:r>
              <a:rPr spc="-580" dirty="0"/>
              <a:t> </a:t>
            </a:r>
            <a:r>
              <a:rPr spc="-715" dirty="0"/>
              <a:t>HTML5</a:t>
            </a:r>
            <a:endParaRPr spc="-715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  <p:sp>
        <p:nvSpPr>
          <p:cNvPr id="15" name="object 13"/>
          <p:cNvSpPr txBox="1">
            <a:spLocks noGrp="1"/>
          </p:cNvSpPr>
          <p:nvPr>
            <p:ph type="dt" sz="half" idx="6"/>
          </p:nvPr>
        </p:nvSpPr>
        <p:spPr>
          <a:xfrm>
            <a:off x="601345" y="10674350"/>
            <a:ext cx="5245100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85" dirty="0">
                <a:solidFill>
                  <a:schemeClr val="tx1"/>
                </a:solidFill>
              </a:rPr>
              <a:t>THIẾT </a:t>
            </a:r>
            <a:r>
              <a:rPr spc="-110" dirty="0">
                <a:solidFill>
                  <a:schemeClr val="tx1"/>
                </a:solidFill>
              </a:rPr>
              <a:t>KẾ</a:t>
            </a:r>
            <a:r>
              <a:rPr spc="-190" dirty="0">
                <a:solidFill>
                  <a:schemeClr val="tx1"/>
                </a:solidFill>
              </a:rPr>
              <a:t> </a:t>
            </a:r>
            <a:r>
              <a:rPr spc="-110" dirty="0">
                <a:solidFill>
                  <a:schemeClr val="tx1"/>
                </a:solidFill>
              </a:rPr>
              <a:t>WEB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VÀ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45" dirty="0">
                <a:solidFill>
                  <a:schemeClr val="tx1"/>
                </a:solidFill>
              </a:rPr>
              <a:t>TRIỂN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KHAI</a:t>
            </a:r>
            <a:r>
              <a:rPr spc="-200" dirty="0">
                <a:solidFill>
                  <a:schemeClr val="tx1"/>
                </a:solidFill>
              </a:rPr>
              <a:t> </a:t>
            </a:r>
            <a:r>
              <a:rPr spc="-80" dirty="0">
                <a:solidFill>
                  <a:schemeClr val="tx1"/>
                </a:solidFill>
              </a:rPr>
              <a:t>HỆ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95" dirty="0">
                <a:solidFill>
                  <a:schemeClr val="tx1"/>
                </a:solidFill>
              </a:rPr>
              <a:t>THỐNG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75" dirty="0">
                <a:solidFill>
                  <a:schemeClr val="tx1"/>
                </a:solidFill>
              </a:rPr>
              <a:t>PHẦN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25" dirty="0">
                <a:solidFill>
                  <a:schemeClr val="tx1"/>
                </a:solidFill>
              </a:rPr>
              <a:t>MỀM</a:t>
            </a:r>
            <a:endParaRPr spc="-20" dirty="0">
              <a:solidFill>
                <a:schemeClr val="tx1"/>
              </a:solidFill>
            </a:endParaRPr>
          </a:p>
        </p:txBody>
      </p:sp>
      <p:sp>
        <p:nvSpPr>
          <p:cNvPr id="16" name="object 6"/>
          <p:cNvSpPr/>
          <p:nvPr/>
        </p:nvSpPr>
        <p:spPr>
          <a:xfrm>
            <a:off x="523544" y="10447221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8063A1"/>
            </a:solidFill>
          </a:ln>
        </p:spPr>
        <p:txBody>
          <a:bodyPr wrap="square" lIns="0" tIns="0" rIns="0" bIns="0" rtlCol="0"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71926" y="2201978"/>
            <a:ext cx="9552239" cy="2845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74790" y="2911355"/>
            <a:ext cx="12282805" cy="5382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36750">
              <a:lnSpc>
                <a:spcPct val="100000"/>
              </a:lnSpc>
              <a:spcBef>
                <a:spcPts val="100"/>
              </a:spcBef>
            </a:pPr>
            <a:r>
              <a:rPr sz="4400" b="1" spc="-465" dirty="0">
                <a:latin typeface="Tahoma"/>
                <a:cs typeface="Tahoma"/>
              </a:rPr>
              <a:t>2.3</a:t>
            </a:r>
            <a:r>
              <a:rPr sz="4400" b="1" spc="-495" dirty="0">
                <a:latin typeface="Tahoma"/>
                <a:cs typeface="Tahoma"/>
              </a:rPr>
              <a:t> </a:t>
            </a:r>
            <a:r>
              <a:rPr sz="4400" b="1" spc="-265" dirty="0">
                <a:latin typeface="Tahoma"/>
                <a:cs typeface="Tahoma"/>
              </a:rPr>
              <a:t>Các</a:t>
            </a:r>
            <a:r>
              <a:rPr sz="4400" b="1" spc="-490" dirty="0">
                <a:latin typeface="Tahoma"/>
                <a:cs typeface="Tahoma"/>
              </a:rPr>
              <a:t> </a:t>
            </a:r>
            <a:r>
              <a:rPr sz="4400" b="1" spc="-459" dirty="0">
                <a:latin typeface="Tahoma"/>
                <a:cs typeface="Tahoma"/>
              </a:rPr>
              <a:t>thẻ</a:t>
            </a:r>
            <a:r>
              <a:rPr sz="4400" b="1" spc="-495" dirty="0">
                <a:latin typeface="Tahoma"/>
                <a:cs typeface="Tahoma"/>
              </a:rPr>
              <a:t> </a:t>
            </a:r>
            <a:r>
              <a:rPr sz="4400" b="1" spc="-630" dirty="0">
                <a:latin typeface="Tahoma"/>
                <a:cs typeface="Tahoma"/>
              </a:rPr>
              <a:t>HTML</a:t>
            </a:r>
            <a:r>
              <a:rPr sz="4400" b="1" spc="-490" dirty="0">
                <a:latin typeface="Tahoma"/>
                <a:cs typeface="Tahoma"/>
              </a:rPr>
              <a:t> </a:t>
            </a:r>
            <a:r>
              <a:rPr sz="4400" b="1" spc="-545" dirty="0">
                <a:latin typeface="Tahoma"/>
                <a:cs typeface="Tahoma"/>
              </a:rPr>
              <a:t>thông</a:t>
            </a:r>
            <a:r>
              <a:rPr sz="4400" b="1" spc="-500" dirty="0">
                <a:latin typeface="Tahoma"/>
                <a:cs typeface="Tahoma"/>
              </a:rPr>
              <a:t> </a:t>
            </a:r>
            <a:r>
              <a:rPr sz="4400" b="1" spc="-580" dirty="0">
                <a:latin typeface="Tahoma"/>
                <a:cs typeface="Tahoma"/>
              </a:rPr>
              <a:t>dụng</a:t>
            </a:r>
            <a:endParaRPr sz="4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85"/>
              </a:spcBef>
            </a:pPr>
            <a:endParaRPr sz="4400">
              <a:latin typeface="Tahoma"/>
              <a:cs typeface="Tahoma"/>
            </a:endParaRPr>
          </a:p>
          <a:p>
            <a:pPr marL="641985" indent="-629285">
              <a:lnSpc>
                <a:spcPct val="100000"/>
              </a:lnSpc>
              <a:buSzPct val="59000"/>
              <a:buFont typeface="Wingdings"/>
              <a:buChar char=""/>
              <a:tabLst>
                <a:tab pos="641985" algn="l"/>
              </a:tabLst>
            </a:pPr>
            <a:r>
              <a:rPr sz="3300" b="1" dirty="0">
                <a:latin typeface="Arial" panose="020B0604020202020204"/>
                <a:cs typeface="Arial" panose="020B0604020202020204"/>
              </a:rPr>
              <a:t>Kiểu</a:t>
            </a:r>
            <a:r>
              <a:rPr sz="3300" b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3300" b="1" dirty="0">
                <a:latin typeface="Arial" panose="020B0604020202020204"/>
                <a:cs typeface="Arial" panose="020B0604020202020204"/>
              </a:rPr>
              <a:t>hiển</a:t>
            </a:r>
            <a:r>
              <a:rPr sz="3300" b="1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3300" b="1" dirty="0">
                <a:latin typeface="Arial" panose="020B0604020202020204"/>
                <a:cs typeface="Arial" panose="020B0604020202020204"/>
              </a:rPr>
              <a:t>thị</a:t>
            </a:r>
            <a:r>
              <a:rPr sz="3300" b="1" spc="-60" dirty="0">
                <a:latin typeface="Arial" panose="020B0604020202020204"/>
                <a:cs typeface="Arial" panose="020B0604020202020204"/>
              </a:rPr>
              <a:t> </a:t>
            </a:r>
            <a:r>
              <a:rPr sz="3300" b="1" dirty="0">
                <a:latin typeface="Arial" panose="020B0604020202020204"/>
                <a:cs typeface="Arial" panose="020B0604020202020204"/>
              </a:rPr>
              <a:t>của</a:t>
            </a:r>
            <a:r>
              <a:rPr sz="3300" b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3300" b="1" dirty="0">
                <a:latin typeface="Arial" panose="020B0604020202020204"/>
                <a:cs typeface="Arial" panose="020B0604020202020204"/>
              </a:rPr>
              <a:t>phần</a:t>
            </a:r>
            <a:r>
              <a:rPr sz="3300" b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3300" b="1" dirty="0">
                <a:latin typeface="Arial" panose="020B0604020202020204"/>
                <a:cs typeface="Arial" panose="020B0604020202020204"/>
              </a:rPr>
              <a:t>tử</a:t>
            </a:r>
            <a:r>
              <a:rPr sz="3300" b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3300" b="1" dirty="0">
                <a:latin typeface="Arial" panose="020B0604020202020204"/>
                <a:cs typeface="Arial" panose="020B0604020202020204"/>
              </a:rPr>
              <a:t>trong</a:t>
            </a:r>
            <a:r>
              <a:rPr sz="3300" b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3300" b="1" dirty="0">
                <a:latin typeface="Arial" panose="020B0604020202020204"/>
                <a:cs typeface="Arial" panose="020B0604020202020204"/>
              </a:rPr>
              <a:t>HTML:</a:t>
            </a:r>
            <a:r>
              <a:rPr sz="3300" b="1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3300" b="1" dirty="0">
                <a:latin typeface="Arial" panose="020B0604020202020204"/>
                <a:cs typeface="Arial" panose="020B0604020202020204"/>
              </a:rPr>
              <a:t>block</a:t>
            </a:r>
            <a:r>
              <a:rPr sz="3300" b="1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3300" b="1" dirty="0">
                <a:latin typeface="Arial" panose="020B0604020202020204"/>
                <a:cs typeface="Arial" panose="020B0604020202020204"/>
              </a:rPr>
              <a:t>và</a:t>
            </a:r>
            <a:r>
              <a:rPr sz="3300" b="1" spc="-45" dirty="0">
                <a:latin typeface="Arial" panose="020B0604020202020204"/>
                <a:cs typeface="Arial" panose="020B0604020202020204"/>
              </a:rPr>
              <a:t> </a:t>
            </a:r>
            <a:r>
              <a:rPr sz="3300" b="1" spc="-10" dirty="0">
                <a:latin typeface="Arial" panose="020B0604020202020204"/>
                <a:cs typeface="Arial" panose="020B0604020202020204"/>
              </a:rPr>
              <a:t>inline</a:t>
            </a:r>
            <a:endParaRPr sz="3300">
              <a:latin typeface="Arial" panose="020B0604020202020204"/>
              <a:cs typeface="Arial" panose="020B0604020202020204"/>
            </a:endParaRPr>
          </a:p>
          <a:p>
            <a:pPr marL="1331595" lvl="1" indent="-525145">
              <a:lnSpc>
                <a:spcPct val="100000"/>
              </a:lnSpc>
              <a:spcBef>
                <a:spcPts val="1790"/>
              </a:spcBef>
              <a:buSzPct val="46000"/>
              <a:buChar char="•"/>
              <a:tabLst>
                <a:tab pos="1331595" algn="l"/>
              </a:tabLst>
            </a:pPr>
            <a:r>
              <a:rPr sz="2600" spc="-80" dirty="0">
                <a:latin typeface="Tahoma"/>
                <a:cs typeface="Tahoma"/>
              </a:rPr>
              <a:t>Mội</a:t>
            </a:r>
            <a:r>
              <a:rPr sz="2600" spc="-300" dirty="0">
                <a:latin typeface="Tahoma"/>
                <a:cs typeface="Tahoma"/>
              </a:rPr>
              <a:t> </a:t>
            </a:r>
            <a:r>
              <a:rPr sz="2600" spc="-45" dirty="0">
                <a:latin typeface="Tahoma"/>
                <a:cs typeface="Tahoma"/>
              </a:rPr>
              <a:t>số</a:t>
            </a:r>
            <a:r>
              <a:rPr sz="2600" spc="-300" dirty="0">
                <a:latin typeface="Tahoma"/>
                <a:cs typeface="Tahoma"/>
              </a:rPr>
              <a:t> </a:t>
            </a:r>
            <a:r>
              <a:rPr sz="2600" spc="-160" dirty="0">
                <a:latin typeface="Tahoma"/>
                <a:cs typeface="Tahoma"/>
              </a:rPr>
              <a:t>nguyên</a:t>
            </a:r>
            <a:r>
              <a:rPr sz="2600" spc="-295" dirty="0">
                <a:latin typeface="Tahoma"/>
                <a:cs typeface="Tahoma"/>
              </a:rPr>
              <a:t> </a:t>
            </a:r>
            <a:r>
              <a:rPr sz="2600" spc="-40" dirty="0">
                <a:latin typeface="Tahoma"/>
                <a:cs typeface="Tahoma"/>
              </a:rPr>
              <a:t>tắc</a:t>
            </a:r>
            <a:r>
              <a:rPr sz="2600" spc="-300" dirty="0">
                <a:latin typeface="Tahoma"/>
                <a:cs typeface="Tahoma"/>
              </a:rPr>
              <a:t> </a:t>
            </a:r>
            <a:r>
              <a:rPr sz="2600" spc="-60" dirty="0">
                <a:latin typeface="Tahoma"/>
                <a:cs typeface="Tahoma"/>
              </a:rPr>
              <a:t>cần</a:t>
            </a:r>
            <a:r>
              <a:rPr sz="2600" spc="-300" dirty="0">
                <a:latin typeface="Tahoma"/>
                <a:cs typeface="Tahoma"/>
              </a:rPr>
              <a:t> </a:t>
            </a:r>
            <a:r>
              <a:rPr sz="2600" spc="-25" dirty="0">
                <a:latin typeface="Tahoma"/>
                <a:cs typeface="Tahoma"/>
              </a:rPr>
              <a:t>nhớ</a:t>
            </a:r>
            <a:endParaRPr sz="2600">
              <a:latin typeface="Tahoma"/>
              <a:cs typeface="Tahoma"/>
            </a:endParaRPr>
          </a:p>
          <a:p>
            <a:pPr marL="2085340" lvl="2" indent="-419100">
              <a:lnSpc>
                <a:spcPct val="100000"/>
              </a:lnSpc>
              <a:spcBef>
                <a:spcPts val="1530"/>
              </a:spcBef>
              <a:buSzPct val="50000"/>
              <a:buChar char="•"/>
              <a:tabLst>
                <a:tab pos="2084705" algn="l"/>
              </a:tabLst>
            </a:pPr>
            <a:r>
              <a:rPr sz="2400" spc="-110" dirty="0">
                <a:latin typeface="Tahoma"/>
                <a:cs typeface="Tahoma"/>
              </a:rPr>
              <a:t>Khi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75" dirty="0">
                <a:latin typeface="Tahoma"/>
                <a:cs typeface="Tahoma"/>
              </a:rPr>
              <a:t>sử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140" dirty="0">
                <a:latin typeface="Tahoma"/>
                <a:cs typeface="Tahoma"/>
              </a:rPr>
              <a:t>dụng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55" dirty="0">
                <a:latin typeface="Tahoma"/>
                <a:cs typeface="Tahoma"/>
              </a:rPr>
              <a:t>cần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130" dirty="0">
                <a:latin typeface="Tahoma"/>
                <a:cs typeface="Tahoma"/>
              </a:rPr>
              <a:t>nhớ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140" dirty="0">
                <a:latin typeface="Tahoma"/>
                <a:cs typeface="Tahoma"/>
              </a:rPr>
              <a:t>quy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55" dirty="0">
                <a:latin typeface="Tahoma"/>
                <a:cs typeface="Tahoma"/>
              </a:rPr>
              <a:t>tắc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135" dirty="0">
                <a:latin typeface="Tahoma"/>
                <a:cs typeface="Tahoma"/>
              </a:rPr>
              <a:t>đảm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100" dirty="0">
                <a:latin typeface="Tahoma"/>
                <a:cs typeface="Tahoma"/>
              </a:rPr>
              <a:t>bảo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105" dirty="0">
                <a:latin typeface="Tahoma"/>
                <a:cs typeface="Tahoma"/>
              </a:rPr>
              <a:t>mô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100" dirty="0">
                <a:latin typeface="Tahoma"/>
                <a:cs typeface="Tahoma"/>
              </a:rPr>
              <a:t>hình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85" dirty="0">
                <a:latin typeface="Tahoma"/>
                <a:cs typeface="Tahoma"/>
              </a:rPr>
              <a:t>nội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140" dirty="0">
                <a:latin typeface="Tahoma"/>
                <a:cs typeface="Tahoma"/>
              </a:rPr>
              <a:t>dung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60" dirty="0">
                <a:latin typeface="Tahoma"/>
                <a:cs typeface="Tahoma"/>
              </a:rPr>
              <a:t>của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HTML:</a:t>
            </a:r>
            <a:endParaRPr sz="2400">
              <a:latin typeface="Tahoma"/>
              <a:cs typeface="Tahoma"/>
            </a:endParaRPr>
          </a:p>
          <a:p>
            <a:pPr marL="2085340" lvl="2" indent="-419100">
              <a:lnSpc>
                <a:spcPct val="100000"/>
              </a:lnSpc>
              <a:spcBef>
                <a:spcPts val="1475"/>
              </a:spcBef>
              <a:buSzPct val="50000"/>
              <a:buChar char="•"/>
              <a:tabLst>
                <a:tab pos="2084705" algn="l"/>
              </a:tabLst>
            </a:pPr>
            <a:r>
              <a:rPr sz="2400" spc="-100" dirty="0">
                <a:latin typeface="Tahoma"/>
                <a:cs typeface="Tahoma"/>
              </a:rPr>
              <a:t>Phần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110" dirty="0">
                <a:latin typeface="Tahoma"/>
                <a:cs typeface="Tahoma"/>
              </a:rPr>
              <a:t>tử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60" dirty="0">
                <a:latin typeface="Tahoma"/>
                <a:cs typeface="Tahoma"/>
              </a:rPr>
              <a:t>cấp</a:t>
            </a:r>
            <a:r>
              <a:rPr sz="2400" spc="-265" dirty="0">
                <a:latin typeface="Tahoma"/>
                <a:cs typeface="Tahoma"/>
              </a:rPr>
              <a:t> </a:t>
            </a:r>
            <a:r>
              <a:rPr sz="2400" spc="-114" dirty="0">
                <a:latin typeface="Tahoma"/>
                <a:cs typeface="Tahoma"/>
              </a:rPr>
              <a:t>độ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70" dirty="0">
                <a:latin typeface="Tahoma"/>
                <a:cs typeface="Tahoma"/>
              </a:rPr>
              <a:t>inline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150" dirty="0">
                <a:latin typeface="Tahoma"/>
                <a:cs typeface="Tahoma"/>
              </a:rPr>
              <a:t>không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85" dirty="0">
                <a:latin typeface="Tahoma"/>
                <a:cs typeface="Tahoma"/>
              </a:rPr>
              <a:t>được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90" dirty="0">
                <a:latin typeface="Tahoma"/>
                <a:cs typeface="Tahoma"/>
              </a:rPr>
              <a:t>chứa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114" dirty="0">
                <a:latin typeface="Tahoma"/>
                <a:cs typeface="Tahoma"/>
              </a:rPr>
              <a:t>phần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110" dirty="0">
                <a:latin typeface="Tahoma"/>
                <a:cs typeface="Tahoma"/>
              </a:rPr>
              <a:t>tử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60" dirty="0">
                <a:latin typeface="Tahoma"/>
                <a:cs typeface="Tahoma"/>
              </a:rPr>
              <a:t>cấp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114" dirty="0">
                <a:latin typeface="Tahoma"/>
                <a:cs typeface="Tahoma"/>
              </a:rPr>
              <a:t>độ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block</a:t>
            </a:r>
            <a:endParaRPr sz="2400">
              <a:latin typeface="Tahoma"/>
              <a:cs typeface="Tahoma"/>
            </a:endParaRPr>
          </a:p>
          <a:p>
            <a:pPr marL="2085340" lvl="2" indent="-419100">
              <a:lnSpc>
                <a:spcPct val="100000"/>
              </a:lnSpc>
              <a:spcBef>
                <a:spcPts val="1475"/>
              </a:spcBef>
              <a:buSzPct val="50000"/>
              <a:buChar char="•"/>
              <a:tabLst>
                <a:tab pos="2084705" algn="l"/>
              </a:tabLst>
            </a:pPr>
            <a:r>
              <a:rPr sz="2400" spc="-110" dirty="0">
                <a:latin typeface="Tahoma"/>
                <a:cs typeface="Tahoma"/>
              </a:rPr>
              <a:t>Inline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40" dirty="0">
                <a:latin typeface="Tahoma"/>
                <a:cs typeface="Tahoma"/>
              </a:rPr>
              <a:t>chỉ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90" dirty="0">
                <a:latin typeface="Tahoma"/>
                <a:cs typeface="Tahoma"/>
              </a:rPr>
              <a:t>chứa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120" dirty="0">
                <a:latin typeface="Tahoma"/>
                <a:cs typeface="Tahoma"/>
              </a:rPr>
              <a:t>dữ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liệu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70" dirty="0">
                <a:latin typeface="Tahoma"/>
                <a:cs typeface="Tahoma"/>
              </a:rPr>
              <a:t>hoặc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các</a:t>
            </a:r>
            <a:r>
              <a:rPr sz="2400" spc="-260" dirty="0">
                <a:latin typeface="Tahoma"/>
                <a:cs typeface="Tahoma"/>
              </a:rPr>
              <a:t> </a:t>
            </a:r>
            <a:r>
              <a:rPr sz="2400" spc="-114" dirty="0">
                <a:latin typeface="Tahoma"/>
                <a:cs typeface="Tahoma"/>
              </a:rPr>
              <a:t>phần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110" dirty="0">
                <a:latin typeface="Tahoma"/>
                <a:cs typeface="Tahoma"/>
              </a:rPr>
              <a:t>tử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70" dirty="0">
                <a:latin typeface="Tahoma"/>
                <a:cs typeface="Tahoma"/>
              </a:rPr>
              <a:t>inline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khác.</a:t>
            </a:r>
            <a:endParaRPr sz="2400">
              <a:latin typeface="Tahoma"/>
              <a:cs typeface="Tahoma"/>
            </a:endParaRPr>
          </a:p>
          <a:p>
            <a:pPr marL="2085340" lvl="2" indent="-419100">
              <a:lnSpc>
                <a:spcPct val="100000"/>
              </a:lnSpc>
              <a:spcBef>
                <a:spcPts val="1470"/>
              </a:spcBef>
              <a:buSzPct val="50000"/>
              <a:buChar char="•"/>
              <a:tabLst>
                <a:tab pos="2084705" algn="l"/>
              </a:tabLst>
            </a:pPr>
            <a:r>
              <a:rPr sz="2400" spc="-100" dirty="0">
                <a:latin typeface="Tahoma"/>
                <a:cs typeface="Tahoma"/>
              </a:rPr>
              <a:t>Phần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110" dirty="0">
                <a:latin typeface="Tahoma"/>
                <a:cs typeface="Tahoma"/>
              </a:rPr>
              <a:t>tử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block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75" dirty="0">
                <a:latin typeface="Tahoma"/>
                <a:cs typeface="Tahoma"/>
              </a:rPr>
              <a:t>thì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85" dirty="0">
                <a:latin typeface="Tahoma"/>
                <a:cs typeface="Tahoma"/>
              </a:rPr>
              <a:t>được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90" dirty="0">
                <a:latin typeface="Tahoma"/>
                <a:cs typeface="Tahoma"/>
              </a:rPr>
              <a:t>chứa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các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114" dirty="0">
                <a:latin typeface="Tahoma"/>
                <a:cs typeface="Tahoma"/>
              </a:rPr>
              <a:t>phần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110" dirty="0">
                <a:latin typeface="Tahoma"/>
                <a:cs typeface="Tahoma"/>
              </a:rPr>
              <a:t>tử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65" dirty="0">
                <a:latin typeface="Tahoma"/>
                <a:cs typeface="Tahoma"/>
              </a:rPr>
              <a:t>block,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85" dirty="0">
                <a:latin typeface="Tahoma"/>
                <a:cs typeface="Tahoma"/>
              </a:rPr>
              <a:t>inline,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120" dirty="0">
                <a:latin typeface="Tahoma"/>
                <a:cs typeface="Tahoma"/>
              </a:rPr>
              <a:t>dữ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liệu.</a:t>
            </a:r>
            <a:endParaRPr sz="2400">
              <a:latin typeface="Tahoma"/>
              <a:cs typeface="Tahoma"/>
            </a:endParaRPr>
          </a:p>
          <a:p>
            <a:pPr marL="2085340" lvl="2" indent="-419100">
              <a:lnSpc>
                <a:spcPct val="100000"/>
              </a:lnSpc>
              <a:spcBef>
                <a:spcPts val="1475"/>
              </a:spcBef>
              <a:buSzPct val="50000"/>
              <a:buChar char="•"/>
              <a:tabLst>
                <a:tab pos="2084705" algn="l"/>
              </a:tabLst>
            </a:pPr>
            <a:r>
              <a:rPr sz="2400" dirty="0">
                <a:latin typeface="Tahoma"/>
                <a:cs typeface="Tahoma"/>
              </a:rPr>
              <a:t>Có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140" dirty="0">
                <a:latin typeface="Tahoma"/>
                <a:cs typeface="Tahoma"/>
              </a:rPr>
              <a:t>trường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120" dirty="0">
                <a:latin typeface="Tahoma"/>
                <a:cs typeface="Tahoma"/>
              </a:rPr>
              <a:t>hợp</a:t>
            </a:r>
            <a:r>
              <a:rPr sz="2400" spc="-290" dirty="0">
                <a:latin typeface="Tahoma"/>
                <a:cs typeface="Tahoma"/>
              </a:rPr>
              <a:t> </a:t>
            </a:r>
            <a:r>
              <a:rPr sz="2400" spc="-125" dirty="0">
                <a:latin typeface="Tahoma"/>
                <a:cs typeface="Tahoma"/>
              </a:rPr>
              <a:t>ngoại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35" dirty="0">
                <a:latin typeface="Tahoma"/>
                <a:cs typeface="Tahoma"/>
              </a:rPr>
              <a:t>lệ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35" dirty="0">
                <a:latin typeface="Tahoma"/>
                <a:cs typeface="Tahoma"/>
              </a:rPr>
              <a:t>là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114" dirty="0">
                <a:latin typeface="Tahoma"/>
                <a:cs typeface="Tahoma"/>
              </a:rPr>
              <a:t>thẻ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385" dirty="0">
                <a:latin typeface="Tahoma"/>
                <a:cs typeface="Tahoma"/>
              </a:rPr>
              <a:t>&lt;a&gt;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114" dirty="0">
                <a:latin typeface="Tahoma"/>
                <a:cs typeface="Tahoma"/>
              </a:rPr>
              <a:t>(kiểu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85" dirty="0">
                <a:latin typeface="Tahoma"/>
                <a:cs typeface="Tahoma"/>
              </a:rPr>
              <a:t>inline)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155" dirty="0">
                <a:latin typeface="Tahoma"/>
                <a:cs typeface="Tahoma"/>
              </a:rPr>
              <a:t>nhưng</a:t>
            </a:r>
            <a:r>
              <a:rPr sz="2400" spc="-295" dirty="0">
                <a:latin typeface="Tahoma"/>
                <a:cs typeface="Tahoma"/>
              </a:rPr>
              <a:t> </a:t>
            </a:r>
            <a:r>
              <a:rPr sz="2400" spc="-30" dirty="0">
                <a:latin typeface="Tahoma"/>
                <a:cs typeface="Tahoma"/>
              </a:rPr>
              <a:t>có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114" dirty="0">
                <a:latin typeface="Tahoma"/>
                <a:cs typeface="Tahoma"/>
              </a:rPr>
              <a:t>thể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90" dirty="0">
                <a:latin typeface="Tahoma"/>
                <a:cs typeface="Tahoma"/>
              </a:rPr>
              <a:t>chứa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114" dirty="0">
                <a:latin typeface="Tahoma"/>
                <a:cs typeface="Tahoma"/>
              </a:rPr>
              <a:t>phần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110" dirty="0">
                <a:latin typeface="Tahoma"/>
                <a:cs typeface="Tahoma"/>
              </a:rPr>
              <a:t>tử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100" dirty="0">
                <a:latin typeface="Tahoma"/>
                <a:cs typeface="Tahoma"/>
              </a:rPr>
              <a:t>kiểu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block.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484" dirty="0"/>
              <a:t>CHƯƠNG</a:t>
            </a:r>
            <a:r>
              <a:rPr spc="-580" dirty="0"/>
              <a:t> </a:t>
            </a:r>
            <a:r>
              <a:rPr spc="-919" dirty="0"/>
              <a:t>II:</a:t>
            </a:r>
            <a:r>
              <a:rPr spc="-575" dirty="0"/>
              <a:t> </a:t>
            </a:r>
            <a:r>
              <a:rPr spc="-715" dirty="0"/>
              <a:t>HTML</a:t>
            </a:r>
            <a:r>
              <a:rPr spc="-585" dirty="0"/>
              <a:t> </a:t>
            </a:r>
            <a:r>
              <a:rPr spc="-905" dirty="0"/>
              <a:t>&amp;</a:t>
            </a:r>
            <a:r>
              <a:rPr spc="-580" dirty="0"/>
              <a:t> </a:t>
            </a:r>
            <a:r>
              <a:rPr spc="-715" dirty="0"/>
              <a:t>HTML5</a:t>
            </a:r>
            <a:endParaRPr spc="-715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  <p:sp>
        <p:nvSpPr>
          <p:cNvPr id="15" name="object 13"/>
          <p:cNvSpPr txBox="1">
            <a:spLocks noGrp="1"/>
          </p:cNvSpPr>
          <p:nvPr>
            <p:ph type="dt" sz="half" idx="6"/>
          </p:nvPr>
        </p:nvSpPr>
        <p:spPr>
          <a:xfrm>
            <a:off x="601345" y="10674350"/>
            <a:ext cx="5245100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85" dirty="0">
                <a:solidFill>
                  <a:schemeClr val="tx1"/>
                </a:solidFill>
              </a:rPr>
              <a:t>THIẾT </a:t>
            </a:r>
            <a:r>
              <a:rPr spc="-110" dirty="0">
                <a:solidFill>
                  <a:schemeClr val="tx1"/>
                </a:solidFill>
              </a:rPr>
              <a:t>KẾ</a:t>
            </a:r>
            <a:r>
              <a:rPr spc="-190" dirty="0">
                <a:solidFill>
                  <a:schemeClr val="tx1"/>
                </a:solidFill>
              </a:rPr>
              <a:t> </a:t>
            </a:r>
            <a:r>
              <a:rPr spc="-110" dirty="0">
                <a:solidFill>
                  <a:schemeClr val="tx1"/>
                </a:solidFill>
              </a:rPr>
              <a:t>WEB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VÀ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45" dirty="0">
                <a:solidFill>
                  <a:schemeClr val="tx1"/>
                </a:solidFill>
              </a:rPr>
              <a:t>TRIỂN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KHAI</a:t>
            </a:r>
            <a:r>
              <a:rPr spc="-200" dirty="0">
                <a:solidFill>
                  <a:schemeClr val="tx1"/>
                </a:solidFill>
              </a:rPr>
              <a:t> </a:t>
            </a:r>
            <a:r>
              <a:rPr spc="-80" dirty="0">
                <a:solidFill>
                  <a:schemeClr val="tx1"/>
                </a:solidFill>
              </a:rPr>
              <a:t>HỆ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95" dirty="0">
                <a:solidFill>
                  <a:schemeClr val="tx1"/>
                </a:solidFill>
              </a:rPr>
              <a:t>THỐNG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75" dirty="0">
                <a:solidFill>
                  <a:schemeClr val="tx1"/>
                </a:solidFill>
              </a:rPr>
              <a:t>PHẦN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25" dirty="0">
                <a:solidFill>
                  <a:schemeClr val="tx1"/>
                </a:solidFill>
              </a:rPr>
              <a:t>MỀM</a:t>
            </a:r>
            <a:endParaRPr spc="-20" dirty="0">
              <a:solidFill>
                <a:schemeClr val="tx1"/>
              </a:solidFill>
            </a:endParaRPr>
          </a:p>
        </p:txBody>
      </p:sp>
      <p:sp>
        <p:nvSpPr>
          <p:cNvPr id="16" name="object 6"/>
          <p:cNvSpPr/>
          <p:nvPr/>
        </p:nvSpPr>
        <p:spPr>
          <a:xfrm>
            <a:off x="523544" y="10447221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8063A1"/>
            </a:solidFill>
          </a:ln>
        </p:spPr>
        <p:txBody>
          <a:bodyPr wrap="square" lIns="0" tIns="0" rIns="0" bIns="0" rtlCol="0"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71926" y="2201978"/>
            <a:ext cx="9552239" cy="2845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79590" y="2530355"/>
            <a:ext cx="17546320" cy="7400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36750">
              <a:lnSpc>
                <a:spcPct val="100000"/>
              </a:lnSpc>
              <a:spcBef>
                <a:spcPts val="100"/>
              </a:spcBef>
            </a:pPr>
            <a:r>
              <a:rPr sz="4400" b="1" spc="-465" dirty="0">
                <a:latin typeface="Tahoma"/>
                <a:cs typeface="Tahoma"/>
              </a:rPr>
              <a:t>2.3</a:t>
            </a:r>
            <a:r>
              <a:rPr sz="4400" b="1" spc="-495" dirty="0">
                <a:latin typeface="Tahoma"/>
                <a:cs typeface="Tahoma"/>
              </a:rPr>
              <a:t> </a:t>
            </a:r>
            <a:r>
              <a:rPr sz="4400" b="1" spc="-265" dirty="0">
                <a:latin typeface="Tahoma"/>
                <a:cs typeface="Tahoma"/>
              </a:rPr>
              <a:t>Các</a:t>
            </a:r>
            <a:r>
              <a:rPr sz="4400" b="1" spc="-490" dirty="0">
                <a:latin typeface="Tahoma"/>
                <a:cs typeface="Tahoma"/>
              </a:rPr>
              <a:t> </a:t>
            </a:r>
            <a:r>
              <a:rPr sz="4400" b="1" spc="-459" dirty="0">
                <a:latin typeface="Tahoma"/>
                <a:cs typeface="Tahoma"/>
              </a:rPr>
              <a:t>thẻ</a:t>
            </a:r>
            <a:r>
              <a:rPr sz="4400" b="1" spc="-495" dirty="0">
                <a:latin typeface="Tahoma"/>
                <a:cs typeface="Tahoma"/>
              </a:rPr>
              <a:t> </a:t>
            </a:r>
            <a:r>
              <a:rPr sz="4400" b="1" spc="-630" dirty="0">
                <a:latin typeface="Tahoma"/>
                <a:cs typeface="Tahoma"/>
              </a:rPr>
              <a:t>HTML</a:t>
            </a:r>
            <a:r>
              <a:rPr sz="4400" b="1" spc="-490" dirty="0">
                <a:latin typeface="Tahoma"/>
                <a:cs typeface="Tahoma"/>
              </a:rPr>
              <a:t> </a:t>
            </a:r>
            <a:r>
              <a:rPr sz="4400" b="1" spc="-545" dirty="0">
                <a:latin typeface="Tahoma"/>
                <a:cs typeface="Tahoma"/>
              </a:rPr>
              <a:t>thông</a:t>
            </a:r>
            <a:r>
              <a:rPr sz="4400" b="1" spc="-500" dirty="0">
                <a:latin typeface="Tahoma"/>
                <a:cs typeface="Tahoma"/>
              </a:rPr>
              <a:t> </a:t>
            </a:r>
            <a:r>
              <a:rPr sz="4400" b="1" spc="-580" dirty="0">
                <a:latin typeface="Tahoma"/>
                <a:cs typeface="Tahoma"/>
              </a:rPr>
              <a:t>dụng</a:t>
            </a:r>
            <a:endParaRPr sz="4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4400">
              <a:latin typeface="Tahoma"/>
              <a:cs typeface="Tahoma"/>
            </a:endParaRPr>
          </a:p>
          <a:p>
            <a:pPr marL="641985" indent="-629285">
              <a:lnSpc>
                <a:spcPct val="100000"/>
              </a:lnSpc>
              <a:buSzPct val="60000"/>
              <a:buFont typeface="Wingdings"/>
              <a:buChar char=""/>
              <a:tabLst>
                <a:tab pos="641985" algn="l"/>
              </a:tabLst>
            </a:pPr>
            <a:r>
              <a:rPr sz="2900" b="1" dirty="0">
                <a:latin typeface="Arial" panose="020B0604020202020204"/>
                <a:cs typeface="Arial" panose="020B0604020202020204"/>
              </a:rPr>
              <a:t>Thuộc</a:t>
            </a:r>
            <a:r>
              <a:rPr sz="2900" b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900" b="1" dirty="0">
                <a:latin typeface="Arial" panose="020B0604020202020204"/>
                <a:cs typeface="Arial" panose="020B0604020202020204"/>
              </a:rPr>
              <a:t>tính</a:t>
            </a:r>
            <a:r>
              <a:rPr sz="2900" b="1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900" b="1" dirty="0">
                <a:latin typeface="Arial" panose="020B0604020202020204"/>
                <a:cs typeface="Arial" panose="020B0604020202020204"/>
              </a:rPr>
              <a:t>class</a:t>
            </a:r>
            <a:r>
              <a:rPr sz="29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900" b="1" dirty="0">
                <a:latin typeface="Arial" panose="020B0604020202020204"/>
                <a:cs typeface="Arial" panose="020B0604020202020204"/>
              </a:rPr>
              <a:t>và</a:t>
            </a:r>
            <a:r>
              <a:rPr sz="29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900" b="1" spc="-25" dirty="0">
                <a:latin typeface="Arial" panose="020B0604020202020204"/>
                <a:cs typeface="Arial" panose="020B0604020202020204"/>
              </a:rPr>
              <a:t>id:</a:t>
            </a:r>
            <a:endParaRPr sz="2900">
              <a:latin typeface="Arial" panose="020B0604020202020204"/>
              <a:cs typeface="Arial" panose="020B0604020202020204"/>
            </a:endParaRPr>
          </a:p>
          <a:p>
            <a:pPr marL="1331595" marR="5080" lvl="1" indent="-525780">
              <a:lnSpc>
                <a:spcPct val="130000"/>
              </a:lnSpc>
              <a:spcBef>
                <a:spcPts val="185"/>
              </a:spcBef>
              <a:buSzPct val="42000"/>
              <a:buChar char="•"/>
              <a:tabLst>
                <a:tab pos="1331595" algn="l"/>
              </a:tabLst>
            </a:pPr>
            <a:r>
              <a:rPr sz="2850" spc="-160" dirty="0">
                <a:latin typeface="Tahoma"/>
                <a:cs typeface="Tahoma"/>
              </a:rPr>
              <a:t>Thuộc</a:t>
            </a:r>
            <a:r>
              <a:rPr sz="2850" spc="-340" dirty="0">
                <a:latin typeface="Tahoma"/>
                <a:cs typeface="Tahoma"/>
              </a:rPr>
              <a:t> </a:t>
            </a:r>
            <a:r>
              <a:rPr sz="2850" spc="-110" dirty="0">
                <a:latin typeface="Tahoma"/>
                <a:cs typeface="Tahoma"/>
              </a:rPr>
              <a:t>tính</a:t>
            </a:r>
            <a:r>
              <a:rPr sz="2850" spc="-330" dirty="0">
                <a:latin typeface="Tahoma"/>
                <a:cs typeface="Tahoma"/>
              </a:rPr>
              <a:t> </a:t>
            </a:r>
            <a:r>
              <a:rPr sz="2850" b="1" spc="-185" dirty="0">
                <a:latin typeface="Tahoma"/>
                <a:cs typeface="Tahoma"/>
              </a:rPr>
              <a:t>class</a:t>
            </a:r>
            <a:r>
              <a:rPr sz="2850" spc="-185" dirty="0">
                <a:latin typeface="Tahoma"/>
                <a:cs typeface="Tahoma"/>
              </a:rPr>
              <a:t>:</a:t>
            </a:r>
            <a:r>
              <a:rPr sz="2850" spc="-340" dirty="0">
                <a:latin typeface="Tahoma"/>
                <a:cs typeface="Tahoma"/>
              </a:rPr>
              <a:t> </a:t>
            </a:r>
            <a:r>
              <a:rPr sz="2850" spc="-180" dirty="0">
                <a:latin typeface="Tahoma"/>
                <a:cs typeface="Tahoma"/>
              </a:rPr>
              <a:t>dùng</a:t>
            </a:r>
            <a:r>
              <a:rPr sz="2850" spc="-325" dirty="0">
                <a:latin typeface="Tahoma"/>
                <a:cs typeface="Tahoma"/>
              </a:rPr>
              <a:t> </a:t>
            </a:r>
            <a:r>
              <a:rPr sz="2850" spc="-165" dirty="0">
                <a:latin typeface="Tahoma"/>
                <a:cs typeface="Tahoma"/>
              </a:rPr>
              <a:t>để</a:t>
            </a:r>
            <a:r>
              <a:rPr sz="2850" spc="-340" dirty="0">
                <a:latin typeface="Tahoma"/>
                <a:cs typeface="Tahoma"/>
              </a:rPr>
              <a:t> </a:t>
            </a:r>
            <a:r>
              <a:rPr sz="2850" spc="-114" dirty="0">
                <a:latin typeface="Tahoma"/>
                <a:cs typeface="Tahoma"/>
              </a:rPr>
              <a:t>xác</a:t>
            </a:r>
            <a:r>
              <a:rPr sz="2850" spc="-335" dirty="0">
                <a:latin typeface="Tahoma"/>
                <a:cs typeface="Tahoma"/>
              </a:rPr>
              <a:t> </a:t>
            </a:r>
            <a:r>
              <a:rPr sz="2850" spc="-130" dirty="0">
                <a:latin typeface="Tahoma"/>
                <a:cs typeface="Tahoma"/>
              </a:rPr>
              <a:t>định</a:t>
            </a:r>
            <a:r>
              <a:rPr sz="2850" spc="-340" dirty="0">
                <a:latin typeface="Tahoma"/>
                <a:cs typeface="Tahoma"/>
              </a:rPr>
              <a:t> </a:t>
            </a:r>
            <a:r>
              <a:rPr sz="2850" spc="-135" dirty="0">
                <a:latin typeface="Tahoma"/>
                <a:cs typeface="Tahoma"/>
              </a:rPr>
              <a:t>một</a:t>
            </a:r>
            <a:r>
              <a:rPr sz="2850" spc="-335" dirty="0">
                <a:latin typeface="Tahoma"/>
                <a:cs typeface="Tahoma"/>
              </a:rPr>
              <a:t> </a:t>
            </a:r>
            <a:r>
              <a:rPr sz="2850" spc="-95" dirty="0">
                <a:latin typeface="Tahoma"/>
                <a:cs typeface="Tahoma"/>
              </a:rPr>
              <a:t>hoặc</a:t>
            </a:r>
            <a:r>
              <a:rPr sz="2850" spc="-335" dirty="0">
                <a:latin typeface="Tahoma"/>
                <a:cs typeface="Tahoma"/>
              </a:rPr>
              <a:t> </a:t>
            </a:r>
            <a:r>
              <a:rPr sz="2850" spc="-120" dirty="0">
                <a:latin typeface="Tahoma"/>
                <a:cs typeface="Tahoma"/>
              </a:rPr>
              <a:t>nhiều</a:t>
            </a:r>
            <a:r>
              <a:rPr sz="2850" spc="-330" dirty="0">
                <a:latin typeface="Tahoma"/>
                <a:cs typeface="Tahoma"/>
              </a:rPr>
              <a:t> </a:t>
            </a:r>
            <a:r>
              <a:rPr sz="2850" spc="-140" dirty="0">
                <a:latin typeface="Tahoma"/>
                <a:cs typeface="Tahoma"/>
              </a:rPr>
              <a:t>tên</a:t>
            </a:r>
            <a:r>
              <a:rPr sz="2850" spc="-335" dirty="0">
                <a:latin typeface="Tahoma"/>
                <a:cs typeface="Tahoma"/>
              </a:rPr>
              <a:t> </a:t>
            </a:r>
            <a:r>
              <a:rPr sz="2850" spc="-85" dirty="0">
                <a:latin typeface="Tahoma"/>
                <a:cs typeface="Tahoma"/>
              </a:rPr>
              <a:t>lớp</a:t>
            </a:r>
            <a:r>
              <a:rPr sz="2850" spc="-330" dirty="0">
                <a:latin typeface="Tahoma"/>
                <a:cs typeface="Tahoma"/>
              </a:rPr>
              <a:t> </a:t>
            </a:r>
            <a:r>
              <a:rPr sz="2850" spc="-80" dirty="0">
                <a:latin typeface="Tahoma"/>
                <a:cs typeface="Tahoma"/>
              </a:rPr>
              <a:t>cho</a:t>
            </a:r>
            <a:r>
              <a:rPr sz="2850" spc="-335" dirty="0">
                <a:latin typeface="Tahoma"/>
                <a:cs typeface="Tahoma"/>
              </a:rPr>
              <a:t> </a:t>
            </a:r>
            <a:r>
              <a:rPr sz="2850" spc="-125" dirty="0">
                <a:latin typeface="Tahoma"/>
                <a:cs typeface="Tahoma"/>
              </a:rPr>
              <a:t>phần</a:t>
            </a:r>
            <a:r>
              <a:rPr sz="2850" spc="-330" dirty="0">
                <a:latin typeface="Tahoma"/>
                <a:cs typeface="Tahoma"/>
              </a:rPr>
              <a:t> </a:t>
            </a:r>
            <a:r>
              <a:rPr sz="2850" spc="-145" dirty="0">
                <a:latin typeface="Tahoma"/>
                <a:cs typeface="Tahoma"/>
              </a:rPr>
              <a:t>tử</a:t>
            </a:r>
            <a:r>
              <a:rPr sz="2850" spc="-335" dirty="0">
                <a:latin typeface="Tahoma"/>
                <a:cs typeface="Tahoma"/>
              </a:rPr>
              <a:t> </a:t>
            </a:r>
            <a:r>
              <a:rPr sz="2850" spc="-185" dirty="0">
                <a:latin typeface="Tahoma"/>
                <a:cs typeface="Tahoma"/>
              </a:rPr>
              <a:t>HTML.</a:t>
            </a:r>
            <a:r>
              <a:rPr sz="2850" spc="-335" dirty="0">
                <a:latin typeface="Tahoma"/>
                <a:cs typeface="Tahoma"/>
              </a:rPr>
              <a:t> </a:t>
            </a:r>
            <a:r>
              <a:rPr sz="2850" spc="-305" dirty="0">
                <a:latin typeface="Tahoma"/>
                <a:cs typeface="Tahoma"/>
              </a:rPr>
              <a:t>Tên</a:t>
            </a:r>
            <a:r>
              <a:rPr sz="2850" spc="-340" dirty="0">
                <a:latin typeface="Tahoma"/>
                <a:cs typeface="Tahoma"/>
              </a:rPr>
              <a:t> </a:t>
            </a:r>
            <a:r>
              <a:rPr sz="2850" spc="-85" dirty="0">
                <a:latin typeface="Tahoma"/>
                <a:cs typeface="Tahoma"/>
              </a:rPr>
              <a:t>lớp</a:t>
            </a:r>
            <a:r>
              <a:rPr sz="2850" spc="-335" dirty="0">
                <a:latin typeface="Tahoma"/>
                <a:cs typeface="Tahoma"/>
              </a:rPr>
              <a:t> </a:t>
            </a:r>
            <a:r>
              <a:rPr sz="2850" spc="-35" dirty="0">
                <a:latin typeface="Tahoma"/>
                <a:cs typeface="Tahoma"/>
              </a:rPr>
              <a:t>có</a:t>
            </a:r>
            <a:r>
              <a:rPr sz="2850" spc="-340" dirty="0">
                <a:latin typeface="Tahoma"/>
                <a:cs typeface="Tahoma"/>
              </a:rPr>
              <a:t> </a:t>
            </a:r>
            <a:r>
              <a:rPr sz="2850" spc="-130" dirty="0">
                <a:latin typeface="Tahoma"/>
                <a:cs typeface="Tahoma"/>
              </a:rPr>
              <a:t>thể</a:t>
            </a:r>
            <a:r>
              <a:rPr sz="2850" spc="-325" dirty="0">
                <a:latin typeface="Tahoma"/>
                <a:cs typeface="Tahoma"/>
              </a:rPr>
              <a:t> </a:t>
            </a:r>
            <a:r>
              <a:rPr sz="2850" spc="-180" dirty="0">
                <a:latin typeface="Tahoma"/>
                <a:cs typeface="Tahoma"/>
              </a:rPr>
              <a:t>dùng</a:t>
            </a:r>
            <a:r>
              <a:rPr sz="2850" spc="-340" dirty="0">
                <a:latin typeface="Tahoma"/>
                <a:cs typeface="Tahoma"/>
              </a:rPr>
              <a:t> </a:t>
            </a:r>
            <a:r>
              <a:rPr sz="2850" spc="-180" dirty="0">
                <a:latin typeface="Tahoma"/>
                <a:cs typeface="Tahoma"/>
              </a:rPr>
              <a:t>trong</a:t>
            </a:r>
            <a:r>
              <a:rPr sz="2850" spc="-335" dirty="0">
                <a:latin typeface="Tahoma"/>
                <a:cs typeface="Tahoma"/>
              </a:rPr>
              <a:t> </a:t>
            </a:r>
            <a:r>
              <a:rPr sz="2850" spc="-60" dirty="0">
                <a:latin typeface="Tahoma"/>
                <a:cs typeface="Tahoma"/>
              </a:rPr>
              <a:t>CSS</a:t>
            </a:r>
            <a:r>
              <a:rPr sz="2850" spc="-335" dirty="0">
                <a:latin typeface="Tahoma"/>
                <a:cs typeface="Tahoma"/>
              </a:rPr>
              <a:t> </a:t>
            </a:r>
            <a:r>
              <a:rPr sz="2850" spc="-20" dirty="0">
                <a:latin typeface="Tahoma"/>
                <a:cs typeface="Tahoma"/>
              </a:rPr>
              <a:t>hoặc </a:t>
            </a:r>
            <a:r>
              <a:rPr sz="2850" spc="-140" dirty="0">
                <a:latin typeface="Tahoma"/>
                <a:cs typeface="Tahoma"/>
              </a:rPr>
              <a:t>JavaScript</a:t>
            </a:r>
            <a:r>
              <a:rPr sz="2850" spc="-325" dirty="0">
                <a:latin typeface="Tahoma"/>
                <a:cs typeface="Tahoma"/>
              </a:rPr>
              <a:t> </a:t>
            </a:r>
            <a:r>
              <a:rPr sz="2850" spc="-165" dirty="0">
                <a:latin typeface="Tahoma"/>
                <a:cs typeface="Tahoma"/>
              </a:rPr>
              <a:t>để</a:t>
            </a:r>
            <a:r>
              <a:rPr sz="2850" spc="-330" dirty="0">
                <a:latin typeface="Tahoma"/>
                <a:cs typeface="Tahoma"/>
              </a:rPr>
              <a:t> </a:t>
            </a:r>
            <a:r>
              <a:rPr sz="2850" spc="-105" dirty="0">
                <a:latin typeface="Tahoma"/>
                <a:cs typeface="Tahoma"/>
              </a:rPr>
              <a:t>thực</a:t>
            </a:r>
            <a:r>
              <a:rPr sz="2850" spc="-330" dirty="0">
                <a:latin typeface="Tahoma"/>
                <a:cs typeface="Tahoma"/>
              </a:rPr>
              <a:t> </a:t>
            </a:r>
            <a:r>
              <a:rPr sz="2850" spc="-114" dirty="0">
                <a:latin typeface="Tahoma"/>
                <a:cs typeface="Tahoma"/>
              </a:rPr>
              <a:t>hiện</a:t>
            </a:r>
            <a:r>
              <a:rPr sz="2850" spc="-330" dirty="0">
                <a:latin typeface="Tahoma"/>
                <a:cs typeface="Tahoma"/>
              </a:rPr>
              <a:t> </a:t>
            </a:r>
            <a:r>
              <a:rPr sz="2850" spc="-140" dirty="0">
                <a:latin typeface="Tahoma"/>
                <a:cs typeface="Tahoma"/>
              </a:rPr>
              <a:t>một</a:t>
            </a:r>
            <a:r>
              <a:rPr sz="2850" spc="-335" dirty="0">
                <a:latin typeface="Tahoma"/>
                <a:cs typeface="Tahoma"/>
              </a:rPr>
              <a:t> </a:t>
            </a:r>
            <a:r>
              <a:rPr sz="2850" spc="-80" dirty="0">
                <a:latin typeface="Tahoma"/>
                <a:cs typeface="Tahoma"/>
              </a:rPr>
              <a:t>số</a:t>
            </a:r>
            <a:r>
              <a:rPr sz="2850" spc="-335" dirty="0">
                <a:latin typeface="Tahoma"/>
                <a:cs typeface="Tahoma"/>
              </a:rPr>
              <a:t> </a:t>
            </a:r>
            <a:r>
              <a:rPr sz="2850" spc="-70" dirty="0">
                <a:latin typeface="Tahoma"/>
                <a:cs typeface="Tahoma"/>
              </a:rPr>
              <a:t>tác</a:t>
            </a:r>
            <a:r>
              <a:rPr sz="2850" spc="-330" dirty="0">
                <a:latin typeface="Tahoma"/>
                <a:cs typeface="Tahoma"/>
              </a:rPr>
              <a:t> </a:t>
            </a:r>
            <a:r>
              <a:rPr sz="2850" spc="-204" dirty="0">
                <a:latin typeface="Tahoma"/>
                <a:cs typeface="Tahoma"/>
              </a:rPr>
              <a:t>vụ</a:t>
            </a:r>
            <a:r>
              <a:rPr sz="2850" spc="-335" dirty="0">
                <a:latin typeface="Tahoma"/>
                <a:cs typeface="Tahoma"/>
              </a:rPr>
              <a:t> </a:t>
            </a:r>
            <a:r>
              <a:rPr sz="2850" spc="-140" dirty="0">
                <a:latin typeface="Tahoma"/>
                <a:cs typeface="Tahoma"/>
              </a:rPr>
              <a:t>nhất</a:t>
            </a:r>
            <a:r>
              <a:rPr sz="2850" spc="-335" dirty="0">
                <a:latin typeface="Tahoma"/>
                <a:cs typeface="Tahoma"/>
              </a:rPr>
              <a:t> </a:t>
            </a:r>
            <a:r>
              <a:rPr sz="2850" spc="-130" dirty="0">
                <a:latin typeface="Tahoma"/>
                <a:cs typeface="Tahoma"/>
              </a:rPr>
              <a:t>định</a:t>
            </a:r>
            <a:r>
              <a:rPr sz="2850" spc="-330" dirty="0">
                <a:latin typeface="Tahoma"/>
                <a:cs typeface="Tahoma"/>
              </a:rPr>
              <a:t> </a:t>
            </a:r>
            <a:r>
              <a:rPr sz="2850" spc="-80" dirty="0">
                <a:latin typeface="Tahoma"/>
                <a:cs typeface="Tahoma"/>
              </a:rPr>
              <a:t>cho</a:t>
            </a:r>
            <a:r>
              <a:rPr sz="2850" spc="-335" dirty="0">
                <a:latin typeface="Tahoma"/>
                <a:cs typeface="Tahoma"/>
              </a:rPr>
              <a:t> </a:t>
            </a:r>
            <a:r>
              <a:rPr sz="2850" spc="-140" dirty="0">
                <a:latin typeface="Tahoma"/>
                <a:cs typeface="Tahoma"/>
              </a:rPr>
              <a:t>phần</a:t>
            </a:r>
            <a:r>
              <a:rPr sz="2850" spc="-335" dirty="0">
                <a:latin typeface="Tahoma"/>
                <a:cs typeface="Tahoma"/>
              </a:rPr>
              <a:t> </a:t>
            </a:r>
            <a:r>
              <a:rPr sz="2850" spc="-145" dirty="0">
                <a:latin typeface="Tahoma"/>
                <a:cs typeface="Tahoma"/>
              </a:rPr>
              <a:t>tử</a:t>
            </a:r>
            <a:r>
              <a:rPr sz="2850" spc="-325" dirty="0">
                <a:latin typeface="Tahoma"/>
                <a:cs typeface="Tahoma"/>
              </a:rPr>
              <a:t> </a:t>
            </a:r>
            <a:r>
              <a:rPr sz="2850" spc="-35" dirty="0">
                <a:latin typeface="Tahoma"/>
                <a:cs typeface="Tahoma"/>
              </a:rPr>
              <a:t>có</a:t>
            </a:r>
            <a:r>
              <a:rPr sz="2850" spc="-330" dirty="0">
                <a:latin typeface="Tahoma"/>
                <a:cs typeface="Tahoma"/>
              </a:rPr>
              <a:t> </a:t>
            </a:r>
            <a:r>
              <a:rPr sz="2850" spc="-140" dirty="0">
                <a:latin typeface="Tahoma"/>
                <a:cs typeface="Tahoma"/>
              </a:rPr>
              <a:t>tên</a:t>
            </a:r>
            <a:r>
              <a:rPr sz="2850" spc="-330" dirty="0">
                <a:latin typeface="Tahoma"/>
                <a:cs typeface="Tahoma"/>
              </a:rPr>
              <a:t> </a:t>
            </a:r>
            <a:r>
              <a:rPr sz="2850" spc="-85" dirty="0">
                <a:latin typeface="Tahoma"/>
                <a:cs typeface="Tahoma"/>
              </a:rPr>
              <a:t>lớp</a:t>
            </a:r>
            <a:r>
              <a:rPr sz="2850" spc="-335" dirty="0">
                <a:latin typeface="Tahoma"/>
                <a:cs typeface="Tahoma"/>
              </a:rPr>
              <a:t> </a:t>
            </a:r>
            <a:r>
              <a:rPr sz="2850" spc="-25" dirty="0">
                <a:latin typeface="Tahoma"/>
                <a:cs typeface="Tahoma"/>
              </a:rPr>
              <a:t>đó.</a:t>
            </a:r>
            <a:endParaRPr sz="2850">
              <a:latin typeface="Tahoma"/>
              <a:cs typeface="Tahoma"/>
            </a:endParaRPr>
          </a:p>
          <a:p>
            <a:pPr marL="2085340" lvl="2" indent="-419100">
              <a:lnSpc>
                <a:spcPct val="100000"/>
              </a:lnSpc>
              <a:spcBef>
                <a:spcPts val="975"/>
              </a:spcBef>
              <a:buSzPct val="50000"/>
              <a:buChar char="•"/>
              <a:tabLst>
                <a:tab pos="2084705" algn="l"/>
              </a:tabLst>
            </a:pPr>
            <a:r>
              <a:rPr sz="2400" spc="-105" dirty="0">
                <a:latin typeface="Tahoma"/>
                <a:cs typeface="Tahoma"/>
              </a:rPr>
              <a:t>Một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class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30" dirty="0">
                <a:latin typeface="Tahoma"/>
                <a:cs typeface="Tahoma"/>
              </a:rPr>
              <a:t>có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114" dirty="0">
                <a:latin typeface="Tahoma"/>
                <a:cs typeface="Tahoma"/>
              </a:rPr>
              <a:t>thể</a:t>
            </a:r>
            <a:r>
              <a:rPr sz="2400" spc="-290" dirty="0">
                <a:latin typeface="Tahoma"/>
                <a:cs typeface="Tahoma"/>
              </a:rPr>
              <a:t> </a:t>
            </a:r>
            <a:r>
              <a:rPr sz="2400" spc="-100" dirty="0">
                <a:latin typeface="Tahoma"/>
                <a:cs typeface="Tahoma"/>
              </a:rPr>
              <a:t>áp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150" dirty="0">
                <a:latin typeface="Tahoma"/>
                <a:cs typeface="Tahoma"/>
              </a:rPr>
              <a:t>dụng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65" dirty="0">
                <a:latin typeface="Tahoma"/>
                <a:cs typeface="Tahoma"/>
              </a:rPr>
              <a:t>cho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85" dirty="0">
                <a:latin typeface="Tahoma"/>
                <a:cs typeface="Tahoma"/>
              </a:rPr>
              <a:t>được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105" dirty="0">
                <a:latin typeface="Tahoma"/>
                <a:cs typeface="Tahoma"/>
              </a:rPr>
              <a:t>nhiều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85" dirty="0">
                <a:latin typeface="Tahoma"/>
                <a:cs typeface="Tahoma"/>
              </a:rPr>
              <a:t>element,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160" dirty="0">
                <a:latin typeface="Tahoma"/>
                <a:cs typeface="Tahoma"/>
              </a:rPr>
              <a:t>và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các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95" dirty="0">
                <a:latin typeface="Tahoma"/>
                <a:cs typeface="Tahoma"/>
              </a:rPr>
              <a:t>element</a:t>
            </a:r>
            <a:r>
              <a:rPr sz="2400" spc="-290" dirty="0">
                <a:latin typeface="Tahoma"/>
                <a:cs typeface="Tahoma"/>
              </a:rPr>
              <a:t> </a:t>
            </a:r>
            <a:r>
              <a:rPr sz="2400" spc="-150" dirty="0">
                <a:latin typeface="Tahoma"/>
                <a:cs typeface="Tahoma"/>
              </a:rPr>
              <a:t>này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150" dirty="0">
                <a:latin typeface="Tahoma"/>
                <a:cs typeface="Tahoma"/>
              </a:rPr>
              <a:t>không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120" dirty="0">
                <a:latin typeface="Tahoma"/>
                <a:cs typeface="Tahoma"/>
              </a:rPr>
              <a:t>nhất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80" dirty="0">
                <a:latin typeface="Tahoma"/>
                <a:cs typeface="Tahoma"/>
              </a:rPr>
              <a:t>thiết</a:t>
            </a:r>
            <a:r>
              <a:rPr sz="2400" spc="-290" dirty="0">
                <a:latin typeface="Tahoma"/>
                <a:cs typeface="Tahoma"/>
              </a:rPr>
              <a:t> </a:t>
            </a:r>
            <a:r>
              <a:rPr sz="2400" spc="-90" dirty="0">
                <a:latin typeface="Tahoma"/>
                <a:cs typeface="Tahoma"/>
              </a:rPr>
              <a:t>phải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110" dirty="0">
                <a:latin typeface="Tahoma"/>
                <a:cs typeface="Tahoma"/>
              </a:rPr>
              <a:t>cùng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loại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thẻ.</a:t>
            </a:r>
            <a:endParaRPr sz="2400">
              <a:latin typeface="Tahoma"/>
              <a:cs typeface="Tahoma"/>
            </a:endParaRPr>
          </a:p>
          <a:p>
            <a:pPr marL="2085340" lvl="2" indent="-419100">
              <a:lnSpc>
                <a:spcPct val="100000"/>
              </a:lnSpc>
              <a:spcBef>
                <a:spcPts val="895"/>
              </a:spcBef>
              <a:buSzPct val="50000"/>
              <a:buChar char="•"/>
              <a:tabLst>
                <a:tab pos="2084705" algn="l"/>
              </a:tabLst>
            </a:pPr>
            <a:r>
              <a:rPr sz="2400" spc="-105" dirty="0">
                <a:latin typeface="Tahoma"/>
                <a:cs typeface="Tahoma"/>
              </a:rPr>
              <a:t>Một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95" dirty="0">
                <a:latin typeface="Tahoma"/>
                <a:cs typeface="Tahoma"/>
              </a:rPr>
              <a:t>element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30" dirty="0">
                <a:latin typeface="Tahoma"/>
                <a:cs typeface="Tahoma"/>
              </a:rPr>
              <a:t>có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114" dirty="0">
                <a:latin typeface="Tahoma"/>
                <a:cs typeface="Tahoma"/>
              </a:rPr>
              <a:t>thể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120" dirty="0">
                <a:latin typeface="Tahoma"/>
                <a:cs typeface="Tahoma"/>
              </a:rPr>
              <a:t>thêm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85" dirty="0">
                <a:latin typeface="Tahoma"/>
                <a:cs typeface="Tahoma"/>
              </a:rPr>
              <a:t>được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105" dirty="0">
                <a:latin typeface="Tahoma"/>
                <a:cs typeface="Tahoma"/>
              </a:rPr>
              <a:t>nhiều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class.</a:t>
            </a:r>
            <a:endParaRPr sz="2400">
              <a:latin typeface="Tahoma"/>
              <a:cs typeface="Tahoma"/>
            </a:endParaRPr>
          </a:p>
          <a:p>
            <a:pPr marL="2085340" lvl="2" indent="-419100">
              <a:lnSpc>
                <a:spcPct val="100000"/>
              </a:lnSpc>
              <a:spcBef>
                <a:spcPts val="890"/>
              </a:spcBef>
              <a:buSzPct val="50000"/>
              <a:buChar char="•"/>
              <a:tabLst>
                <a:tab pos="2084705" algn="l"/>
              </a:tabLst>
            </a:pPr>
            <a:r>
              <a:rPr sz="2400" spc="-135" dirty="0">
                <a:latin typeface="Tahoma"/>
                <a:cs typeface="Tahoma"/>
              </a:rPr>
              <a:t>Thuộc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90" dirty="0">
                <a:latin typeface="Tahoma"/>
                <a:cs typeface="Tahoma"/>
              </a:rPr>
              <a:t>tính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class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30" dirty="0">
                <a:latin typeface="Tahoma"/>
                <a:cs typeface="Tahoma"/>
              </a:rPr>
              <a:t>có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114" dirty="0">
                <a:latin typeface="Tahoma"/>
                <a:cs typeface="Tahoma"/>
              </a:rPr>
              <a:t>thể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85" dirty="0">
                <a:latin typeface="Tahoma"/>
                <a:cs typeface="Tahoma"/>
              </a:rPr>
              <a:t>được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75" dirty="0">
                <a:latin typeface="Tahoma"/>
                <a:cs typeface="Tahoma"/>
              </a:rPr>
              <a:t>sử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140" dirty="0">
                <a:latin typeface="Tahoma"/>
                <a:cs typeface="Tahoma"/>
              </a:rPr>
              <a:t>dụng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120" dirty="0">
                <a:latin typeface="Tahoma"/>
                <a:cs typeface="Tahoma"/>
              </a:rPr>
              <a:t>trên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100" dirty="0">
                <a:latin typeface="Tahoma"/>
                <a:cs typeface="Tahoma"/>
              </a:rPr>
              <a:t>bất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180" dirty="0">
                <a:latin typeface="Tahoma"/>
                <a:cs typeface="Tahoma"/>
              </a:rPr>
              <a:t>kỳ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110" dirty="0">
                <a:latin typeface="Tahoma"/>
                <a:cs typeface="Tahoma"/>
              </a:rPr>
              <a:t>phần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110" dirty="0">
                <a:latin typeface="Tahoma"/>
                <a:cs typeface="Tahoma"/>
              </a:rPr>
              <a:t>tử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160" dirty="0">
                <a:latin typeface="Tahoma"/>
                <a:cs typeface="Tahoma"/>
              </a:rPr>
              <a:t>HTML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nào.</a:t>
            </a:r>
            <a:endParaRPr sz="2400">
              <a:latin typeface="Tahoma"/>
              <a:cs typeface="Tahoma"/>
            </a:endParaRPr>
          </a:p>
          <a:p>
            <a:pPr marL="2085340" lvl="2" indent="-419100">
              <a:lnSpc>
                <a:spcPct val="100000"/>
              </a:lnSpc>
              <a:spcBef>
                <a:spcPts val="895"/>
              </a:spcBef>
              <a:buSzPct val="50000"/>
              <a:buChar char="•"/>
              <a:tabLst>
                <a:tab pos="2084705" algn="l"/>
              </a:tabLst>
            </a:pPr>
            <a:r>
              <a:rPr sz="2400" spc="-250" dirty="0">
                <a:latin typeface="Tahoma"/>
                <a:cs typeface="Tahoma"/>
              </a:rPr>
              <a:t>Tên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65" dirty="0">
                <a:latin typeface="Tahoma"/>
                <a:cs typeface="Tahoma"/>
              </a:rPr>
              <a:t>lớp</a:t>
            </a:r>
            <a:r>
              <a:rPr sz="2400" spc="-290" dirty="0">
                <a:latin typeface="Tahoma"/>
                <a:cs typeface="Tahoma"/>
              </a:rPr>
              <a:t> </a:t>
            </a:r>
            <a:r>
              <a:rPr sz="2400" spc="-30" dirty="0">
                <a:latin typeface="Tahoma"/>
                <a:cs typeface="Tahoma"/>
              </a:rPr>
              <a:t>có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114" dirty="0">
                <a:latin typeface="Tahoma"/>
                <a:cs typeface="Tahoma"/>
              </a:rPr>
              <a:t>phân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80" dirty="0">
                <a:latin typeface="Tahoma"/>
                <a:cs typeface="Tahoma"/>
              </a:rPr>
              <a:t>biệt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75" dirty="0">
                <a:latin typeface="Tahoma"/>
                <a:cs typeface="Tahoma"/>
              </a:rPr>
              <a:t>chữ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110" dirty="0">
                <a:latin typeface="Tahoma"/>
                <a:cs typeface="Tahoma"/>
              </a:rPr>
              <a:t>hoa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75" dirty="0">
                <a:latin typeface="Tahoma"/>
                <a:cs typeface="Tahoma"/>
              </a:rPr>
              <a:t>chữ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thường.</a:t>
            </a:r>
            <a:endParaRPr sz="2400">
              <a:latin typeface="Tahoma"/>
              <a:cs typeface="Tahoma"/>
            </a:endParaRPr>
          </a:p>
          <a:p>
            <a:pPr marL="1331595" lvl="1" indent="-525145">
              <a:lnSpc>
                <a:spcPct val="100000"/>
              </a:lnSpc>
              <a:spcBef>
                <a:spcPts val="955"/>
              </a:spcBef>
              <a:buSzPct val="42000"/>
              <a:buChar char="•"/>
              <a:tabLst>
                <a:tab pos="1331595" algn="l"/>
              </a:tabLst>
            </a:pPr>
            <a:r>
              <a:rPr sz="2850" spc="-160" dirty="0">
                <a:latin typeface="Tahoma"/>
                <a:cs typeface="Tahoma"/>
              </a:rPr>
              <a:t>Thuộc</a:t>
            </a:r>
            <a:r>
              <a:rPr sz="2850" spc="-340" dirty="0">
                <a:latin typeface="Tahoma"/>
                <a:cs typeface="Tahoma"/>
              </a:rPr>
              <a:t> </a:t>
            </a:r>
            <a:r>
              <a:rPr sz="2850" spc="-110" dirty="0">
                <a:latin typeface="Tahoma"/>
                <a:cs typeface="Tahoma"/>
              </a:rPr>
              <a:t>tính</a:t>
            </a:r>
            <a:r>
              <a:rPr sz="2850" spc="-330" dirty="0">
                <a:latin typeface="Tahoma"/>
                <a:cs typeface="Tahoma"/>
              </a:rPr>
              <a:t> </a:t>
            </a:r>
            <a:r>
              <a:rPr sz="2850" b="1" spc="-250" dirty="0">
                <a:latin typeface="Tahoma"/>
                <a:cs typeface="Tahoma"/>
              </a:rPr>
              <a:t>id</a:t>
            </a:r>
            <a:r>
              <a:rPr sz="2850" spc="-250" dirty="0">
                <a:latin typeface="Tahoma"/>
                <a:cs typeface="Tahoma"/>
              </a:rPr>
              <a:t>:</a:t>
            </a:r>
            <a:r>
              <a:rPr sz="2850" spc="-330" dirty="0">
                <a:latin typeface="Tahoma"/>
                <a:cs typeface="Tahoma"/>
              </a:rPr>
              <a:t> </a:t>
            </a:r>
            <a:r>
              <a:rPr sz="2850" spc="-180" dirty="0">
                <a:latin typeface="Tahoma"/>
                <a:cs typeface="Tahoma"/>
              </a:rPr>
              <a:t>dùng</a:t>
            </a:r>
            <a:r>
              <a:rPr sz="2850" spc="-335" dirty="0">
                <a:latin typeface="Tahoma"/>
                <a:cs typeface="Tahoma"/>
              </a:rPr>
              <a:t> </a:t>
            </a:r>
            <a:r>
              <a:rPr sz="2850" spc="-165" dirty="0">
                <a:latin typeface="Tahoma"/>
                <a:cs typeface="Tahoma"/>
              </a:rPr>
              <a:t>để</a:t>
            </a:r>
            <a:r>
              <a:rPr sz="2850" spc="-325" dirty="0">
                <a:latin typeface="Tahoma"/>
                <a:cs typeface="Tahoma"/>
              </a:rPr>
              <a:t> </a:t>
            </a:r>
            <a:r>
              <a:rPr sz="2850" spc="-114" dirty="0">
                <a:latin typeface="Tahoma"/>
                <a:cs typeface="Tahoma"/>
              </a:rPr>
              <a:t>xác</a:t>
            </a:r>
            <a:r>
              <a:rPr sz="2850" spc="-335" dirty="0">
                <a:latin typeface="Tahoma"/>
                <a:cs typeface="Tahoma"/>
              </a:rPr>
              <a:t> </a:t>
            </a:r>
            <a:r>
              <a:rPr sz="2850" spc="-130" dirty="0">
                <a:latin typeface="Tahoma"/>
                <a:cs typeface="Tahoma"/>
              </a:rPr>
              <a:t>định</a:t>
            </a:r>
            <a:r>
              <a:rPr sz="2850" spc="-335" dirty="0">
                <a:latin typeface="Tahoma"/>
                <a:cs typeface="Tahoma"/>
              </a:rPr>
              <a:t> </a:t>
            </a:r>
            <a:r>
              <a:rPr sz="2850" spc="-135" dirty="0">
                <a:latin typeface="Tahoma"/>
                <a:cs typeface="Tahoma"/>
              </a:rPr>
              <a:t>một</a:t>
            </a:r>
            <a:r>
              <a:rPr sz="2850" spc="-340" dirty="0">
                <a:latin typeface="Tahoma"/>
                <a:cs typeface="Tahoma"/>
              </a:rPr>
              <a:t> </a:t>
            </a:r>
            <a:r>
              <a:rPr sz="2850" spc="-75" dirty="0">
                <a:latin typeface="Tahoma"/>
                <a:cs typeface="Tahoma"/>
              </a:rPr>
              <a:t>id</a:t>
            </a:r>
            <a:r>
              <a:rPr sz="2850" spc="-335" dirty="0">
                <a:latin typeface="Tahoma"/>
                <a:cs typeface="Tahoma"/>
              </a:rPr>
              <a:t> </a:t>
            </a:r>
            <a:r>
              <a:rPr sz="2850" spc="-180" dirty="0">
                <a:latin typeface="Tahoma"/>
                <a:cs typeface="Tahoma"/>
              </a:rPr>
              <a:t>duy</a:t>
            </a:r>
            <a:r>
              <a:rPr sz="2850" spc="-335" dirty="0">
                <a:latin typeface="Tahoma"/>
                <a:cs typeface="Tahoma"/>
              </a:rPr>
              <a:t> </a:t>
            </a:r>
            <a:r>
              <a:rPr sz="2850" spc="-140" dirty="0">
                <a:latin typeface="Tahoma"/>
                <a:cs typeface="Tahoma"/>
              </a:rPr>
              <a:t>nhất</a:t>
            </a:r>
            <a:r>
              <a:rPr sz="2850" spc="-325" dirty="0">
                <a:latin typeface="Tahoma"/>
                <a:cs typeface="Tahoma"/>
              </a:rPr>
              <a:t> </a:t>
            </a:r>
            <a:r>
              <a:rPr sz="2850" spc="-80" dirty="0">
                <a:latin typeface="Tahoma"/>
                <a:cs typeface="Tahoma"/>
              </a:rPr>
              <a:t>cho</a:t>
            </a:r>
            <a:r>
              <a:rPr sz="2850" spc="-335" dirty="0">
                <a:latin typeface="Tahoma"/>
                <a:cs typeface="Tahoma"/>
              </a:rPr>
              <a:t> </a:t>
            </a:r>
            <a:r>
              <a:rPr sz="2850" spc="-140" dirty="0">
                <a:latin typeface="Tahoma"/>
                <a:cs typeface="Tahoma"/>
              </a:rPr>
              <a:t>một</a:t>
            </a:r>
            <a:r>
              <a:rPr sz="2850" spc="-335" dirty="0">
                <a:latin typeface="Tahoma"/>
                <a:cs typeface="Tahoma"/>
              </a:rPr>
              <a:t> </a:t>
            </a:r>
            <a:r>
              <a:rPr sz="2850" spc="-10" dirty="0">
                <a:latin typeface="Tahoma"/>
                <a:cs typeface="Tahoma"/>
              </a:rPr>
              <a:t>element.</a:t>
            </a:r>
            <a:endParaRPr sz="2850">
              <a:latin typeface="Tahoma"/>
              <a:cs typeface="Tahoma"/>
            </a:endParaRPr>
          </a:p>
          <a:p>
            <a:pPr marL="2085340" lvl="2" indent="-419100">
              <a:lnSpc>
                <a:spcPct val="100000"/>
              </a:lnSpc>
              <a:spcBef>
                <a:spcPts val="975"/>
              </a:spcBef>
              <a:buSzPct val="50000"/>
              <a:buChar char="•"/>
              <a:tabLst>
                <a:tab pos="2084705" algn="l"/>
              </a:tabLst>
            </a:pPr>
            <a:r>
              <a:rPr sz="2400" spc="-215" dirty="0">
                <a:latin typeface="Tahoma"/>
                <a:cs typeface="Tahoma"/>
              </a:rPr>
              <a:t>Trong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105" dirty="0">
                <a:latin typeface="Tahoma"/>
                <a:cs typeface="Tahoma"/>
              </a:rPr>
              <a:t>một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150" dirty="0">
                <a:latin typeface="Tahoma"/>
                <a:cs typeface="Tahoma"/>
              </a:rPr>
              <a:t>trang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các</a:t>
            </a:r>
            <a:r>
              <a:rPr sz="2400" spc="-265" dirty="0">
                <a:latin typeface="Tahoma"/>
                <a:cs typeface="Tahoma"/>
              </a:rPr>
              <a:t> </a:t>
            </a:r>
            <a:r>
              <a:rPr sz="2400" spc="-95" dirty="0">
                <a:latin typeface="Tahoma"/>
                <a:cs typeface="Tahoma"/>
              </a:rPr>
              <a:t>element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150" dirty="0">
                <a:latin typeface="Tahoma"/>
                <a:cs typeface="Tahoma"/>
              </a:rPr>
              <a:t>không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85" dirty="0">
                <a:latin typeface="Tahoma"/>
                <a:cs typeface="Tahoma"/>
              </a:rPr>
              <a:t>được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105" dirty="0">
                <a:latin typeface="Tahoma"/>
                <a:cs typeface="Tahoma"/>
              </a:rPr>
              <a:t>phép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145" dirty="0">
                <a:latin typeface="Tahoma"/>
                <a:cs typeface="Tahoma"/>
              </a:rPr>
              <a:t>trùng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114" dirty="0">
                <a:latin typeface="Tahoma"/>
                <a:cs typeface="Tahoma"/>
              </a:rPr>
              <a:t>tên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60" dirty="0">
                <a:latin typeface="Tahoma"/>
                <a:cs typeface="Tahoma"/>
              </a:rPr>
              <a:t>của</a:t>
            </a:r>
            <a:r>
              <a:rPr sz="2400" spc="-265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id.</a:t>
            </a:r>
            <a:endParaRPr sz="2400">
              <a:latin typeface="Tahoma"/>
              <a:cs typeface="Tahoma"/>
            </a:endParaRPr>
          </a:p>
          <a:p>
            <a:pPr marL="2085340" lvl="2" indent="-419100">
              <a:lnSpc>
                <a:spcPct val="100000"/>
              </a:lnSpc>
              <a:spcBef>
                <a:spcPts val="895"/>
              </a:spcBef>
              <a:buSzPct val="50000"/>
              <a:buChar char="•"/>
              <a:tabLst>
                <a:tab pos="2084705" algn="l"/>
              </a:tabLst>
            </a:pPr>
            <a:r>
              <a:rPr sz="2400" spc="-250" dirty="0">
                <a:latin typeface="Tahoma"/>
                <a:cs typeface="Tahoma"/>
              </a:rPr>
              <a:t>Tên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55" dirty="0">
                <a:latin typeface="Tahoma"/>
                <a:cs typeface="Tahoma"/>
              </a:rPr>
              <a:t>id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30" dirty="0">
                <a:latin typeface="Tahoma"/>
                <a:cs typeface="Tahoma"/>
              </a:rPr>
              <a:t>có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110" dirty="0">
                <a:latin typeface="Tahoma"/>
                <a:cs typeface="Tahoma"/>
              </a:rPr>
              <a:t>thể</a:t>
            </a:r>
            <a:r>
              <a:rPr sz="2400" spc="-295" dirty="0">
                <a:latin typeface="Tahoma"/>
                <a:cs typeface="Tahoma"/>
              </a:rPr>
              <a:t> </a:t>
            </a:r>
            <a:r>
              <a:rPr sz="2400" spc="-140" dirty="0">
                <a:latin typeface="Tahoma"/>
                <a:cs typeface="Tahoma"/>
              </a:rPr>
              <a:t>dùng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145" dirty="0">
                <a:latin typeface="Tahoma"/>
                <a:cs typeface="Tahoma"/>
              </a:rPr>
              <a:t>trong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40" dirty="0">
                <a:latin typeface="Tahoma"/>
                <a:cs typeface="Tahoma"/>
              </a:rPr>
              <a:t>CSS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70" dirty="0">
                <a:latin typeface="Tahoma"/>
                <a:cs typeface="Tahoma"/>
              </a:rPr>
              <a:t>hoặc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110" dirty="0">
                <a:latin typeface="Tahoma"/>
                <a:cs typeface="Tahoma"/>
              </a:rPr>
              <a:t>JavaScript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120" dirty="0">
                <a:latin typeface="Tahoma"/>
                <a:cs typeface="Tahoma"/>
              </a:rPr>
              <a:t>để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80" dirty="0">
                <a:latin typeface="Tahoma"/>
                <a:cs typeface="Tahoma"/>
              </a:rPr>
              <a:t>thực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95" dirty="0">
                <a:latin typeface="Tahoma"/>
                <a:cs typeface="Tahoma"/>
              </a:rPr>
              <a:t>hiện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105" dirty="0">
                <a:latin typeface="Tahoma"/>
                <a:cs typeface="Tahoma"/>
              </a:rPr>
              <a:t>một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55" dirty="0">
                <a:latin typeface="Tahoma"/>
                <a:cs typeface="Tahoma"/>
              </a:rPr>
              <a:t>số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55" dirty="0">
                <a:latin typeface="Tahoma"/>
                <a:cs typeface="Tahoma"/>
              </a:rPr>
              <a:t>tác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160" dirty="0">
                <a:latin typeface="Tahoma"/>
                <a:cs typeface="Tahoma"/>
              </a:rPr>
              <a:t>vụ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120" dirty="0">
                <a:latin typeface="Tahoma"/>
                <a:cs typeface="Tahoma"/>
              </a:rPr>
              <a:t>nhất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100" dirty="0">
                <a:latin typeface="Tahoma"/>
                <a:cs typeface="Tahoma"/>
              </a:rPr>
              <a:t>định</a:t>
            </a:r>
            <a:r>
              <a:rPr sz="2400" spc="-290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cho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114" dirty="0">
                <a:latin typeface="Tahoma"/>
                <a:cs typeface="Tahoma"/>
              </a:rPr>
              <a:t>phần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110" dirty="0">
                <a:latin typeface="Tahoma"/>
                <a:cs typeface="Tahoma"/>
              </a:rPr>
              <a:t>tử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30" dirty="0">
                <a:latin typeface="Tahoma"/>
                <a:cs typeface="Tahoma"/>
              </a:rPr>
              <a:t>có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110" dirty="0">
                <a:latin typeface="Tahoma"/>
                <a:cs typeface="Tahoma"/>
              </a:rPr>
              <a:t>tên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55" dirty="0">
                <a:latin typeface="Tahoma"/>
                <a:cs typeface="Tahoma"/>
              </a:rPr>
              <a:t>id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đó.</a:t>
            </a:r>
            <a:endParaRPr sz="2400">
              <a:latin typeface="Tahoma"/>
              <a:cs typeface="Tahoma"/>
            </a:endParaRPr>
          </a:p>
          <a:p>
            <a:pPr marL="2085340" lvl="2" indent="-419100">
              <a:lnSpc>
                <a:spcPct val="100000"/>
              </a:lnSpc>
              <a:spcBef>
                <a:spcPts val="890"/>
              </a:spcBef>
              <a:buSzPct val="50000"/>
              <a:buChar char="•"/>
              <a:tabLst>
                <a:tab pos="2084705" algn="l"/>
              </a:tabLst>
            </a:pPr>
            <a:r>
              <a:rPr sz="2400" spc="-250" dirty="0">
                <a:latin typeface="Tahoma"/>
                <a:cs typeface="Tahoma"/>
              </a:rPr>
              <a:t>Tên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55" dirty="0">
                <a:latin typeface="Tahoma"/>
                <a:cs typeface="Tahoma"/>
              </a:rPr>
              <a:t>id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30" dirty="0">
                <a:latin typeface="Tahoma"/>
                <a:cs typeface="Tahoma"/>
              </a:rPr>
              <a:t>có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110" dirty="0">
                <a:latin typeface="Tahoma"/>
                <a:cs typeface="Tahoma"/>
              </a:rPr>
              <a:t>phân</a:t>
            </a:r>
            <a:r>
              <a:rPr sz="2400" spc="-290" dirty="0">
                <a:latin typeface="Tahoma"/>
                <a:cs typeface="Tahoma"/>
              </a:rPr>
              <a:t> </a:t>
            </a:r>
            <a:r>
              <a:rPr sz="2400" spc="-80" dirty="0">
                <a:latin typeface="Tahoma"/>
                <a:cs typeface="Tahoma"/>
              </a:rPr>
              <a:t>biệt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75" dirty="0">
                <a:latin typeface="Tahoma"/>
                <a:cs typeface="Tahoma"/>
              </a:rPr>
              <a:t>chữ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110" dirty="0">
                <a:latin typeface="Tahoma"/>
                <a:cs typeface="Tahoma"/>
              </a:rPr>
              <a:t>hoa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75" dirty="0">
                <a:latin typeface="Tahoma"/>
                <a:cs typeface="Tahoma"/>
              </a:rPr>
              <a:t>chữ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thường.</a:t>
            </a:r>
            <a:endParaRPr sz="2400">
              <a:latin typeface="Tahoma"/>
              <a:cs typeface="Tahoma"/>
            </a:endParaRPr>
          </a:p>
          <a:p>
            <a:pPr marL="2085340" lvl="2" indent="-419100">
              <a:lnSpc>
                <a:spcPct val="100000"/>
              </a:lnSpc>
              <a:spcBef>
                <a:spcPts val="895"/>
              </a:spcBef>
              <a:buSzPct val="50000"/>
              <a:buChar char="•"/>
              <a:tabLst>
                <a:tab pos="2084705" algn="l"/>
              </a:tabLst>
            </a:pPr>
            <a:r>
              <a:rPr sz="2400" spc="-114" dirty="0">
                <a:latin typeface="Tahoma"/>
                <a:cs typeface="Tahoma"/>
              </a:rPr>
              <a:t>Lưu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225" dirty="0">
                <a:latin typeface="Tahoma"/>
                <a:cs typeface="Tahoma"/>
              </a:rPr>
              <a:t>ý: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250" dirty="0">
                <a:latin typeface="Tahoma"/>
                <a:cs typeface="Tahoma"/>
              </a:rPr>
              <a:t>Tên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55" dirty="0">
                <a:latin typeface="Tahoma"/>
                <a:cs typeface="Tahoma"/>
              </a:rPr>
              <a:t>id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90" dirty="0">
                <a:latin typeface="Tahoma"/>
                <a:cs typeface="Tahoma"/>
              </a:rPr>
              <a:t>phải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90" dirty="0">
                <a:latin typeface="Tahoma"/>
                <a:cs typeface="Tahoma"/>
              </a:rPr>
              <a:t>chứa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55" dirty="0">
                <a:latin typeface="Tahoma"/>
                <a:cs typeface="Tahoma"/>
              </a:rPr>
              <a:t>ít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120" dirty="0">
                <a:latin typeface="Tahoma"/>
                <a:cs typeface="Tahoma"/>
              </a:rPr>
              <a:t>nhất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105" dirty="0">
                <a:latin typeface="Tahoma"/>
                <a:cs typeface="Tahoma"/>
              </a:rPr>
              <a:t>một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175" dirty="0">
                <a:latin typeface="Tahoma"/>
                <a:cs typeface="Tahoma"/>
              </a:rPr>
              <a:t>ký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155" dirty="0">
                <a:latin typeface="Tahoma"/>
                <a:cs typeface="Tahoma"/>
              </a:rPr>
              <a:t>tự,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150" dirty="0">
                <a:latin typeface="Tahoma"/>
                <a:cs typeface="Tahoma"/>
              </a:rPr>
              <a:t>không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85" dirty="0">
                <a:latin typeface="Tahoma"/>
                <a:cs typeface="Tahoma"/>
              </a:rPr>
              <a:t>được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100" dirty="0">
                <a:latin typeface="Tahoma"/>
                <a:cs typeface="Tahoma"/>
              </a:rPr>
              <a:t>bắt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114" dirty="0">
                <a:latin typeface="Tahoma"/>
                <a:cs typeface="Tahoma"/>
              </a:rPr>
              <a:t>đầu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135" dirty="0">
                <a:latin typeface="Tahoma"/>
                <a:cs typeface="Tahoma"/>
              </a:rPr>
              <a:t>bằng</a:t>
            </a:r>
            <a:r>
              <a:rPr sz="2400" spc="-290" dirty="0">
                <a:latin typeface="Tahoma"/>
                <a:cs typeface="Tahoma"/>
              </a:rPr>
              <a:t> </a:t>
            </a:r>
            <a:r>
              <a:rPr sz="2400" spc="-55" dirty="0">
                <a:latin typeface="Tahoma"/>
                <a:cs typeface="Tahoma"/>
              </a:rPr>
              <a:t>số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160" dirty="0">
                <a:latin typeface="Tahoma"/>
                <a:cs typeface="Tahoma"/>
              </a:rPr>
              <a:t>và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150" dirty="0">
                <a:latin typeface="Tahoma"/>
                <a:cs typeface="Tahoma"/>
              </a:rPr>
              <a:t>không</a:t>
            </a:r>
            <a:r>
              <a:rPr sz="2400" spc="-290" dirty="0">
                <a:latin typeface="Tahoma"/>
                <a:cs typeface="Tahoma"/>
              </a:rPr>
              <a:t> </a:t>
            </a:r>
            <a:r>
              <a:rPr sz="2400" spc="-85" dirty="0">
                <a:latin typeface="Tahoma"/>
                <a:cs typeface="Tahoma"/>
              </a:rPr>
              <a:t>được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90" dirty="0">
                <a:latin typeface="Tahoma"/>
                <a:cs typeface="Tahoma"/>
              </a:rPr>
              <a:t>chứa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140" dirty="0">
                <a:latin typeface="Tahoma"/>
                <a:cs typeface="Tahoma"/>
              </a:rPr>
              <a:t>khoảng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140" dirty="0">
                <a:latin typeface="Tahoma"/>
                <a:cs typeface="Tahoma"/>
              </a:rPr>
              <a:t>trắng</a:t>
            </a:r>
            <a:r>
              <a:rPr sz="2400" spc="-290" dirty="0">
                <a:latin typeface="Tahoma"/>
                <a:cs typeface="Tahoma"/>
              </a:rPr>
              <a:t> </a:t>
            </a:r>
            <a:r>
              <a:rPr sz="2400" spc="-125" dirty="0">
                <a:latin typeface="Tahoma"/>
                <a:cs typeface="Tahoma"/>
              </a:rPr>
              <a:t>(dấu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60" dirty="0">
                <a:latin typeface="Tahoma"/>
                <a:cs typeface="Tahoma"/>
              </a:rPr>
              <a:t>cách,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tab,...).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484" dirty="0"/>
              <a:t>CHƯƠNG</a:t>
            </a:r>
            <a:r>
              <a:rPr spc="-580" dirty="0"/>
              <a:t> </a:t>
            </a:r>
            <a:r>
              <a:rPr spc="-919" dirty="0"/>
              <a:t>II:</a:t>
            </a:r>
            <a:r>
              <a:rPr spc="-575" dirty="0"/>
              <a:t> </a:t>
            </a:r>
            <a:r>
              <a:rPr spc="-715" dirty="0"/>
              <a:t>HTML</a:t>
            </a:r>
            <a:r>
              <a:rPr spc="-585" dirty="0"/>
              <a:t> </a:t>
            </a:r>
            <a:r>
              <a:rPr spc="-905" dirty="0"/>
              <a:t>&amp;</a:t>
            </a:r>
            <a:r>
              <a:rPr spc="-580" dirty="0"/>
              <a:t> </a:t>
            </a:r>
            <a:r>
              <a:rPr spc="-715" dirty="0"/>
              <a:t>HTML5</a:t>
            </a:r>
            <a:endParaRPr spc="-715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  <p:sp>
        <p:nvSpPr>
          <p:cNvPr id="15" name="object 13"/>
          <p:cNvSpPr txBox="1">
            <a:spLocks noGrp="1"/>
          </p:cNvSpPr>
          <p:nvPr>
            <p:ph type="dt" sz="half" idx="6"/>
          </p:nvPr>
        </p:nvSpPr>
        <p:spPr>
          <a:xfrm>
            <a:off x="601345" y="10674350"/>
            <a:ext cx="5245100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85" dirty="0">
                <a:solidFill>
                  <a:schemeClr val="tx1"/>
                </a:solidFill>
              </a:rPr>
              <a:t>THIẾT </a:t>
            </a:r>
            <a:r>
              <a:rPr spc="-110" dirty="0">
                <a:solidFill>
                  <a:schemeClr val="tx1"/>
                </a:solidFill>
              </a:rPr>
              <a:t>KẾ</a:t>
            </a:r>
            <a:r>
              <a:rPr spc="-190" dirty="0">
                <a:solidFill>
                  <a:schemeClr val="tx1"/>
                </a:solidFill>
              </a:rPr>
              <a:t> </a:t>
            </a:r>
            <a:r>
              <a:rPr spc="-110" dirty="0">
                <a:solidFill>
                  <a:schemeClr val="tx1"/>
                </a:solidFill>
              </a:rPr>
              <a:t>WEB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VÀ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45" dirty="0">
                <a:solidFill>
                  <a:schemeClr val="tx1"/>
                </a:solidFill>
              </a:rPr>
              <a:t>TRIỂN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KHAI</a:t>
            </a:r>
            <a:r>
              <a:rPr spc="-200" dirty="0">
                <a:solidFill>
                  <a:schemeClr val="tx1"/>
                </a:solidFill>
              </a:rPr>
              <a:t> </a:t>
            </a:r>
            <a:r>
              <a:rPr spc="-80" dirty="0">
                <a:solidFill>
                  <a:schemeClr val="tx1"/>
                </a:solidFill>
              </a:rPr>
              <a:t>HỆ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95" dirty="0">
                <a:solidFill>
                  <a:schemeClr val="tx1"/>
                </a:solidFill>
              </a:rPr>
              <a:t>THỐNG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75" dirty="0">
                <a:solidFill>
                  <a:schemeClr val="tx1"/>
                </a:solidFill>
              </a:rPr>
              <a:t>PHẦN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25" dirty="0">
                <a:solidFill>
                  <a:schemeClr val="tx1"/>
                </a:solidFill>
              </a:rPr>
              <a:t>MỀM</a:t>
            </a:r>
            <a:endParaRPr spc="-20" dirty="0">
              <a:solidFill>
                <a:schemeClr val="tx1"/>
              </a:solidFill>
            </a:endParaRPr>
          </a:p>
        </p:txBody>
      </p:sp>
      <p:sp>
        <p:nvSpPr>
          <p:cNvPr id="16" name="object 6"/>
          <p:cNvSpPr/>
          <p:nvPr/>
        </p:nvSpPr>
        <p:spPr>
          <a:xfrm>
            <a:off x="523544" y="10447221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8063A1"/>
            </a:solidFill>
          </a:ln>
        </p:spPr>
        <p:txBody>
          <a:bodyPr wrap="square" lIns="0" tIns="0" rIns="0" bIns="0" rtlCol="0"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71926" y="2201978"/>
            <a:ext cx="9552239" cy="2845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08050" y="2530475"/>
            <a:ext cx="9975850" cy="6792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36750">
              <a:lnSpc>
                <a:spcPct val="100000"/>
              </a:lnSpc>
              <a:spcBef>
                <a:spcPts val="100"/>
              </a:spcBef>
            </a:pPr>
            <a:r>
              <a:rPr sz="4400" b="1" spc="-465" dirty="0">
                <a:latin typeface="Tahoma"/>
                <a:cs typeface="Tahoma"/>
              </a:rPr>
              <a:t>2.3</a:t>
            </a:r>
            <a:r>
              <a:rPr sz="4400" b="1" spc="-495" dirty="0">
                <a:latin typeface="Tahoma"/>
                <a:cs typeface="Tahoma"/>
              </a:rPr>
              <a:t> </a:t>
            </a:r>
            <a:r>
              <a:rPr sz="4400" b="1" spc="-265" dirty="0">
                <a:latin typeface="Tahoma"/>
                <a:cs typeface="Tahoma"/>
              </a:rPr>
              <a:t>Các</a:t>
            </a:r>
            <a:r>
              <a:rPr sz="4400" b="1" spc="-490" dirty="0">
                <a:latin typeface="Tahoma"/>
                <a:cs typeface="Tahoma"/>
              </a:rPr>
              <a:t> </a:t>
            </a:r>
            <a:r>
              <a:rPr sz="4400" b="1" spc="-459" dirty="0">
                <a:latin typeface="Tahoma"/>
                <a:cs typeface="Tahoma"/>
              </a:rPr>
              <a:t>thẻ</a:t>
            </a:r>
            <a:r>
              <a:rPr sz="4400" b="1" spc="-495" dirty="0">
                <a:latin typeface="Tahoma"/>
                <a:cs typeface="Tahoma"/>
              </a:rPr>
              <a:t> </a:t>
            </a:r>
            <a:r>
              <a:rPr sz="4400" b="1" spc="-630" dirty="0">
                <a:latin typeface="Tahoma"/>
                <a:cs typeface="Tahoma"/>
              </a:rPr>
              <a:t>HTML</a:t>
            </a:r>
            <a:r>
              <a:rPr sz="4400" b="1" spc="-490" dirty="0">
                <a:latin typeface="Tahoma"/>
                <a:cs typeface="Tahoma"/>
              </a:rPr>
              <a:t> </a:t>
            </a:r>
            <a:r>
              <a:rPr sz="4400" b="1" spc="-545" dirty="0">
                <a:latin typeface="Tahoma"/>
                <a:cs typeface="Tahoma"/>
              </a:rPr>
              <a:t>thông</a:t>
            </a:r>
            <a:r>
              <a:rPr sz="4400" b="1" spc="-500" dirty="0">
                <a:latin typeface="Tahoma"/>
                <a:cs typeface="Tahoma"/>
              </a:rPr>
              <a:t> </a:t>
            </a:r>
            <a:r>
              <a:rPr sz="4400" b="1" spc="-580" dirty="0">
                <a:latin typeface="Tahoma"/>
                <a:cs typeface="Tahoma"/>
              </a:rPr>
              <a:t>dụng</a:t>
            </a:r>
            <a:endParaRPr sz="4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4400">
              <a:latin typeface="Tahoma"/>
              <a:cs typeface="Tahoma"/>
            </a:endParaRPr>
          </a:p>
          <a:p>
            <a:pPr marL="641985" indent="-629285">
              <a:lnSpc>
                <a:spcPct val="100000"/>
              </a:lnSpc>
              <a:buSzPct val="59000"/>
              <a:buFont typeface="Wingdings"/>
              <a:buChar char=""/>
              <a:tabLst>
                <a:tab pos="641985" algn="l"/>
              </a:tabLst>
            </a:pPr>
            <a:r>
              <a:rPr sz="3300" b="1" dirty="0">
                <a:latin typeface="Arial" panose="020B0604020202020204"/>
                <a:cs typeface="Arial" panose="020B0604020202020204"/>
              </a:rPr>
              <a:t>Thuộc</a:t>
            </a:r>
            <a:r>
              <a:rPr sz="3300" b="1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3300" b="1" dirty="0">
                <a:latin typeface="Arial" panose="020B0604020202020204"/>
                <a:cs typeface="Arial" panose="020B0604020202020204"/>
              </a:rPr>
              <a:t>tính</a:t>
            </a:r>
            <a:r>
              <a:rPr sz="3300" b="1" spc="-50" dirty="0">
                <a:latin typeface="Arial" panose="020B0604020202020204"/>
                <a:cs typeface="Arial" panose="020B0604020202020204"/>
              </a:rPr>
              <a:t> </a:t>
            </a:r>
            <a:r>
              <a:rPr sz="3300" b="1" dirty="0">
                <a:latin typeface="Arial" panose="020B0604020202020204"/>
                <a:cs typeface="Arial" panose="020B0604020202020204"/>
              </a:rPr>
              <a:t>class</a:t>
            </a:r>
            <a:r>
              <a:rPr sz="3300" b="1" spc="-65" dirty="0">
                <a:latin typeface="Arial" panose="020B0604020202020204"/>
                <a:cs typeface="Arial" panose="020B0604020202020204"/>
              </a:rPr>
              <a:t> </a:t>
            </a:r>
            <a:r>
              <a:rPr sz="3300" b="1" dirty="0">
                <a:latin typeface="Arial" panose="020B0604020202020204"/>
                <a:cs typeface="Arial" panose="020B0604020202020204"/>
              </a:rPr>
              <a:t>và</a:t>
            </a:r>
            <a:r>
              <a:rPr sz="3300" b="1" spc="-55" dirty="0">
                <a:latin typeface="Arial" panose="020B0604020202020204"/>
                <a:cs typeface="Arial" panose="020B0604020202020204"/>
              </a:rPr>
              <a:t> </a:t>
            </a:r>
            <a:r>
              <a:rPr sz="3300" b="1" spc="-25" dirty="0">
                <a:latin typeface="Arial" panose="020B0604020202020204"/>
                <a:cs typeface="Arial" panose="020B0604020202020204"/>
              </a:rPr>
              <a:t>id:</a:t>
            </a:r>
            <a:endParaRPr sz="3300">
              <a:latin typeface="Arial" panose="020B0604020202020204"/>
              <a:cs typeface="Arial" panose="020B0604020202020204"/>
            </a:endParaRPr>
          </a:p>
          <a:p>
            <a:pPr marL="1331595" lvl="1" indent="-525145">
              <a:lnSpc>
                <a:spcPct val="100000"/>
              </a:lnSpc>
              <a:spcBef>
                <a:spcPts val="1790"/>
              </a:spcBef>
              <a:buSzPct val="46000"/>
              <a:buChar char="•"/>
              <a:tabLst>
                <a:tab pos="1331595" algn="l"/>
              </a:tabLst>
            </a:pPr>
            <a:r>
              <a:rPr sz="2600" spc="-150" dirty="0">
                <a:latin typeface="Tahoma"/>
                <a:cs typeface="Tahoma"/>
              </a:rPr>
              <a:t>Quy</a:t>
            </a:r>
            <a:r>
              <a:rPr sz="2600" spc="-300" dirty="0">
                <a:latin typeface="Tahoma"/>
                <a:cs typeface="Tahoma"/>
              </a:rPr>
              <a:t> </a:t>
            </a:r>
            <a:r>
              <a:rPr sz="2600" spc="-55" dirty="0">
                <a:latin typeface="Tahoma"/>
                <a:cs typeface="Tahoma"/>
              </a:rPr>
              <a:t>tắc</a:t>
            </a:r>
            <a:r>
              <a:rPr sz="2600" spc="-295" dirty="0">
                <a:latin typeface="Tahoma"/>
                <a:cs typeface="Tahoma"/>
              </a:rPr>
              <a:t> </a:t>
            </a:r>
            <a:r>
              <a:rPr sz="2600" spc="-114" dirty="0">
                <a:latin typeface="Tahoma"/>
                <a:cs typeface="Tahoma"/>
              </a:rPr>
              <a:t>đặt</a:t>
            </a:r>
            <a:r>
              <a:rPr sz="2600" spc="-300" dirty="0">
                <a:latin typeface="Tahoma"/>
                <a:cs typeface="Tahoma"/>
              </a:rPr>
              <a:t> </a:t>
            </a:r>
            <a:r>
              <a:rPr sz="2600" spc="-20" dirty="0">
                <a:latin typeface="Tahoma"/>
                <a:cs typeface="Tahoma"/>
              </a:rPr>
              <a:t>tên:</a:t>
            </a:r>
            <a:endParaRPr sz="2600">
              <a:latin typeface="Tahoma"/>
              <a:cs typeface="Tahoma"/>
            </a:endParaRPr>
          </a:p>
          <a:p>
            <a:pPr marL="2085340" lvl="2" indent="-419100">
              <a:lnSpc>
                <a:spcPct val="100000"/>
              </a:lnSpc>
              <a:spcBef>
                <a:spcPts val="1530"/>
              </a:spcBef>
              <a:buSzPct val="50000"/>
              <a:buChar char="•"/>
              <a:tabLst>
                <a:tab pos="2084705" algn="l"/>
              </a:tabLst>
            </a:pPr>
            <a:r>
              <a:rPr sz="2400" dirty="0">
                <a:latin typeface="Tahoma"/>
                <a:cs typeface="Tahoma"/>
              </a:rPr>
              <a:t>Các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175" dirty="0">
                <a:latin typeface="Tahoma"/>
                <a:cs typeface="Tahoma"/>
              </a:rPr>
              <a:t>ký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110" dirty="0">
                <a:latin typeface="Tahoma"/>
                <a:cs typeface="Tahoma"/>
              </a:rPr>
              <a:t>tự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35" dirty="0">
                <a:latin typeface="Tahoma"/>
                <a:cs typeface="Tahoma"/>
              </a:rPr>
              <a:t>là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75" dirty="0">
                <a:latin typeface="Tahoma"/>
                <a:cs typeface="Tahoma"/>
              </a:rPr>
              <a:t>chữ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30" dirty="0">
                <a:latin typeface="Tahoma"/>
                <a:cs typeface="Tahoma"/>
              </a:rPr>
              <a:t>cái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105" dirty="0">
                <a:latin typeface="Tahoma"/>
                <a:cs typeface="Tahoma"/>
              </a:rPr>
              <a:t>viết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155" dirty="0">
                <a:latin typeface="Tahoma"/>
                <a:cs typeface="Tahoma"/>
              </a:rPr>
              <a:t>thường:</a:t>
            </a:r>
            <a:r>
              <a:rPr sz="2400" spc="-295" dirty="0">
                <a:latin typeface="Tahoma"/>
                <a:cs typeface="Tahoma"/>
              </a:rPr>
              <a:t> </a:t>
            </a:r>
            <a:r>
              <a:rPr sz="2400" spc="-110" dirty="0">
                <a:latin typeface="Tahoma"/>
                <a:cs typeface="Tahoma"/>
              </a:rPr>
              <a:t>từ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95" dirty="0">
                <a:latin typeface="Tahoma"/>
                <a:cs typeface="Tahoma"/>
              </a:rPr>
              <a:t>a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570" dirty="0">
                <a:latin typeface="Tahoma"/>
                <a:cs typeface="Tahoma"/>
              </a:rPr>
              <a:t>→z</a:t>
            </a:r>
            <a:endParaRPr sz="2400">
              <a:latin typeface="Tahoma"/>
              <a:cs typeface="Tahoma"/>
            </a:endParaRPr>
          </a:p>
          <a:p>
            <a:pPr marL="2085340" lvl="2" indent="-419100">
              <a:lnSpc>
                <a:spcPct val="100000"/>
              </a:lnSpc>
              <a:spcBef>
                <a:spcPts val="1475"/>
              </a:spcBef>
              <a:buSzPct val="50000"/>
              <a:buChar char="•"/>
              <a:tabLst>
                <a:tab pos="2084705" algn="l"/>
              </a:tabLst>
            </a:pPr>
            <a:r>
              <a:rPr sz="2400" dirty="0">
                <a:latin typeface="Tahoma"/>
                <a:cs typeface="Tahoma"/>
              </a:rPr>
              <a:t>Các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175" dirty="0">
                <a:latin typeface="Tahoma"/>
                <a:cs typeface="Tahoma"/>
              </a:rPr>
              <a:t>ký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110" dirty="0">
                <a:latin typeface="Tahoma"/>
                <a:cs typeface="Tahoma"/>
              </a:rPr>
              <a:t>tự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35" dirty="0">
                <a:latin typeface="Tahoma"/>
                <a:cs typeface="Tahoma"/>
              </a:rPr>
              <a:t>là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75" dirty="0">
                <a:latin typeface="Tahoma"/>
                <a:cs typeface="Tahoma"/>
              </a:rPr>
              <a:t>chữ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30" dirty="0">
                <a:latin typeface="Tahoma"/>
                <a:cs typeface="Tahoma"/>
              </a:rPr>
              <a:t>cái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105" dirty="0">
                <a:latin typeface="Tahoma"/>
                <a:cs typeface="Tahoma"/>
              </a:rPr>
              <a:t>viết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140" dirty="0">
                <a:latin typeface="Tahoma"/>
                <a:cs typeface="Tahoma"/>
              </a:rPr>
              <a:t>hoa: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110" dirty="0">
                <a:latin typeface="Tahoma"/>
                <a:cs typeface="Tahoma"/>
              </a:rPr>
              <a:t>từ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165" dirty="0">
                <a:latin typeface="Tahoma"/>
                <a:cs typeface="Tahoma"/>
              </a:rPr>
              <a:t>A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960" dirty="0">
                <a:latin typeface="Tahoma"/>
                <a:cs typeface="Tahoma"/>
              </a:rPr>
              <a:t>→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Z</a:t>
            </a:r>
            <a:endParaRPr sz="2400">
              <a:latin typeface="Tahoma"/>
              <a:cs typeface="Tahoma"/>
            </a:endParaRPr>
          </a:p>
          <a:p>
            <a:pPr marL="2085340" lvl="2" indent="-419100">
              <a:lnSpc>
                <a:spcPct val="100000"/>
              </a:lnSpc>
              <a:spcBef>
                <a:spcPts val="1475"/>
              </a:spcBef>
              <a:buSzPct val="50000"/>
              <a:buChar char="•"/>
              <a:tabLst>
                <a:tab pos="2084705" algn="l"/>
              </a:tabLst>
            </a:pPr>
            <a:r>
              <a:rPr sz="2400" dirty="0">
                <a:latin typeface="Tahoma"/>
                <a:cs typeface="Tahoma"/>
              </a:rPr>
              <a:t>Các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175" dirty="0">
                <a:latin typeface="Tahoma"/>
                <a:cs typeface="Tahoma"/>
              </a:rPr>
              <a:t>ký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110" dirty="0">
                <a:latin typeface="Tahoma"/>
                <a:cs typeface="Tahoma"/>
              </a:rPr>
              <a:t>tự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35" dirty="0">
                <a:latin typeface="Tahoma"/>
                <a:cs typeface="Tahoma"/>
              </a:rPr>
              <a:t>là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75" dirty="0">
                <a:latin typeface="Tahoma"/>
                <a:cs typeface="Tahoma"/>
              </a:rPr>
              <a:t>chữ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120" dirty="0">
                <a:latin typeface="Tahoma"/>
                <a:cs typeface="Tahoma"/>
              </a:rPr>
              <a:t>số:</a:t>
            </a:r>
            <a:r>
              <a:rPr sz="2400" spc="-285" dirty="0">
                <a:latin typeface="Tahoma"/>
                <a:cs typeface="Tahoma"/>
              </a:rPr>
              <a:t> </a:t>
            </a:r>
            <a:r>
              <a:rPr sz="2400" spc="-110" dirty="0">
                <a:latin typeface="Tahoma"/>
                <a:cs typeface="Tahoma"/>
              </a:rPr>
              <a:t>từ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100" dirty="0">
                <a:latin typeface="Tahoma"/>
                <a:cs typeface="Tahoma"/>
              </a:rPr>
              <a:t>0</a:t>
            </a:r>
            <a:r>
              <a:rPr sz="2400" spc="-295" dirty="0">
                <a:latin typeface="Tahoma"/>
                <a:cs typeface="Tahoma"/>
              </a:rPr>
              <a:t> </a:t>
            </a:r>
            <a:r>
              <a:rPr sz="2400" spc="-960" dirty="0">
                <a:latin typeface="Tahoma"/>
                <a:cs typeface="Tahoma"/>
              </a:rPr>
              <a:t>→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9</a:t>
            </a:r>
            <a:endParaRPr sz="2400">
              <a:latin typeface="Tahoma"/>
              <a:cs typeface="Tahoma"/>
            </a:endParaRPr>
          </a:p>
          <a:p>
            <a:pPr marL="2085340" lvl="2" indent="-419100">
              <a:lnSpc>
                <a:spcPct val="100000"/>
              </a:lnSpc>
              <a:spcBef>
                <a:spcPts val="1475"/>
              </a:spcBef>
              <a:buSzPct val="50000"/>
              <a:buChar char="•"/>
              <a:tabLst>
                <a:tab pos="2084705" algn="l"/>
              </a:tabLst>
            </a:pPr>
            <a:r>
              <a:rPr sz="2400" spc="-110" dirty="0">
                <a:latin typeface="Tahoma"/>
                <a:cs typeface="Tahoma"/>
              </a:rPr>
              <a:t>Dấu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110" dirty="0">
                <a:latin typeface="Tahoma"/>
                <a:cs typeface="Tahoma"/>
              </a:rPr>
              <a:t>gạch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120" dirty="0">
                <a:latin typeface="Tahoma"/>
                <a:cs typeface="Tahoma"/>
              </a:rPr>
              <a:t>dưới: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365" dirty="0">
                <a:latin typeface="Tahoma"/>
                <a:cs typeface="Tahoma"/>
              </a:rPr>
              <a:t>_</a:t>
            </a:r>
            <a:endParaRPr sz="2400">
              <a:latin typeface="Tahoma"/>
              <a:cs typeface="Tahoma"/>
            </a:endParaRPr>
          </a:p>
          <a:p>
            <a:pPr marL="2085340" lvl="2" indent="-419100">
              <a:lnSpc>
                <a:spcPct val="100000"/>
              </a:lnSpc>
              <a:spcBef>
                <a:spcPts val="1470"/>
              </a:spcBef>
              <a:buSzPct val="50000"/>
              <a:buChar char="•"/>
              <a:tabLst>
                <a:tab pos="2084705" algn="l"/>
              </a:tabLst>
            </a:pPr>
            <a:r>
              <a:rPr sz="2400" spc="-110" dirty="0">
                <a:latin typeface="Tahoma"/>
                <a:cs typeface="Tahoma"/>
              </a:rPr>
              <a:t>Dấu</a:t>
            </a:r>
            <a:r>
              <a:rPr sz="2400" spc="-265" dirty="0">
                <a:latin typeface="Tahoma"/>
                <a:cs typeface="Tahoma"/>
              </a:rPr>
              <a:t> </a:t>
            </a:r>
            <a:r>
              <a:rPr sz="2400" spc="-110" dirty="0">
                <a:latin typeface="Tahoma"/>
                <a:cs typeface="Tahoma"/>
              </a:rPr>
              <a:t>gạch</a:t>
            </a:r>
            <a:r>
              <a:rPr sz="2400" spc="-265" dirty="0">
                <a:latin typeface="Tahoma"/>
                <a:cs typeface="Tahoma"/>
              </a:rPr>
              <a:t> </a:t>
            </a:r>
            <a:r>
              <a:rPr sz="2400" spc="-125" dirty="0">
                <a:latin typeface="Tahoma"/>
                <a:cs typeface="Tahoma"/>
              </a:rPr>
              <a:t>nối: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-</a:t>
            </a:r>
            <a:endParaRPr sz="2400">
              <a:latin typeface="Tahoma"/>
              <a:cs typeface="Tahoma"/>
            </a:endParaRPr>
          </a:p>
          <a:p>
            <a:pPr marL="2085340" lvl="2" indent="-419100">
              <a:lnSpc>
                <a:spcPct val="100000"/>
              </a:lnSpc>
              <a:spcBef>
                <a:spcPts val="1475"/>
              </a:spcBef>
              <a:buSzPct val="50000"/>
              <a:buChar char="•"/>
              <a:tabLst>
                <a:tab pos="2084705" algn="l"/>
              </a:tabLst>
            </a:pPr>
            <a:r>
              <a:rPr sz="2400" spc="-114" dirty="0">
                <a:latin typeface="Tahoma"/>
                <a:cs typeface="Tahoma"/>
              </a:rPr>
              <a:t>Lưu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225" dirty="0">
                <a:latin typeface="Tahoma"/>
                <a:cs typeface="Tahoma"/>
              </a:rPr>
              <a:t>ý: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250" dirty="0">
                <a:latin typeface="Tahoma"/>
                <a:cs typeface="Tahoma"/>
              </a:rPr>
              <a:t>Tên</a:t>
            </a:r>
            <a:r>
              <a:rPr sz="2400" spc="-290" dirty="0">
                <a:latin typeface="Tahoma"/>
                <a:cs typeface="Tahoma"/>
              </a:rPr>
              <a:t> </a:t>
            </a:r>
            <a:r>
              <a:rPr sz="2400" spc="-55" dirty="0">
                <a:latin typeface="Tahoma"/>
                <a:cs typeface="Tahoma"/>
              </a:rPr>
              <a:t>id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160" dirty="0">
                <a:latin typeface="Tahoma"/>
                <a:cs typeface="Tahoma"/>
              </a:rPr>
              <a:t>và</a:t>
            </a:r>
            <a:r>
              <a:rPr sz="2400" spc="-270" dirty="0">
                <a:latin typeface="Tahoma"/>
                <a:cs typeface="Tahoma"/>
              </a:rPr>
              <a:t> </a:t>
            </a:r>
            <a:r>
              <a:rPr sz="2400" spc="-110" dirty="0">
                <a:latin typeface="Tahoma"/>
                <a:cs typeface="Tahoma"/>
              </a:rPr>
              <a:t>tên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class</a:t>
            </a:r>
            <a:r>
              <a:rPr sz="2400" spc="-280" dirty="0">
                <a:latin typeface="Tahoma"/>
                <a:cs typeface="Tahoma"/>
              </a:rPr>
              <a:t> </a:t>
            </a:r>
            <a:r>
              <a:rPr sz="2400" spc="-130" dirty="0">
                <a:latin typeface="Tahoma"/>
                <a:cs typeface="Tahoma"/>
              </a:rPr>
              <a:t>tuyệt</a:t>
            </a:r>
            <a:r>
              <a:rPr sz="2400" spc="-275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đối:</a:t>
            </a:r>
            <a:endParaRPr sz="2400">
              <a:latin typeface="Tahoma"/>
              <a:cs typeface="Tahoma"/>
            </a:endParaRPr>
          </a:p>
          <a:p>
            <a:pPr marL="2839720" lvl="3" indent="-419735">
              <a:lnSpc>
                <a:spcPct val="100000"/>
              </a:lnSpc>
              <a:spcBef>
                <a:spcPts val="1330"/>
              </a:spcBef>
              <a:buSzPct val="62000"/>
              <a:buChar char="•"/>
              <a:tabLst>
                <a:tab pos="2839720" algn="l"/>
              </a:tabLst>
            </a:pPr>
            <a:r>
              <a:rPr sz="1950" spc="-114" dirty="0">
                <a:latin typeface="Tahoma"/>
                <a:cs typeface="Tahoma"/>
              </a:rPr>
              <a:t>Không</a:t>
            </a:r>
            <a:r>
              <a:rPr sz="1950" spc="-229" dirty="0">
                <a:latin typeface="Tahoma"/>
                <a:cs typeface="Tahoma"/>
              </a:rPr>
              <a:t> </a:t>
            </a:r>
            <a:r>
              <a:rPr sz="1950" spc="-65" dirty="0">
                <a:latin typeface="Tahoma"/>
                <a:cs typeface="Tahoma"/>
              </a:rPr>
              <a:t>chứa</a:t>
            </a:r>
            <a:r>
              <a:rPr sz="1950" spc="-225" dirty="0">
                <a:latin typeface="Tahoma"/>
                <a:cs typeface="Tahoma"/>
              </a:rPr>
              <a:t> </a:t>
            </a:r>
            <a:r>
              <a:rPr sz="1950" dirty="0">
                <a:latin typeface="Tahoma"/>
                <a:cs typeface="Tahoma"/>
              </a:rPr>
              <a:t>các</a:t>
            </a:r>
            <a:r>
              <a:rPr sz="1950" spc="-225" dirty="0">
                <a:latin typeface="Tahoma"/>
                <a:cs typeface="Tahoma"/>
              </a:rPr>
              <a:t> </a:t>
            </a:r>
            <a:r>
              <a:rPr sz="1950" spc="-135" dirty="0">
                <a:latin typeface="Tahoma"/>
                <a:cs typeface="Tahoma"/>
              </a:rPr>
              <a:t>ký</a:t>
            </a:r>
            <a:r>
              <a:rPr sz="1950" spc="-235" dirty="0">
                <a:latin typeface="Tahoma"/>
                <a:cs typeface="Tahoma"/>
              </a:rPr>
              <a:t> </a:t>
            </a:r>
            <a:r>
              <a:rPr sz="1950" spc="-95" dirty="0">
                <a:latin typeface="Tahoma"/>
                <a:cs typeface="Tahoma"/>
              </a:rPr>
              <a:t>tự</a:t>
            </a:r>
            <a:r>
              <a:rPr sz="1950" spc="-235" dirty="0">
                <a:latin typeface="Tahoma"/>
                <a:cs typeface="Tahoma"/>
              </a:rPr>
              <a:t> </a:t>
            </a:r>
            <a:r>
              <a:rPr sz="1950" spc="-50" dirty="0">
                <a:latin typeface="Tahoma"/>
                <a:cs typeface="Tahoma"/>
              </a:rPr>
              <a:t>đặc</a:t>
            </a:r>
            <a:r>
              <a:rPr sz="1950" spc="-225" dirty="0">
                <a:latin typeface="Tahoma"/>
                <a:cs typeface="Tahoma"/>
              </a:rPr>
              <a:t> </a:t>
            </a:r>
            <a:r>
              <a:rPr sz="1950" spc="-65" dirty="0">
                <a:latin typeface="Tahoma"/>
                <a:cs typeface="Tahoma"/>
              </a:rPr>
              <a:t>biệt</a:t>
            </a:r>
            <a:r>
              <a:rPr sz="1950" spc="-229" dirty="0">
                <a:latin typeface="Tahoma"/>
                <a:cs typeface="Tahoma"/>
              </a:rPr>
              <a:t> </a:t>
            </a:r>
            <a:r>
              <a:rPr sz="1950" spc="-120" dirty="0">
                <a:latin typeface="Tahoma"/>
                <a:cs typeface="Tahoma"/>
              </a:rPr>
              <a:t>(ví</a:t>
            </a:r>
            <a:r>
              <a:rPr sz="1950" spc="-220" dirty="0">
                <a:latin typeface="Tahoma"/>
                <a:cs typeface="Tahoma"/>
              </a:rPr>
              <a:t> </a:t>
            </a:r>
            <a:r>
              <a:rPr sz="1950" spc="-85" dirty="0">
                <a:latin typeface="Tahoma"/>
                <a:cs typeface="Tahoma"/>
              </a:rPr>
              <a:t>dụ</a:t>
            </a:r>
            <a:r>
              <a:rPr sz="1950" spc="-229" dirty="0">
                <a:latin typeface="Tahoma"/>
                <a:cs typeface="Tahoma"/>
              </a:rPr>
              <a:t> </a:t>
            </a:r>
            <a:r>
              <a:rPr sz="1950" spc="-100" dirty="0">
                <a:latin typeface="Tahoma"/>
                <a:cs typeface="Tahoma"/>
              </a:rPr>
              <a:t>như</a:t>
            </a:r>
            <a:r>
              <a:rPr sz="1950" spc="-225" dirty="0">
                <a:latin typeface="Tahoma"/>
                <a:cs typeface="Tahoma"/>
              </a:rPr>
              <a:t> </a:t>
            </a:r>
            <a:r>
              <a:rPr sz="1950" spc="-10" dirty="0">
                <a:latin typeface="Tahoma"/>
                <a:cs typeface="Tahoma"/>
              </a:rPr>
              <a:t>!</a:t>
            </a:r>
            <a:r>
              <a:rPr sz="1950" spc="-225" dirty="0">
                <a:latin typeface="Tahoma"/>
                <a:cs typeface="Tahoma"/>
              </a:rPr>
              <a:t> </a:t>
            </a:r>
            <a:r>
              <a:rPr sz="1950" spc="-204" dirty="0">
                <a:latin typeface="Tahoma"/>
                <a:cs typeface="Tahoma"/>
              </a:rPr>
              <a:t>@</a:t>
            </a:r>
            <a:r>
              <a:rPr sz="1950" spc="-225" dirty="0">
                <a:latin typeface="Tahoma"/>
                <a:cs typeface="Tahoma"/>
              </a:rPr>
              <a:t> </a:t>
            </a:r>
            <a:r>
              <a:rPr sz="1950" spc="-440" dirty="0">
                <a:latin typeface="Tahoma"/>
                <a:cs typeface="Tahoma"/>
              </a:rPr>
              <a:t>#</a:t>
            </a:r>
            <a:r>
              <a:rPr sz="1950" spc="-225" dirty="0">
                <a:latin typeface="Tahoma"/>
                <a:cs typeface="Tahoma"/>
              </a:rPr>
              <a:t> </a:t>
            </a:r>
            <a:r>
              <a:rPr sz="1950" spc="-70" dirty="0">
                <a:latin typeface="Tahoma"/>
                <a:cs typeface="Tahoma"/>
              </a:rPr>
              <a:t>$</a:t>
            </a:r>
            <a:r>
              <a:rPr sz="1950" spc="-225" dirty="0">
                <a:latin typeface="Tahoma"/>
                <a:cs typeface="Tahoma"/>
              </a:rPr>
              <a:t> </a:t>
            </a:r>
            <a:r>
              <a:rPr sz="1950" spc="-400" dirty="0">
                <a:latin typeface="Tahoma"/>
                <a:cs typeface="Tahoma"/>
              </a:rPr>
              <a:t>%</a:t>
            </a:r>
            <a:r>
              <a:rPr sz="1950" spc="-225" dirty="0">
                <a:latin typeface="Tahoma"/>
                <a:cs typeface="Tahoma"/>
              </a:rPr>
              <a:t> </a:t>
            </a:r>
            <a:r>
              <a:rPr sz="1950" spc="-409" dirty="0">
                <a:latin typeface="Tahoma"/>
                <a:cs typeface="Tahoma"/>
              </a:rPr>
              <a:t>^</a:t>
            </a:r>
            <a:r>
              <a:rPr sz="1950" spc="-225" dirty="0">
                <a:latin typeface="Tahoma"/>
                <a:cs typeface="Tahoma"/>
              </a:rPr>
              <a:t> </a:t>
            </a:r>
            <a:r>
              <a:rPr sz="1950" spc="-25" dirty="0">
                <a:latin typeface="Tahoma"/>
                <a:cs typeface="Tahoma"/>
              </a:rPr>
              <a:t>&amp;)</a:t>
            </a:r>
            <a:endParaRPr sz="1950">
              <a:latin typeface="Tahoma"/>
              <a:cs typeface="Tahoma"/>
            </a:endParaRPr>
          </a:p>
          <a:p>
            <a:pPr marL="2839720" lvl="3" indent="-419735">
              <a:lnSpc>
                <a:spcPct val="100000"/>
              </a:lnSpc>
              <a:spcBef>
                <a:spcPts val="1220"/>
              </a:spcBef>
              <a:buSzPct val="62000"/>
              <a:buChar char="•"/>
              <a:tabLst>
                <a:tab pos="2839720" algn="l"/>
              </a:tabLst>
            </a:pPr>
            <a:r>
              <a:rPr sz="1950" spc="-114" dirty="0">
                <a:latin typeface="Tahoma"/>
                <a:cs typeface="Tahoma"/>
              </a:rPr>
              <a:t>Không</a:t>
            </a:r>
            <a:r>
              <a:rPr sz="1950" spc="-229" dirty="0">
                <a:latin typeface="Tahoma"/>
                <a:cs typeface="Tahoma"/>
              </a:rPr>
              <a:t> </a:t>
            </a:r>
            <a:r>
              <a:rPr sz="1950" spc="-75" dirty="0">
                <a:latin typeface="Tahoma"/>
                <a:cs typeface="Tahoma"/>
              </a:rPr>
              <a:t>bắt</a:t>
            </a:r>
            <a:r>
              <a:rPr sz="1950" spc="-225" dirty="0">
                <a:latin typeface="Tahoma"/>
                <a:cs typeface="Tahoma"/>
              </a:rPr>
              <a:t> </a:t>
            </a:r>
            <a:r>
              <a:rPr sz="1950" spc="-100" dirty="0">
                <a:latin typeface="Tahoma"/>
                <a:cs typeface="Tahoma"/>
              </a:rPr>
              <a:t>đầu</a:t>
            </a:r>
            <a:r>
              <a:rPr sz="1950" spc="-225" dirty="0">
                <a:latin typeface="Tahoma"/>
                <a:cs typeface="Tahoma"/>
              </a:rPr>
              <a:t> </a:t>
            </a:r>
            <a:r>
              <a:rPr sz="1950" spc="-30" dirty="0">
                <a:latin typeface="Tahoma"/>
                <a:cs typeface="Tahoma"/>
              </a:rPr>
              <a:t>là</a:t>
            </a:r>
            <a:r>
              <a:rPr sz="1950" spc="-225" dirty="0">
                <a:latin typeface="Tahoma"/>
                <a:cs typeface="Tahoma"/>
              </a:rPr>
              <a:t> </a:t>
            </a:r>
            <a:r>
              <a:rPr sz="1950" spc="-85" dirty="0">
                <a:latin typeface="Tahoma"/>
                <a:cs typeface="Tahoma"/>
              </a:rPr>
              <a:t>một</a:t>
            </a:r>
            <a:r>
              <a:rPr sz="1950" spc="-220" dirty="0">
                <a:latin typeface="Tahoma"/>
                <a:cs typeface="Tahoma"/>
              </a:rPr>
              <a:t> </a:t>
            </a:r>
            <a:r>
              <a:rPr sz="1950" spc="-45" dirty="0">
                <a:latin typeface="Tahoma"/>
                <a:cs typeface="Tahoma"/>
              </a:rPr>
              <a:t>số</a:t>
            </a:r>
            <a:r>
              <a:rPr sz="1950" spc="-225" dirty="0">
                <a:latin typeface="Tahoma"/>
                <a:cs typeface="Tahoma"/>
              </a:rPr>
              <a:t> </a:t>
            </a:r>
            <a:r>
              <a:rPr sz="1950" spc="-95" dirty="0">
                <a:latin typeface="Tahoma"/>
                <a:cs typeface="Tahoma"/>
              </a:rPr>
              <a:t>từ</a:t>
            </a:r>
            <a:r>
              <a:rPr sz="1950" spc="-225" dirty="0">
                <a:latin typeface="Tahoma"/>
                <a:cs typeface="Tahoma"/>
              </a:rPr>
              <a:t> </a:t>
            </a:r>
            <a:r>
              <a:rPr sz="1950" spc="-70" dirty="0">
                <a:latin typeface="Tahoma"/>
                <a:cs typeface="Tahoma"/>
              </a:rPr>
              <a:t>0</a:t>
            </a:r>
            <a:r>
              <a:rPr sz="1950" spc="-229" dirty="0">
                <a:latin typeface="Tahoma"/>
                <a:cs typeface="Tahoma"/>
              </a:rPr>
              <a:t> </a:t>
            </a:r>
            <a:r>
              <a:rPr sz="1950" spc="-780" dirty="0">
                <a:latin typeface="Tahoma"/>
                <a:cs typeface="Tahoma"/>
              </a:rPr>
              <a:t>→</a:t>
            </a:r>
            <a:r>
              <a:rPr sz="1950" spc="-220" dirty="0">
                <a:latin typeface="Tahoma"/>
                <a:cs typeface="Tahoma"/>
              </a:rPr>
              <a:t> </a:t>
            </a:r>
            <a:r>
              <a:rPr sz="1950" spc="-50" dirty="0">
                <a:latin typeface="Tahoma"/>
                <a:cs typeface="Tahoma"/>
              </a:rPr>
              <a:t>9</a:t>
            </a:r>
            <a:endParaRPr sz="195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484" dirty="0"/>
              <a:t>CHƯƠNG</a:t>
            </a:r>
            <a:r>
              <a:rPr spc="-580" dirty="0"/>
              <a:t> </a:t>
            </a:r>
            <a:r>
              <a:rPr spc="-919" dirty="0"/>
              <a:t>II:</a:t>
            </a:r>
            <a:r>
              <a:rPr spc="-575" dirty="0"/>
              <a:t> </a:t>
            </a:r>
            <a:r>
              <a:rPr spc="-715" dirty="0"/>
              <a:t>HTML</a:t>
            </a:r>
            <a:r>
              <a:rPr spc="-585" dirty="0"/>
              <a:t> </a:t>
            </a:r>
            <a:r>
              <a:rPr spc="-905" dirty="0"/>
              <a:t>&amp;</a:t>
            </a:r>
            <a:r>
              <a:rPr spc="-580" dirty="0"/>
              <a:t> </a:t>
            </a:r>
            <a:r>
              <a:rPr spc="-715" dirty="0"/>
              <a:t>HTML5</a:t>
            </a:r>
            <a:endParaRPr spc="-715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  <p:sp>
        <p:nvSpPr>
          <p:cNvPr id="8" name="object 13"/>
          <p:cNvSpPr txBox="1">
            <a:spLocks noGrp="1"/>
          </p:cNvSpPr>
          <p:nvPr>
            <p:ph type="dt" sz="half" idx="6"/>
          </p:nvPr>
        </p:nvSpPr>
        <p:spPr>
          <a:xfrm>
            <a:off x="601345" y="10674350"/>
            <a:ext cx="5245100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85" dirty="0">
                <a:solidFill>
                  <a:schemeClr val="tx1"/>
                </a:solidFill>
              </a:rPr>
              <a:t>THIẾT </a:t>
            </a:r>
            <a:r>
              <a:rPr spc="-110" dirty="0">
                <a:solidFill>
                  <a:schemeClr val="tx1"/>
                </a:solidFill>
              </a:rPr>
              <a:t>KẾ</a:t>
            </a:r>
            <a:r>
              <a:rPr spc="-190" dirty="0">
                <a:solidFill>
                  <a:schemeClr val="tx1"/>
                </a:solidFill>
              </a:rPr>
              <a:t> </a:t>
            </a:r>
            <a:r>
              <a:rPr spc="-110" dirty="0">
                <a:solidFill>
                  <a:schemeClr val="tx1"/>
                </a:solidFill>
              </a:rPr>
              <a:t>WEB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VÀ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45" dirty="0">
                <a:solidFill>
                  <a:schemeClr val="tx1"/>
                </a:solidFill>
              </a:rPr>
              <a:t>TRIỂN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KHAI</a:t>
            </a:r>
            <a:r>
              <a:rPr spc="-200" dirty="0">
                <a:solidFill>
                  <a:schemeClr val="tx1"/>
                </a:solidFill>
              </a:rPr>
              <a:t> </a:t>
            </a:r>
            <a:r>
              <a:rPr spc="-80" dirty="0">
                <a:solidFill>
                  <a:schemeClr val="tx1"/>
                </a:solidFill>
              </a:rPr>
              <a:t>HỆ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95" dirty="0">
                <a:solidFill>
                  <a:schemeClr val="tx1"/>
                </a:solidFill>
              </a:rPr>
              <a:t>THỐNG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75" dirty="0">
                <a:solidFill>
                  <a:schemeClr val="tx1"/>
                </a:solidFill>
              </a:rPr>
              <a:t>PHẦN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25" dirty="0">
                <a:solidFill>
                  <a:schemeClr val="tx1"/>
                </a:solidFill>
              </a:rPr>
              <a:t>MỀM</a:t>
            </a:r>
            <a:endParaRPr spc="-20" dirty="0">
              <a:solidFill>
                <a:schemeClr val="tx1"/>
              </a:solidFill>
            </a:endParaRPr>
          </a:p>
        </p:txBody>
      </p:sp>
      <p:sp>
        <p:nvSpPr>
          <p:cNvPr id="9" name="object 6"/>
          <p:cNvSpPr/>
          <p:nvPr/>
        </p:nvSpPr>
        <p:spPr>
          <a:xfrm>
            <a:off x="523544" y="10447221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8063A1"/>
            </a:solidFill>
          </a:ln>
        </p:spPr>
        <p:txBody>
          <a:bodyPr wrap="square" lIns="0" tIns="0" rIns="0" bIns="0" rtlCol="0"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832005" y="3978229"/>
          <a:ext cx="17038320" cy="51022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64865"/>
                <a:gridCol w="13673455"/>
              </a:tblGrid>
              <a:tr h="2597150">
                <a:tc>
                  <a:txBody>
                    <a:bodyPr/>
                    <a:lstStyle/>
                    <a:p>
                      <a:pPr marL="200660">
                        <a:lnSpc>
                          <a:spcPct val="100000"/>
                        </a:lnSpc>
                        <a:spcBef>
                          <a:spcPts val="2940"/>
                        </a:spcBef>
                      </a:pPr>
                      <a:r>
                        <a:rPr sz="2600" spc="-135" dirty="0">
                          <a:latin typeface="Tahoma"/>
                          <a:cs typeface="Tahoma"/>
                        </a:rPr>
                        <a:t>Thuộc</a:t>
                      </a:r>
                      <a:r>
                        <a:rPr sz="2600" spc="-29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95" dirty="0">
                          <a:latin typeface="Tahoma"/>
                          <a:cs typeface="Tahoma"/>
                        </a:rPr>
                        <a:t>tính</a:t>
                      </a:r>
                      <a:r>
                        <a:rPr sz="2600" spc="-28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35" dirty="0">
                          <a:latin typeface="Tahoma"/>
                          <a:cs typeface="Tahoma"/>
                        </a:rPr>
                        <a:t>id</a:t>
                      </a:r>
                      <a:endParaRPr sz="2600">
                        <a:latin typeface="Tahoma"/>
                        <a:cs typeface="Tahoma"/>
                      </a:endParaRPr>
                    </a:p>
                  </a:txBody>
                  <a:tcPr marL="0" marR="0" marT="3733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6395" indent="-165735">
                        <a:lnSpc>
                          <a:spcPct val="100000"/>
                        </a:lnSpc>
                        <a:spcBef>
                          <a:spcPts val="2940"/>
                        </a:spcBef>
                        <a:buChar char="-"/>
                        <a:tabLst>
                          <a:tab pos="366395" algn="l"/>
                        </a:tabLst>
                      </a:pPr>
                      <a:r>
                        <a:rPr sz="2600" spc="-110" dirty="0">
                          <a:latin typeface="Tahoma"/>
                          <a:cs typeface="Tahoma"/>
                        </a:rPr>
                        <a:t>Một</a:t>
                      </a:r>
                      <a:r>
                        <a:rPr sz="2600" spc="-30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105" dirty="0">
                          <a:latin typeface="Tahoma"/>
                          <a:cs typeface="Tahoma"/>
                        </a:rPr>
                        <a:t>phần</a:t>
                      </a:r>
                      <a:r>
                        <a:rPr sz="2600" spc="-30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120" dirty="0">
                          <a:latin typeface="Tahoma"/>
                          <a:cs typeface="Tahoma"/>
                        </a:rPr>
                        <a:t>tử</a:t>
                      </a:r>
                      <a:r>
                        <a:rPr sz="2600" spc="-3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25" dirty="0">
                          <a:latin typeface="Tahoma"/>
                          <a:cs typeface="Tahoma"/>
                        </a:rPr>
                        <a:t>chỉ</a:t>
                      </a:r>
                      <a:r>
                        <a:rPr sz="2600" spc="-30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120" dirty="0">
                          <a:latin typeface="Tahoma"/>
                          <a:cs typeface="Tahoma"/>
                        </a:rPr>
                        <a:t>nhận</a:t>
                      </a:r>
                      <a:r>
                        <a:rPr sz="2600" spc="-3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114" dirty="0">
                          <a:latin typeface="Tahoma"/>
                          <a:cs typeface="Tahoma"/>
                        </a:rPr>
                        <a:t>một</a:t>
                      </a:r>
                      <a:r>
                        <a:rPr sz="2600" spc="-3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25" dirty="0">
                          <a:latin typeface="Tahoma"/>
                          <a:cs typeface="Tahoma"/>
                        </a:rPr>
                        <a:t>id.</a:t>
                      </a:r>
                      <a:endParaRPr sz="2600">
                        <a:latin typeface="Tahoma"/>
                        <a:cs typeface="Tahom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25"/>
                        </a:spcBef>
                        <a:buFont typeface="Tahoma"/>
                        <a:buChar char="-"/>
                      </a:pPr>
                      <a:endParaRPr sz="26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366395" indent="-165735">
                        <a:lnSpc>
                          <a:spcPct val="100000"/>
                        </a:lnSpc>
                        <a:buChar char="-"/>
                        <a:tabLst>
                          <a:tab pos="366395" algn="l"/>
                        </a:tabLst>
                      </a:pPr>
                      <a:r>
                        <a:rPr sz="2600" spc="-110" dirty="0">
                          <a:latin typeface="Tahoma"/>
                          <a:cs typeface="Tahoma"/>
                        </a:rPr>
                        <a:t>Một</a:t>
                      </a:r>
                      <a:r>
                        <a:rPr sz="2600" spc="-30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110" dirty="0">
                          <a:latin typeface="Tahoma"/>
                          <a:cs typeface="Tahoma"/>
                        </a:rPr>
                        <a:t>tên</a:t>
                      </a:r>
                      <a:r>
                        <a:rPr sz="2600" spc="-3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60" dirty="0">
                          <a:latin typeface="Tahoma"/>
                          <a:cs typeface="Tahoma"/>
                        </a:rPr>
                        <a:t>id</a:t>
                      </a:r>
                      <a:r>
                        <a:rPr sz="2600" spc="-30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25" dirty="0">
                          <a:latin typeface="Tahoma"/>
                          <a:cs typeface="Tahoma"/>
                        </a:rPr>
                        <a:t>chỉ</a:t>
                      </a:r>
                      <a:r>
                        <a:rPr sz="2600" spc="-30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20" dirty="0">
                          <a:latin typeface="Tahoma"/>
                          <a:cs typeface="Tahoma"/>
                        </a:rPr>
                        <a:t>có</a:t>
                      </a:r>
                      <a:r>
                        <a:rPr sz="2600" spc="-29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110" dirty="0">
                          <a:latin typeface="Tahoma"/>
                          <a:cs typeface="Tahoma"/>
                        </a:rPr>
                        <a:t>thể</a:t>
                      </a:r>
                      <a:r>
                        <a:rPr sz="2600" spc="-29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150" dirty="0">
                          <a:latin typeface="Tahoma"/>
                          <a:cs typeface="Tahoma"/>
                        </a:rPr>
                        <a:t>dùng</a:t>
                      </a:r>
                      <a:r>
                        <a:rPr sz="2600" spc="-3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120" dirty="0">
                          <a:latin typeface="Tahoma"/>
                          <a:cs typeface="Tahoma"/>
                        </a:rPr>
                        <a:t>để</a:t>
                      </a:r>
                      <a:r>
                        <a:rPr sz="2600" spc="-30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125" dirty="0">
                          <a:latin typeface="Tahoma"/>
                          <a:cs typeface="Tahoma"/>
                        </a:rPr>
                        <a:t>đặt</a:t>
                      </a:r>
                      <a:r>
                        <a:rPr sz="2600" spc="-3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60" dirty="0">
                          <a:latin typeface="Tahoma"/>
                          <a:cs typeface="Tahoma"/>
                        </a:rPr>
                        <a:t>cho</a:t>
                      </a:r>
                      <a:r>
                        <a:rPr sz="2600" spc="-30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114" dirty="0">
                          <a:latin typeface="Tahoma"/>
                          <a:cs typeface="Tahoma"/>
                        </a:rPr>
                        <a:t>một</a:t>
                      </a:r>
                      <a:r>
                        <a:rPr sz="2600" spc="-29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105" dirty="0">
                          <a:latin typeface="Tahoma"/>
                          <a:cs typeface="Tahoma"/>
                        </a:rPr>
                        <a:t>phần</a:t>
                      </a:r>
                      <a:r>
                        <a:rPr sz="2600" spc="-3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120" dirty="0">
                          <a:latin typeface="Tahoma"/>
                          <a:cs typeface="Tahoma"/>
                        </a:rPr>
                        <a:t>tử</a:t>
                      </a:r>
                      <a:r>
                        <a:rPr sz="2600" spc="-29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150" dirty="0">
                          <a:latin typeface="Tahoma"/>
                          <a:cs typeface="Tahoma"/>
                        </a:rPr>
                        <a:t>duy</a:t>
                      </a:r>
                      <a:r>
                        <a:rPr sz="2600" spc="-3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10" dirty="0">
                          <a:latin typeface="Tahoma"/>
                          <a:cs typeface="Tahoma"/>
                        </a:rPr>
                        <a:t>nhất.</a:t>
                      </a:r>
                      <a:endParaRPr sz="2600">
                        <a:latin typeface="Tahoma"/>
                        <a:cs typeface="Tahom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20"/>
                        </a:spcBef>
                        <a:buFont typeface="Tahoma"/>
                        <a:buChar char="-"/>
                      </a:pPr>
                      <a:endParaRPr sz="26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366395" indent="-165735">
                        <a:lnSpc>
                          <a:spcPct val="100000"/>
                        </a:lnSpc>
                        <a:buChar char="-"/>
                        <a:tabLst>
                          <a:tab pos="366395" algn="l"/>
                        </a:tabLst>
                      </a:pPr>
                      <a:r>
                        <a:rPr sz="2600" spc="-105" dirty="0">
                          <a:latin typeface="Tahoma"/>
                          <a:cs typeface="Tahoma"/>
                        </a:rPr>
                        <a:t>Khi</a:t>
                      </a:r>
                      <a:r>
                        <a:rPr sz="2600" spc="-29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120" dirty="0">
                          <a:latin typeface="Tahoma"/>
                          <a:cs typeface="Tahoma"/>
                        </a:rPr>
                        <a:t>muốn</a:t>
                      </a:r>
                      <a:r>
                        <a:rPr sz="2600" spc="-29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75" dirty="0">
                          <a:latin typeface="Tahoma"/>
                          <a:cs typeface="Tahoma"/>
                        </a:rPr>
                        <a:t>chọn</a:t>
                      </a:r>
                      <a:r>
                        <a:rPr sz="2600" spc="-2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114" dirty="0">
                          <a:latin typeface="Tahoma"/>
                          <a:cs typeface="Tahoma"/>
                        </a:rPr>
                        <a:t>một</a:t>
                      </a:r>
                      <a:r>
                        <a:rPr sz="2600" spc="-3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105" dirty="0">
                          <a:latin typeface="Tahoma"/>
                          <a:cs typeface="Tahoma"/>
                        </a:rPr>
                        <a:t>phần</a:t>
                      </a:r>
                      <a:r>
                        <a:rPr sz="2600" spc="-2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120" dirty="0">
                          <a:latin typeface="Tahoma"/>
                          <a:cs typeface="Tahoma"/>
                        </a:rPr>
                        <a:t>tử</a:t>
                      </a:r>
                      <a:r>
                        <a:rPr sz="2600" spc="-29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114" dirty="0">
                          <a:latin typeface="Tahoma"/>
                          <a:cs typeface="Tahoma"/>
                        </a:rPr>
                        <a:t>dựa</a:t>
                      </a:r>
                      <a:r>
                        <a:rPr sz="2600" spc="-3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110" dirty="0">
                          <a:latin typeface="Tahoma"/>
                          <a:cs typeface="Tahoma"/>
                        </a:rPr>
                        <a:t>theo</a:t>
                      </a:r>
                      <a:r>
                        <a:rPr sz="2600" spc="-2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60" dirty="0">
                          <a:latin typeface="Tahoma"/>
                          <a:cs typeface="Tahoma"/>
                        </a:rPr>
                        <a:t>id</a:t>
                      </a:r>
                      <a:r>
                        <a:rPr sz="2600" spc="-30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90" dirty="0">
                          <a:latin typeface="Tahoma"/>
                          <a:cs typeface="Tahoma"/>
                        </a:rPr>
                        <a:t>thì</a:t>
                      </a:r>
                      <a:r>
                        <a:rPr sz="2600" spc="-2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100" dirty="0">
                          <a:latin typeface="Tahoma"/>
                          <a:cs typeface="Tahoma"/>
                        </a:rPr>
                        <a:t>ta</a:t>
                      </a:r>
                      <a:r>
                        <a:rPr sz="2600" spc="-3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150" dirty="0">
                          <a:latin typeface="Tahoma"/>
                          <a:cs typeface="Tahoma"/>
                        </a:rPr>
                        <a:t>dùng</a:t>
                      </a:r>
                      <a:r>
                        <a:rPr sz="2600" spc="-3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35" dirty="0">
                          <a:latin typeface="Tahoma"/>
                          <a:cs typeface="Tahoma"/>
                        </a:rPr>
                        <a:t>cú</a:t>
                      </a:r>
                      <a:r>
                        <a:rPr sz="2600" spc="-29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110" dirty="0">
                          <a:latin typeface="Tahoma"/>
                          <a:cs typeface="Tahoma"/>
                        </a:rPr>
                        <a:t>pháp</a:t>
                      </a:r>
                      <a:r>
                        <a:rPr sz="2600" spc="-3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220" dirty="0">
                          <a:latin typeface="Tahoma"/>
                          <a:cs typeface="Tahoma"/>
                        </a:rPr>
                        <a:t>#ten-</a:t>
                      </a:r>
                      <a:r>
                        <a:rPr sz="2600" spc="-25" dirty="0">
                          <a:latin typeface="Tahoma"/>
                          <a:cs typeface="Tahoma"/>
                        </a:rPr>
                        <a:t>id</a:t>
                      </a:r>
                      <a:endParaRPr sz="2600">
                        <a:latin typeface="Tahoma"/>
                        <a:cs typeface="Tahoma"/>
                      </a:endParaRPr>
                    </a:p>
                  </a:txBody>
                  <a:tcPr marL="0" marR="0" marT="3733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05075">
                <a:tc>
                  <a:txBody>
                    <a:bodyPr/>
                    <a:lstStyle/>
                    <a:p>
                      <a:pPr marL="200660">
                        <a:lnSpc>
                          <a:spcPct val="100000"/>
                        </a:lnSpc>
                        <a:spcBef>
                          <a:spcPts val="2945"/>
                        </a:spcBef>
                      </a:pPr>
                      <a:r>
                        <a:rPr sz="2600" spc="-135" dirty="0">
                          <a:latin typeface="Tahoma"/>
                          <a:cs typeface="Tahoma"/>
                        </a:rPr>
                        <a:t>Thuộc</a:t>
                      </a:r>
                      <a:r>
                        <a:rPr sz="2600" spc="-28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95" dirty="0">
                          <a:latin typeface="Tahoma"/>
                          <a:cs typeface="Tahoma"/>
                        </a:rPr>
                        <a:t>tính</a:t>
                      </a:r>
                      <a:r>
                        <a:rPr sz="2600" spc="-28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20" dirty="0">
                          <a:latin typeface="Tahoma"/>
                          <a:cs typeface="Tahoma"/>
                        </a:rPr>
                        <a:t>class</a:t>
                      </a:r>
                      <a:endParaRPr sz="2600">
                        <a:latin typeface="Tahoma"/>
                        <a:cs typeface="Tahoma"/>
                      </a:endParaRPr>
                    </a:p>
                  </a:txBody>
                  <a:tcPr marL="0" marR="0" marT="3740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6395" indent="-165735">
                        <a:lnSpc>
                          <a:spcPct val="100000"/>
                        </a:lnSpc>
                        <a:spcBef>
                          <a:spcPts val="2945"/>
                        </a:spcBef>
                        <a:buChar char="-"/>
                        <a:tabLst>
                          <a:tab pos="366395" algn="l"/>
                        </a:tabLst>
                      </a:pPr>
                      <a:r>
                        <a:rPr sz="2600" spc="-110" dirty="0">
                          <a:latin typeface="Tahoma"/>
                          <a:cs typeface="Tahoma"/>
                        </a:rPr>
                        <a:t>Một</a:t>
                      </a:r>
                      <a:r>
                        <a:rPr sz="2600" spc="-30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105" dirty="0">
                          <a:latin typeface="Tahoma"/>
                          <a:cs typeface="Tahoma"/>
                        </a:rPr>
                        <a:t>phần</a:t>
                      </a:r>
                      <a:r>
                        <a:rPr sz="2600" spc="-3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114" dirty="0">
                          <a:latin typeface="Tahoma"/>
                          <a:cs typeface="Tahoma"/>
                        </a:rPr>
                        <a:t>tử</a:t>
                      </a:r>
                      <a:r>
                        <a:rPr sz="2600" spc="-29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20" dirty="0">
                          <a:latin typeface="Tahoma"/>
                          <a:cs typeface="Tahoma"/>
                        </a:rPr>
                        <a:t>có</a:t>
                      </a:r>
                      <a:r>
                        <a:rPr sz="2600" spc="-3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110" dirty="0">
                          <a:latin typeface="Tahoma"/>
                          <a:cs typeface="Tahoma"/>
                        </a:rPr>
                        <a:t>thể</a:t>
                      </a:r>
                      <a:r>
                        <a:rPr sz="2600" spc="-29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120" dirty="0">
                          <a:latin typeface="Tahoma"/>
                          <a:cs typeface="Tahoma"/>
                        </a:rPr>
                        <a:t>nhận</a:t>
                      </a:r>
                      <a:r>
                        <a:rPr sz="2600" spc="-29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114" dirty="0">
                          <a:latin typeface="Tahoma"/>
                          <a:cs typeface="Tahoma"/>
                        </a:rPr>
                        <a:t>một</a:t>
                      </a:r>
                      <a:r>
                        <a:rPr sz="2600" spc="-3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60" dirty="0">
                          <a:latin typeface="Tahoma"/>
                          <a:cs typeface="Tahoma"/>
                        </a:rPr>
                        <a:t>hoặc</a:t>
                      </a:r>
                      <a:r>
                        <a:rPr sz="2600" spc="-29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100" dirty="0">
                          <a:latin typeface="Tahoma"/>
                          <a:cs typeface="Tahoma"/>
                        </a:rPr>
                        <a:t>nhiều</a:t>
                      </a:r>
                      <a:r>
                        <a:rPr sz="2600" spc="-3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10" dirty="0">
                          <a:latin typeface="Tahoma"/>
                          <a:cs typeface="Tahoma"/>
                        </a:rPr>
                        <a:t>class.</a:t>
                      </a:r>
                      <a:endParaRPr sz="2600">
                        <a:latin typeface="Tahoma"/>
                        <a:cs typeface="Tahom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20"/>
                        </a:spcBef>
                        <a:buFont typeface="Tahoma"/>
                        <a:buChar char="-"/>
                      </a:pPr>
                      <a:endParaRPr sz="26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366395" indent="-165735">
                        <a:lnSpc>
                          <a:spcPct val="100000"/>
                        </a:lnSpc>
                        <a:buChar char="-"/>
                        <a:tabLst>
                          <a:tab pos="366395" algn="l"/>
                        </a:tabLst>
                      </a:pPr>
                      <a:r>
                        <a:rPr sz="2600" spc="-110" dirty="0">
                          <a:latin typeface="Tahoma"/>
                          <a:cs typeface="Tahoma"/>
                        </a:rPr>
                        <a:t>Một</a:t>
                      </a:r>
                      <a:r>
                        <a:rPr sz="2600" spc="-30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110" dirty="0">
                          <a:latin typeface="Tahoma"/>
                          <a:cs typeface="Tahoma"/>
                        </a:rPr>
                        <a:t>tên</a:t>
                      </a:r>
                      <a:r>
                        <a:rPr sz="2600" spc="-3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dirty="0">
                          <a:latin typeface="Tahoma"/>
                          <a:cs typeface="Tahoma"/>
                        </a:rPr>
                        <a:t>class</a:t>
                      </a:r>
                      <a:r>
                        <a:rPr sz="2600" spc="-3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20" dirty="0">
                          <a:latin typeface="Tahoma"/>
                          <a:cs typeface="Tahoma"/>
                        </a:rPr>
                        <a:t>có</a:t>
                      </a:r>
                      <a:r>
                        <a:rPr sz="2600" spc="-30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110" dirty="0">
                          <a:latin typeface="Tahoma"/>
                          <a:cs typeface="Tahoma"/>
                        </a:rPr>
                        <a:t>thể</a:t>
                      </a:r>
                      <a:r>
                        <a:rPr sz="2600" spc="-29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150" dirty="0">
                          <a:latin typeface="Tahoma"/>
                          <a:cs typeface="Tahoma"/>
                        </a:rPr>
                        <a:t>dùng</a:t>
                      </a:r>
                      <a:r>
                        <a:rPr sz="2600" spc="-3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120" dirty="0">
                          <a:latin typeface="Tahoma"/>
                          <a:cs typeface="Tahoma"/>
                        </a:rPr>
                        <a:t>để</a:t>
                      </a:r>
                      <a:r>
                        <a:rPr sz="2600" spc="-30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125" dirty="0">
                          <a:latin typeface="Tahoma"/>
                          <a:cs typeface="Tahoma"/>
                        </a:rPr>
                        <a:t>đặt</a:t>
                      </a:r>
                      <a:r>
                        <a:rPr sz="2600" spc="-30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60" dirty="0">
                          <a:latin typeface="Tahoma"/>
                          <a:cs typeface="Tahoma"/>
                        </a:rPr>
                        <a:t>cho</a:t>
                      </a:r>
                      <a:r>
                        <a:rPr sz="2600" spc="-29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100" dirty="0">
                          <a:latin typeface="Tahoma"/>
                          <a:cs typeface="Tahoma"/>
                        </a:rPr>
                        <a:t>nhiều</a:t>
                      </a:r>
                      <a:r>
                        <a:rPr sz="2600" spc="-29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105" dirty="0">
                          <a:latin typeface="Tahoma"/>
                          <a:cs typeface="Tahoma"/>
                        </a:rPr>
                        <a:t>phần</a:t>
                      </a:r>
                      <a:r>
                        <a:rPr sz="2600" spc="-3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120" dirty="0">
                          <a:latin typeface="Tahoma"/>
                          <a:cs typeface="Tahoma"/>
                        </a:rPr>
                        <a:t>tử</a:t>
                      </a:r>
                      <a:r>
                        <a:rPr sz="2600" spc="-3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75" dirty="0">
                          <a:latin typeface="Tahoma"/>
                          <a:cs typeface="Tahoma"/>
                        </a:rPr>
                        <a:t>khác</a:t>
                      </a:r>
                      <a:r>
                        <a:rPr sz="2600" spc="-29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10" dirty="0">
                          <a:latin typeface="Tahoma"/>
                          <a:cs typeface="Tahoma"/>
                        </a:rPr>
                        <a:t>nhau.</a:t>
                      </a:r>
                      <a:endParaRPr sz="2600">
                        <a:latin typeface="Tahoma"/>
                        <a:cs typeface="Tahom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25"/>
                        </a:spcBef>
                        <a:buFont typeface="Tahoma"/>
                        <a:buChar char="-"/>
                      </a:pPr>
                      <a:endParaRPr sz="26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366395" indent="-165735">
                        <a:lnSpc>
                          <a:spcPct val="100000"/>
                        </a:lnSpc>
                        <a:buChar char="-"/>
                        <a:tabLst>
                          <a:tab pos="366395" algn="l"/>
                        </a:tabLst>
                      </a:pPr>
                      <a:r>
                        <a:rPr sz="2600" spc="-105" dirty="0">
                          <a:latin typeface="Tahoma"/>
                          <a:cs typeface="Tahoma"/>
                        </a:rPr>
                        <a:t>Khi</a:t>
                      </a:r>
                      <a:r>
                        <a:rPr sz="2600" spc="-3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120" dirty="0">
                          <a:latin typeface="Tahoma"/>
                          <a:cs typeface="Tahoma"/>
                        </a:rPr>
                        <a:t>muốn</a:t>
                      </a:r>
                      <a:r>
                        <a:rPr sz="2600" spc="-29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75" dirty="0">
                          <a:latin typeface="Tahoma"/>
                          <a:cs typeface="Tahoma"/>
                        </a:rPr>
                        <a:t>chọn</a:t>
                      </a:r>
                      <a:r>
                        <a:rPr sz="2600" spc="-2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114" dirty="0">
                          <a:latin typeface="Tahoma"/>
                          <a:cs typeface="Tahoma"/>
                        </a:rPr>
                        <a:t>một</a:t>
                      </a:r>
                      <a:r>
                        <a:rPr sz="2600" spc="-30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105" dirty="0">
                          <a:latin typeface="Tahoma"/>
                          <a:cs typeface="Tahoma"/>
                        </a:rPr>
                        <a:t>phần</a:t>
                      </a:r>
                      <a:r>
                        <a:rPr sz="2600" spc="-2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120" dirty="0">
                          <a:latin typeface="Tahoma"/>
                          <a:cs typeface="Tahoma"/>
                        </a:rPr>
                        <a:t>tử</a:t>
                      </a:r>
                      <a:r>
                        <a:rPr sz="2600" spc="-29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114" dirty="0">
                          <a:latin typeface="Tahoma"/>
                          <a:cs typeface="Tahoma"/>
                        </a:rPr>
                        <a:t>dựa</a:t>
                      </a:r>
                      <a:r>
                        <a:rPr sz="2600" spc="-30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110" dirty="0">
                          <a:latin typeface="Tahoma"/>
                          <a:cs typeface="Tahoma"/>
                        </a:rPr>
                        <a:t>theo</a:t>
                      </a:r>
                      <a:r>
                        <a:rPr sz="2600" spc="-2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dirty="0">
                          <a:latin typeface="Tahoma"/>
                          <a:cs typeface="Tahoma"/>
                        </a:rPr>
                        <a:t>class</a:t>
                      </a:r>
                      <a:r>
                        <a:rPr sz="2600" spc="-30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90" dirty="0">
                          <a:latin typeface="Tahoma"/>
                          <a:cs typeface="Tahoma"/>
                        </a:rPr>
                        <a:t>thì</a:t>
                      </a:r>
                      <a:r>
                        <a:rPr sz="2600" spc="-2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100" dirty="0">
                          <a:latin typeface="Tahoma"/>
                          <a:cs typeface="Tahoma"/>
                        </a:rPr>
                        <a:t>ta</a:t>
                      </a:r>
                      <a:r>
                        <a:rPr sz="2600" spc="-30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150" dirty="0">
                          <a:latin typeface="Tahoma"/>
                          <a:cs typeface="Tahoma"/>
                        </a:rPr>
                        <a:t>dùng</a:t>
                      </a:r>
                      <a:r>
                        <a:rPr sz="2600" spc="-29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35" dirty="0">
                          <a:latin typeface="Tahoma"/>
                          <a:cs typeface="Tahoma"/>
                        </a:rPr>
                        <a:t>cú</a:t>
                      </a:r>
                      <a:r>
                        <a:rPr sz="2600" spc="-3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110" dirty="0">
                          <a:latin typeface="Tahoma"/>
                          <a:cs typeface="Tahoma"/>
                        </a:rPr>
                        <a:t>pháp</a:t>
                      </a:r>
                      <a:r>
                        <a:rPr sz="2600" spc="-3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600" spc="-140" dirty="0">
                          <a:latin typeface="Tahoma"/>
                          <a:cs typeface="Tahoma"/>
                        </a:rPr>
                        <a:t>.ten-</a:t>
                      </a:r>
                      <a:r>
                        <a:rPr sz="2600" spc="-10" dirty="0">
                          <a:latin typeface="Tahoma"/>
                          <a:cs typeface="Tahoma"/>
                        </a:rPr>
                        <a:t>class</a:t>
                      </a:r>
                      <a:endParaRPr sz="2600">
                        <a:latin typeface="Tahoma"/>
                        <a:cs typeface="Tahoma"/>
                      </a:endParaRPr>
                    </a:p>
                  </a:txBody>
                  <a:tcPr marL="0" marR="0" marT="37401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71926" y="2201978"/>
            <a:ext cx="9552239" cy="2845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03390" y="2301755"/>
            <a:ext cx="8568690" cy="2927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36750">
              <a:lnSpc>
                <a:spcPct val="100000"/>
              </a:lnSpc>
              <a:spcBef>
                <a:spcPts val="100"/>
              </a:spcBef>
            </a:pPr>
            <a:r>
              <a:rPr sz="4400" b="1" spc="-465" dirty="0">
                <a:latin typeface="Tahoma"/>
                <a:cs typeface="Tahoma"/>
              </a:rPr>
              <a:t>2.3</a:t>
            </a:r>
            <a:r>
              <a:rPr sz="4400" b="1" spc="-495" dirty="0">
                <a:latin typeface="Tahoma"/>
                <a:cs typeface="Tahoma"/>
              </a:rPr>
              <a:t> </a:t>
            </a:r>
            <a:r>
              <a:rPr sz="4400" b="1" spc="-265" dirty="0">
                <a:latin typeface="Tahoma"/>
                <a:cs typeface="Tahoma"/>
              </a:rPr>
              <a:t>Các</a:t>
            </a:r>
            <a:r>
              <a:rPr sz="4400" b="1" spc="-490" dirty="0">
                <a:latin typeface="Tahoma"/>
                <a:cs typeface="Tahoma"/>
              </a:rPr>
              <a:t> </a:t>
            </a:r>
            <a:r>
              <a:rPr sz="4400" b="1" spc="-459" dirty="0">
                <a:latin typeface="Tahoma"/>
                <a:cs typeface="Tahoma"/>
              </a:rPr>
              <a:t>thẻ</a:t>
            </a:r>
            <a:r>
              <a:rPr sz="4400" b="1" spc="-495" dirty="0">
                <a:latin typeface="Tahoma"/>
                <a:cs typeface="Tahoma"/>
              </a:rPr>
              <a:t> </a:t>
            </a:r>
            <a:r>
              <a:rPr sz="4400" b="1" spc="-630" dirty="0">
                <a:latin typeface="Tahoma"/>
                <a:cs typeface="Tahoma"/>
              </a:rPr>
              <a:t>HTML</a:t>
            </a:r>
            <a:r>
              <a:rPr sz="4400" b="1" spc="-490" dirty="0">
                <a:latin typeface="Tahoma"/>
                <a:cs typeface="Tahoma"/>
              </a:rPr>
              <a:t> </a:t>
            </a:r>
            <a:r>
              <a:rPr sz="4400" b="1" spc="-545" dirty="0">
                <a:latin typeface="Tahoma"/>
                <a:cs typeface="Tahoma"/>
              </a:rPr>
              <a:t>thông</a:t>
            </a:r>
            <a:r>
              <a:rPr sz="4400" b="1" spc="-500" dirty="0">
                <a:latin typeface="Tahoma"/>
                <a:cs typeface="Tahoma"/>
              </a:rPr>
              <a:t> </a:t>
            </a:r>
            <a:r>
              <a:rPr sz="4400" b="1" spc="-580" dirty="0">
                <a:latin typeface="Tahoma"/>
                <a:cs typeface="Tahoma"/>
              </a:rPr>
              <a:t>dụng</a:t>
            </a:r>
            <a:endParaRPr sz="4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50"/>
              </a:spcBef>
            </a:pPr>
            <a:endParaRPr sz="4400">
              <a:latin typeface="Tahoma"/>
              <a:cs typeface="Tahoma"/>
            </a:endParaRPr>
          </a:p>
          <a:p>
            <a:pPr marL="641985" indent="-629285">
              <a:lnSpc>
                <a:spcPct val="100000"/>
              </a:lnSpc>
              <a:buSzPct val="59000"/>
              <a:buFont typeface="Wingdings"/>
              <a:buChar char=""/>
              <a:tabLst>
                <a:tab pos="641985" algn="l"/>
              </a:tabLst>
            </a:pPr>
            <a:endParaRPr sz="29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484" dirty="0"/>
              <a:t>CHƯƠNG</a:t>
            </a:r>
            <a:r>
              <a:rPr spc="-580" dirty="0"/>
              <a:t> </a:t>
            </a:r>
            <a:r>
              <a:rPr spc="-919" dirty="0"/>
              <a:t>II:</a:t>
            </a:r>
            <a:r>
              <a:rPr spc="-575" dirty="0"/>
              <a:t> </a:t>
            </a:r>
            <a:r>
              <a:rPr spc="-715" dirty="0"/>
              <a:t>HTML</a:t>
            </a:r>
            <a:r>
              <a:rPr spc="-585" dirty="0"/>
              <a:t> </a:t>
            </a:r>
            <a:r>
              <a:rPr spc="-905" dirty="0"/>
              <a:t>&amp;</a:t>
            </a:r>
            <a:r>
              <a:rPr spc="-580" dirty="0"/>
              <a:t> </a:t>
            </a:r>
            <a:r>
              <a:rPr spc="-715" dirty="0"/>
              <a:t>HTML5</a:t>
            </a:r>
            <a:endParaRPr spc="-715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  <p:sp>
        <p:nvSpPr>
          <p:cNvPr id="15" name="object 13"/>
          <p:cNvSpPr txBox="1">
            <a:spLocks noGrp="1"/>
          </p:cNvSpPr>
          <p:nvPr>
            <p:ph type="dt" sz="half" idx="6"/>
          </p:nvPr>
        </p:nvSpPr>
        <p:spPr>
          <a:xfrm>
            <a:off x="601345" y="10674350"/>
            <a:ext cx="5245100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85" dirty="0">
                <a:solidFill>
                  <a:schemeClr val="tx1"/>
                </a:solidFill>
              </a:rPr>
              <a:t>THIẾT </a:t>
            </a:r>
            <a:r>
              <a:rPr spc="-110" dirty="0">
                <a:solidFill>
                  <a:schemeClr val="tx1"/>
                </a:solidFill>
              </a:rPr>
              <a:t>KẾ</a:t>
            </a:r>
            <a:r>
              <a:rPr spc="-190" dirty="0">
                <a:solidFill>
                  <a:schemeClr val="tx1"/>
                </a:solidFill>
              </a:rPr>
              <a:t> </a:t>
            </a:r>
            <a:r>
              <a:rPr spc="-110" dirty="0">
                <a:solidFill>
                  <a:schemeClr val="tx1"/>
                </a:solidFill>
              </a:rPr>
              <a:t>WEB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VÀ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45" dirty="0">
                <a:solidFill>
                  <a:schemeClr val="tx1"/>
                </a:solidFill>
              </a:rPr>
              <a:t>TRIỂN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KHAI</a:t>
            </a:r>
            <a:r>
              <a:rPr spc="-200" dirty="0">
                <a:solidFill>
                  <a:schemeClr val="tx1"/>
                </a:solidFill>
              </a:rPr>
              <a:t> </a:t>
            </a:r>
            <a:r>
              <a:rPr spc="-80" dirty="0">
                <a:solidFill>
                  <a:schemeClr val="tx1"/>
                </a:solidFill>
              </a:rPr>
              <a:t>HỆ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95" dirty="0">
                <a:solidFill>
                  <a:schemeClr val="tx1"/>
                </a:solidFill>
              </a:rPr>
              <a:t>THỐNG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75" dirty="0">
                <a:solidFill>
                  <a:schemeClr val="tx1"/>
                </a:solidFill>
              </a:rPr>
              <a:t>PHẦN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25" dirty="0">
                <a:solidFill>
                  <a:schemeClr val="tx1"/>
                </a:solidFill>
              </a:rPr>
              <a:t>MỀM</a:t>
            </a:r>
            <a:endParaRPr spc="-20" dirty="0">
              <a:solidFill>
                <a:schemeClr val="tx1"/>
              </a:solidFill>
            </a:endParaRPr>
          </a:p>
        </p:txBody>
      </p:sp>
      <p:sp>
        <p:nvSpPr>
          <p:cNvPr id="16" name="object 6"/>
          <p:cNvSpPr/>
          <p:nvPr/>
        </p:nvSpPr>
        <p:spPr>
          <a:xfrm>
            <a:off x="523544" y="10447221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8063A1"/>
            </a:solidFill>
          </a:ln>
        </p:spPr>
        <p:txBody>
          <a:bodyPr wrap="square" lIns="0" tIns="0" rIns="0" bIns="0" rtlCol="0"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71926" y="2201978"/>
            <a:ext cx="9552239" cy="2845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31990" y="2543055"/>
            <a:ext cx="16560165" cy="6223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36750">
              <a:lnSpc>
                <a:spcPct val="100000"/>
              </a:lnSpc>
              <a:spcBef>
                <a:spcPts val="100"/>
              </a:spcBef>
            </a:pPr>
            <a:r>
              <a:rPr sz="4400" b="1" spc="-465" dirty="0">
                <a:latin typeface="Tahoma"/>
                <a:cs typeface="Tahoma"/>
              </a:rPr>
              <a:t>2.3</a:t>
            </a:r>
            <a:r>
              <a:rPr sz="4400" b="1" spc="-495" dirty="0">
                <a:latin typeface="Tahoma"/>
                <a:cs typeface="Tahoma"/>
              </a:rPr>
              <a:t> </a:t>
            </a:r>
            <a:r>
              <a:rPr sz="4400" b="1" spc="-265" dirty="0">
                <a:latin typeface="Tahoma"/>
                <a:cs typeface="Tahoma"/>
              </a:rPr>
              <a:t>Các</a:t>
            </a:r>
            <a:r>
              <a:rPr sz="4400" b="1" spc="-490" dirty="0">
                <a:latin typeface="Tahoma"/>
                <a:cs typeface="Tahoma"/>
              </a:rPr>
              <a:t> </a:t>
            </a:r>
            <a:r>
              <a:rPr sz="4400" b="1" spc="-459" dirty="0">
                <a:latin typeface="Tahoma"/>
                <a:cs typeface="Tahoma"/>
              </a:rPr>
              <a:t>thẻ</a:t>
            </a:r>
            <a:r>
              <a:rPr sz="4400" b="1" spc="-495" dirty="0">
                <a:latin typeface="Tahoma"/>
                <a:cs typeface="Tahoma"/>
              </a:rPr>
              <a:t> </a:t>
            </a:r>
            <a:r>
              <a:rPr sz="4400" b="1" spc="-630" dirty="0">
                <a:latin typeface="Tahoma"/>
                <a:cs typeface="Tahoma"/>
              </a:rPr>
              <a:t>HTML</a:t>
            </a:r>
            <a:r>
              <a:rPr sz="4400" b="1" spc="-490" dirty="0">
                <a:latin typeface="Tahoma"/>
                <a:cs typeface="Tahoma"/>
              </a:rPr>
              <a:t> </a:t>
            </a:r>
            <a:r>
              <a:rPr sz="4400" b="1" spc="-545" dirty="0">
                <a:latin typeface="Tahoma"/>
                <a:cs typeface="Tahoma"/>
              </a:rPr>
              <a:t>thông</a:t>
            </a:r>
            <a:r>
              <a:rPr sz="4400" b="1" spc="-500" dirty="0">
                <a:latin typeface="Tahoma"/>
                <a:cs typeface="Tahoma"/>
              </a:rPr>
              <a:t> </a:t>
            </a:r>
            <a:r>
              <a:rPr sz="4400" b="1" spc="-580" dirty="0">
                <a:latin typeface="Tahoma"/>
                <a:cs typeface="Tahoma"/>
              </a:rPr>
              <a:t>dụng</a:t>
            </a:r>
            <a:endParaRPr sz="4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430"/>
              </a:spcBef>
            </a:pPr>
            <a:endParaRPr sz="4400">
              <a:latin typeface="Tahoma"/>
              <a:cs typeface="Tahoma"/>
            </a:endParaRPr>
          </a:p>
          <a:p>
            <a:pPr marL="641985" indent="-629285">
              <a:lnSpc>
                <a:spcPct val="100000"/>
              </a:lnSpc>
              <a:buSzPct val="59000"/>
              <a:buFont typeface="Wingdings"/>
              <a:buChar char=""/>
              <a:tabLst>
                <a:tab pos="641985" algn="l"/>
              </a:tabLst>
            </a:pPr>
            <a:r>
              <a:rPr sz="2950" b="1" dirty="0">
                <a:latin typeface="Arial" panose="020B0604020202020204"/>
                <a:cs typeface="Arial" panose="020B0604020202020204"/>
              </a:rPr>
              <a:t>Thẻ</a:t>
            </a:r>
            <a:r>
              <a:rPr sz="295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2950" b="1" spc="-10" dirty="0">
                <a:latin typeface="Arial" panose="020B0604020202020204"/>
                <a:cs typeface="Arial" panose="020B0604020202020204"/>
              </a:rPr>
              <a:t>iframe</a:t>
            </a:r>
            <a:endParaRPr sz="2950">
              <a:latin typeface="Arial" panose="020B0604020202020204"/>
              <a:cs typeface="Arial" panose="020B0604020202020204"/>
            </a:endParaRPr>
          </a:p>
          <a:p>
            <a:pPr marL="1331595" lvl="1" indent="-525145">
              <a:lnSpc>
                <a:spcPct val="100000"/>
              </a:lnSpc>
              <a:spcBef>
                <a:spcPts val="1980"/>
              </a:spcBef>
              <a:buSzPct val="41000"/>
              <a:buChar char="•"/>
              <a:tabLst>
                <a:tab pos="1331595" algn="l"/>
              </a:tabLst>
            </a:pPr>
            <a:r>
              <a:rPr sz="2950" spc="-240" dirty="0">
                <a:latin typeface="Tahoma"/>
                <a:cs typeface="Tahoma"/>
              </a:rPr>
              <a:t>Thẻ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260" dirty="0">
                <a:latin typeface="Tahoma"/>
                <a:cs typeface="Tahoma"/>
              </a:rPr>
              <a:t>&lt;iframe&gt;&lt;/iframe&gt;</a:t>
            </a:r>
            <a:r>
              <a:rPr sz="2950" spc="-320" dirty="0">
                <a:latin typeface="Tahoma"/>
                <a:cs typeface="Tahoma"/>
              </a:rPr>
              <a:t> </a:t>
            </a:r>
            <a:r>
              <a:rPr sz="2950" spc="-105" dirty="0">
                <a:latin typeface="Tahoma"/>
                <a:cs typeface="Tahoma"/>
              </a:rPr>
              <a:t>được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80" dirty="0">
                <a:latin typeface="Tahoma"/>
                <a:cs typeface="Tahoma"/>
              </a:rPr>
              <a:t>sử</a:t>
            </a:r>
            <a:r>
              <a:rPr sz="2950" spc="-335" dirty="0">
                <a:latin typeface="Tahoma"/>
                <a:cs typeface="Tahoma"/>
              </a:rPr>
              <a:t> </a:t>
            </a:r>
            <a:r>
              <a:rPr sz="2950" spc="-190" dirty="0">
                <a:latin typeface="Tahoma"/>
                <a:cs typeface="Tahoma"/>
              </a:rPr>
              <a:t>dụng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55" dirty="0">
                <a:latin typeface="Tahoma"/>
                <a:cs typeface="Tahoma"/>
              </a:rPr>
              <a:t>để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20" dirty="0">
                <a:latin typeface="Tahoma"/>
                <a:cs typeface="Tahoma"/>
              </a:rPr>
              <a:t>hiển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00" dirty="0">
                <a:latin typeface="Tahoma"/>
                <a:cs typeface="Tahoma"/>
              </a:rPr>
              <a:t>thị</a:t>
            </a:r>
            <a:r>
              <a:rPr sz="2950" spc="-330" dirty="0">
                <a:latin typeface="Tahoma"/>
                <a:cs typeface="Tahoma"/>
              </a:rPr>
              <a:t> </a:t>
            </a:r>
            <a:r>
              <a:rPr sz="2950" spc="-145" dirty="0">
                <a:latin typeface="Tahoma"/>
                <a:cs typeface="Tahoma"/>
              </a:rPr>
              <a:t>một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95" dirty="0">
                <a:latin typeface="Tahoma"/>
                <a:cs typeface="Tahoma"/>
              </a:rPr>
              <a:t>trang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75" dirty="0">
                <a:latin typeface="Tahoma"/>
                <a:cs typeface="Tahoma"/>
              </a:rPr>
              <a:t>web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85" dirty="0">
                <a:latin typeface="Tahoma"/>
                <a:cs typeface="Tahoma"/>
              </a:rPr>
              <a:t>trong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45" dirty="0">
                <a:latin typeface="Tahoma"/>
                <a:cs typeface="Tahoma"/>
              </a:rPr>
              <a:t>một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95" dirty="0">
                <a:latin typeface="Tahoma"/>
                <a:cs typeface="Tahoma"/>
              </a:rPr>
              <a:t>trang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20" dirty="0">
                <a:latin typeface="Tahoma"/>
                <a:cs typeface="Tahoma"/>
              </a:rPr>
              <a:t>web.</a:t>
            </a:r>
            <a:endParaRPr sz="2950">
              <a:latin typeface="Tahoma"/>
              <a:cs typeface="Tahoma"/>
            </a:endParaRPr>
          </a:p>
          <a:p>
            <a:pPr marL="1331595" lvl="1" indent="-525145">
              <a:lnSpc>
                <a:spcPct val="100000"/>
              </a:lnSpc>
              <a:spcBef>
                <a:spcPts val="1805"/>
              </a:spcBef>
              <a:buSzPct val="41000"/>
              <a:buChar char="•"/>
              <a:tabLst>
                <a:tab pos="1331595" algn="l"/>
              </a:tabLst>
            </a:pPr>
            <a:r>
              <a:rPr sz="2950" spc="-25" dirty="0">
                <a:latin typeface="Tahoma"/>
                <a:cs typeface="Tahoma"/>
              </a:rPr>
              <a:t>Cú</a:t>
            </a:r>
            <a:r>
              <a:rPr sz="2950" spc="-360" dirty="0">
                <a:latin typeface="Tahoma"/>
                <a:cs typeface="Tahoma"/>
              </a:rPr>
              <a:t> </a:t>
            </a:r>
            <a:r>
              <a:rPr sz="2950" spc="-20" dirty="0">
                <a:latin typeface="Tahoma"/>
                <a:cs typeface="Tahoma"/>
              </a:rPr>
              <a:t>pháp:</a:t>
            </a:r>
            <a:endParaRPr sz="2950">
              <a:latin typeface="Tahoma"/>
              <a:cs typeface="Tahoma"/>
            </a:endParaRPr>
          </a:p>
          <a:p>
            <a:pPr marL="852805">
              <a:lnSpc>
                <a:spcPct val="100000"/>
              </a:lnSpc>
              <a:spcBef>
                <a:spcPts val="1800"/>
              </a:spcBef>
            </a:pPr>
            <a:r>
              <a:rPr sz="2950" spc="-210" dirty="0">
                <a:latin typeface="Tahoma"/>
                <a:cs typeface="Tahoma"/>
              </a:rPr>
              <a:t>&lt;iframe</a:t>
            </a:r>
            <a:r>
              <a:rPr sz="2950" spc="-285" dirty="0">
                <a:latin typeface="Tahoma"/>
                <a:cs typeface="Tahoma"/>
              </a:rPr>
              <a:t> </a:t>
            </a:r>
            <a:r>
              <a:rPr sz="2950" spc="-170" dirty="0">
                <a:latin typeface="Tahoma"/>
                <a:cs typeface="Tahoma"/>
              </a:rPr>
              <a:t>src="url"</a:t>
            </a:r>
            <a:r>
              <a:rPr sz="2950" spc="-275" dirty="0">
                <a:latin typeface="Tahoma"/>
                <a:cs typeface="Tahoma"/>
              </a:rPr>
              <a:t> </a:t>
            </a:r>
            <a:r>
              <a:rPr sz="2950" spc="-125" dirty="0">
                <a:latin typeface="Tahoma"/>
                <a:cs typeface="Tahoma"/>
              </a:rPr>
              <a:t>title="description"</a:t>
            </a:r>
            <a:r>
              <a:rPr sz="2950" spc="-254" dirty="0">
                <a:latin typeface="Tahoma"/>
                <a:cs typeface="Tahoma"/>
              </a:rPr>
              <a:t> </a:t>
            </a:r>
            <a:r>
              <a:rPr sz="2950" spc="-200" dirty="0">
                <a:latin typeface="Tahoma"/>
                <a:cs typeface="Tahoma"/>
              </a:rPr>
              <a:t>height="200"</a:t>
            </a:r>
            <a:r>
              <a:rPr sz="2950" spc="-295" dirty="0">
                <a:latin typeface="Tahoma"/>
                <a:cs typeface="Tahoma"/>
              </a:rPr>
              <a:t> </a:t>
            </a:r>
            <a:r>
              <a:rPr sz="2950" spc="-175" dirty="0">
                <a:latin typeface="Tahoma"/>
                <a:cs typeface="Tahoma"/>
              </a:rPr>
              <a:t>width="300"&gt;&lt;/iframe&gt;</a:t>
            </a:r>
            <a:endParaRPr sz="2950">
              <a:latin typeface="Tahoma"/>
              <a:cs typeface="Tahoma"/>
            </a:endParaRPr>
          </a:p>
          <a:p>
            <a:pPr marL="1331595" lvl="1" indent="-525145">
              <a:lnSpc>
                <a:spcPct val="100000"/>
              </a:lnSpc>
              <a:spcBef>
                <a:spcPts val="1805"/>
              </a:spcBef>
              <a:buSzPct val="41000"/>
              <a:buChar char="•"/>
              <a:tabLst>
                <a:tab pos="1331595" algn="l"/>
              </a:tabLst>
            </a:pPr>
            <a:r>
              <a:rPr sz="2950" spc="-120" dirty="0">
                <a:latin typeface="Tahoma"/>
                <a:cs typeface="Tahoma"/>
              </a:rPr>
              <a:t>Ví</a:t>
            </a:r>
            <a:r>
              <a:rPr sz="2950" spc="-355" dirty="0">
                <a:latin typeface="Tahoma"/>
                <a:cs typeface="Tahoma"/>
              </a:rPr>
              <a:t> </a:t>
            </a:r>
            <a:r>
              <a:rPr sz="2950" spc="-25" dirty="0">
                <a:latin typeface="Tahoma"/>
                <a:cs typeface="Tahoma"/>
              </a:rPr>
              <a:t>dụ:</a:t>
            </a:r>
            <a:endParaRPr sz="2950">
              <a:latin typeface="Tahoma"/>
              <a:cs typeface="Tahoma"/>
            </a:endParaRPr>
          </a:p>
          <a:p>
            <a:pPr marL="1520190">
              <a:lnSpc>
                <a:spcPct val="100000"/>
              </a:lnSpc>
              <a:spcBef>
                <a:spcPts val="1800"/>
              </a:spcBef>
            </a:pPr>
            <a:r>
              <a:rPr sz="2950" spc="-210" dirty="0">
                <a:latin typeface="Tahoma"/>
                <a:cs typeface="Tahoma"/>
              </a:rPr>
              <a:t>&lt;iframe</a:t>
            </a:r>
            <a:r>
              <a:rPr sz="2950" spc="-305" dirty="0">
                <a:latin typeface="Tahoma"/>
                <a:cs typeface="Tahoma"/>
              </a:rPr>
              <a:t> </a:t>
            </a:r>
            <a:r>
              <a:rPr sz="2950" spc="-170" dirty="0">
                <a:latin typeface="Tahoma"/>
                <a:cs typeface="Tahoma"/>
              </a:rPr>
              <a:t>src="https://dantri.com.vn/"</a:t>
            </a:r>
            <a:r>
              <a:rPr sz="2950" spc="-290" dirty="0">
                <a:latin typeface="Tahoma"/>
                <a:cs typeface="Tahoma"/>
              </a:rPr>
              <a:t> </a:t>
            </a:r>
            <a:r>
              <a:rPr sz="2950" spc="-130" dirty="0">
                <a:latin typeface="Tahoma"/>
                <a:cs typeface="Tahoma"/>
              </a:rPr>
              <a:t>title=“Báo</a:t>
            </a:r>
            <a:r>
              <a:rPr sz="2950" spc="-285" dirty="0">
                <a:latin typeface="Tahoma"/>
                <a:cs typeface="Tahoma"/>
              </a:rPr>
              <a:t> </a:t>
            </a:r>
            <a:r>
              <a:rPr sz="2950" spc="-135" dirty="0">
                <a:latin typeface="Tahoma"/>
                <a:cs typeface="Tahoma"/>
              </a:rPr>
              <a:t>dân</a:t>
            </a:r>
            <a:r>
              <a:rPr sz="2950" spc="-305" dirty="0">
                <a:latin typeface="Tahoma"/>
                <a:cs typeface="Tahoma"/>
              </a:rPr>
              <a:t> </a:t>
            </a:r>
            <a:r>
              <a:rPr sz="2950" spc="-100" dirty="0">
                <a:latin typeface="Tahoma"/>
                <a:cs typeface="Tahoma"/>
              </a:rPr>
              <a:t>trí</a:t>
            </a:r>
            <a:r>
              <a:rPr sz="2950" spc="-295" dirty="0">
                <a:latin typeface="Tahoma"/>
                <a:cs typeface="Tahoma"/>
              </a:rPr>
              <a:t> </a:t>
            </a:r>
            <a:r>
              <a:rPr sz="2950" spc="-120" dirty="0">
                <a:latin typeface="Tahoma"/>
                <a:cs typeface="Tahoma"/>
              </a:rPr>
              <a:t>điện</a:t>
            </a:r>
            <a:r>
              <a:rPr sz="2950" spc="-305" dirty="0">
                <a:latin typeface="Tahoma"/>
                <a:cs typeface="Tahoma"/>
              </a:rPr>
              <a:t> </a:t>
            </a:r>
            <a:r>
              <a:rPr sz="2950" spc="-170" dirty="0">
                <a:latin typeface="Tahoma"/>
                <a:cs typeface="Tahoma"/>
              </a:rPr>
              <a:t>tử"</a:t>
            </a:r>
            <a:r>
              <a:rPr sz="2950" spc="-305" dirty="0">
                <a:latin typeface="Tahoma"/>
                <a:cs typeface="Tahoma"/>
              </a:rPr>
              <a:t> </a:t>
            </a:r>
            <a:r>
              <a:rPr sz="2950" spc="-195" dirty="0">
                <a:latin typeface="Tahoma"/>
                <a:cs typeface="Tahoma"/>
              </a:rPr>
              <a:t>width="1200"</a:t>
            </a:r>
            <a:r>
              <a:rPr sz="2950" spc="-285" dirty="0">
                <a:latin typeface="Tahoma"/>
                <a:cs typeface="Tahoma"/>
              </a:rPr>
              <a:t> </a:t>
            </a:r>
            <a:r>
              <a:rPr sz="2950" spc="-200" dirty="0">
                <a:latin typeface="Tahoma"/>
                <a:cs typeface="Tahoma"/>
              </a:rPr>
              <a:t>height="600"&gt;&lt;/iframe&gt;</a:t>
            </a:r>
            <a:endParaRPr sz="2950">
              <a:latin typeface="Tahoma"/>
              <a:cs typeface="Tahoma"/>
            </a:endParaRPr>
          </a:p>
          <a:p>
            <a:pPr marL="1520190">
              <a:lnSpc>
                <a:spcPct val="100000"/>
              </a:lnSpc>
              <a:spcBef>
                <a:spcPts val="1805"/>
              </a:spcBef>
            </a:pPr>
            <a:r>
              <a:rPr sz="2950" spc="-210" dirty="0">
                <a:latin typeface="Tahoma"/>
                <a:cs typeface="Tahoma"/>
              </a:rPr>
              <a:t>&lt;iframe</a:t>
            </a:r>
            <a:r>
              <a:rPr sz="2950" spc="-240" dirty="0">
                <a:latin typeface="Tahoma"/>
                <a:cs typeface="Tahoma"/>
              </a:rPr>
              <a:t> </a:t>
            </a:r>
            <a:r>
              <a:rPr sz="2950" spc="-175" dirty="0">
                <a:latin typeface="Tahoma"/>
                <a:cs typeface="Tahoma"/>
              </a:rPr>
              <a:t>src="https://tlu.edu.vn/"</a:t>
            </a:r>
            <a:r>
              <a:rPr sz="2950" spc="-250" dirty="0">
                <a:latin typeface="Tahoma"/>
                <a:cs typeface="Tahoma"/>
              </a:rPr>
              <a:t> </a:t>
            </a:r>
            <a:r>
              <a:rPr sz="2950" spc="-170" dirty="0">
                <a:latin typeface="Tahoma"/>
                <a:cs typeface="Tahoma"/>
              </a:rPr>
              <a:t>title=“TLU</a:t>
            </a:r>
            <a:r>
              <a:rPr sz="2950" spc="-240" dirty="0">
                <a:latin typeface="Tahoma"/>
                <a:cs typeface="Tahoma"/>
              </a:rPr>
              <a:t> </a:t>
            </a:r>
            <a:r>
              <a:rPr sz="2950" spc="-140" dirty="0">
                <a:latin typeface="Tahoma"/>
                <a:cs typeface="Tahoma"/>
              </a:rPr>
              <a:t>University"</a:t>
            </a:r>
            <a:r>
              <a:rPr sz="2950" spc="-229" dirty="0">
                <a:latin typeface="Tahoma"/>
                <a:cs typeface="Tahoma"/>
              </a:rPr>
              <a:t> </a:t>
            </a:r>
            <a:r>
              <a:rPr sz="2950" spc="-195" dirty="0">
                <a:latin typeface="Tahoma"/>
                <a:cs typeface="Tahoma"/>
              </a:rPr>
              <a:t>width="1200"</a:t>
            </a:r>
            <a:r>
              <a:rPr sz="2950" spc="-240" dirty="0">
                <a:latin typeface="Tahoma"/>
                <a:cs typeface="Tahoma"/>
              </a:rPr>
              <a:t> </a:t>
            </a:r>
            <a:r>
              <a:rPr sz="2950" spc="-175" dirty="0">
                <a:latin typeface="Tahoma"/>
                <a:cs typeface="Tahoma"/>
              </a:rPr>
              <a:t>height="600"&gt;&lt;/iframe&gt;</a:t>
            </a:r>
            <a:endParaRPr sz="295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484" dirty="0"/>
              <a:t>CHƯƠNG</a:t>
            </a:r>
            <a:r>
              <a:rPr spc="-580" dirty="0"/>
              <a:t> </a:t>
            </a:r>
            <a:r>
              <a:rPr spc="-919" dirty="0"/>
              <a:t>II:</a:t>
            </a:r>
            <a:r>
              <a:rPr spc="-575" dirty="0"/>
              <a:t> </a:t>
            </a:r>
            <a:r>
              <a:rPr spc="-715" dirty="0"/>
              <a:t>HTML</a:t>
            </a:r>
            <a:r>
              <a:rPr spc="-585" dirty="0"/>
              <a:t> </a:t>
            </a:r>
            <a:r>
              <a:rPr spc="-905" dirty="0"/>
              <a:t>&amp;</a:t>
            </a:r>
            <a:r>
              <a:rPr spc="-580" dirty="0"/>
              <a:t> </a:t>
            </a:r>
            <a:r>
              <a:rPr spc="-715" dirty="0"/>
              <a:t>HTML5</a:t>
            </a:r>
            <a:endParaRPr spc="-715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  <p:sp>
        <p:nvSpPr>
          <p:cNvPr id="15" name="object 13"/>
          <p:cNvSpPr txBox="1">
            <a:spLocks noGrp="1"/>
          </p:cNvSpPr>
          <p:nvPr>
            <p:ph type="dt" sz="half" idx="6"/>
          </p:nvPr>
        </p:nvSpPr>
        <p:spPr>
          <a:xfrm>
            <a:off x="601345" y="10674350"/>
            <a:ext cx="5245100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85" dirty="0">
                <a:solidFill>
                  <a:schemeClr val="tx1"/>
                </a:solidFill>
              </a:rPr>
              <a:t>THIẾT </a:t>
            </a:r>
            <a:r>
              <a:rPr spc="-110" dirty="0">
                <a:solidFill>
                  <a:schemeClr val="tx1"/>
                </a:solidFill>
              </a:rPr>
              <a:t>KẾ</a:t>
            </a:r>
            <a:r>
              <a:rPr spc="-190" dirty="0">
                <a:solidFill>
                  <a:schemeClr val="tx1"/>
                </a:solidFill>
              </a:rPr>
              <a:t> </a:t>
            </a:r>
            <a:r>
              <a:rPr spc="-110" dirty="0">
                <a:solidFill>
                  <a:schemeClr val="tx1"/>
                </a:solidFill>
              </a:rPr>
              <a:t>WEB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VÀ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45" dirty="0">
                <a:solidFill>
                  <a:schemeClr val="tx1"/>
                </a:solidFill>
              </a:rPr>
              <a:t>TRIỂN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KHAI</a:t>
            </a:r>
            <a:r>
              <a:rPr spc="-200" dirty="0">
                <a:solidFill>
                  <a:schemeClr val="tx1"/>
                </a:solidFill>
              </a:rPr>
              <a:t> </a:t>
            </a:r>
            <a:r>
              <a:rPr spc="-80" dirty="0">
                <a:solidFill>
                  <a:schemeClr val="tx1"/>
                </a:solidFill>
              </a:rPr>
              <a:t>HỆ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95" dirty="0">
                <a:solidFill>
                  <a:schemeClr val="tx1"/>
                </a:solidFill>
              </a:rPr>
              <a:t>THỐNG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75" dirty="0">
                <a:solidFill>
                  <a:schemeClr val="tx1"/>
                </a:solidFill>
              </a:rPr>
              <a:t>PHẦN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25" dirty="0">
                <a:solidFill>
                  <a:schemeClr val="tx1"/>
                </a:solidFill>
              </a:rPr>
              <a:t>MỀM</a:t>
            </a:r>
            <a:endParaRPr spc="-20" dirty="0">
              <a:solidFill>
                <a:schemeClr val="tx1"/>
              </a:solidFill>
            </a:endParaRPr>
          </a:p>
        </p:txBody>
      </p:sp>
      <p:sp>
        <p:nvSpPr>
          <p:cNvPr id="16" name="object 6"/>
          <p:cNvSpPr/>
          <p:nvPr/>
        </p:nvSpPr>
        <p:spPr>
          <a:xfrm>
            <a:off x="523544" y="10447221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8063A1"/>
            </a:solidFill>
          </a:ln>
        </p:spPr>
        <p:txBody>
          <a:bodyPr wrap="square" lIns="0" tIns="0" rIns="0" bIns="0" rtlCol="0"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9590" y="4283374"/>
            <a:ext cx="18337530" cy="5499100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641985" indent="-629285">
              <a:lnSpc>
                <a:spcPct val="100000"/>
              </a:lnSpc>
              <a:spcBef>
                <a:spcPts val="2075"/>
              </a:spcBef>
              <a:buSzPct val="59000"/>
              <a:buFont typeface="Wingdings"/>
              <a:buChar char=""/>
              <a:tabLst>
                <a:tab pos="641985" algn="l"/>
              </a:tabLst>
            </a:pPr>
            <a:r>
              <a:rPr sz="2950" b="1" dirty="0">
                <a:latin typeface="Arial" panose="020B0604020202020204"/>
                <a:cs typeface="Arial" panose="020B0604020202020204"/>
              </a:rPr>
              <a:t>Thẻ</a:t>
            </a:r>
            <a:r>
              <a:rPr sz="295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2950" b="1" spc="-10" dirty="0">
                <a:latin typeface="Arial" panose="020B0604020202020204"/>
                <a:cs typeface="Arial" panose="020B0604020202020204"/>
              </a:rPr>
              <a:t>iframe</a:t>
            </a:r>
            <a:endParaRPr sz="2950">
              <a:latin typeface="Arial" panose="020B0604020202020204"/>
              <a:cs typeface="Arial" panose="020B0604020202020204"/>
            </a:endParaRPr>
          </a:p>
          <a:p>
            <a:pPr marL="1331595" lvl="1" indent="-525145">
              <a:lnSpc>
                <a:spcPct val="100000"/>
              </a:lnSpc>
              <a:spcBef>
                <a:spcPts val="1980"/>
              </a:spcBef>
              <a:buSzPct val="41000"/>
              <a:buChar char="•"/>
              <a:tabLst>
                <a:tab pos="1331595" algn="l"/>
              </a:tabLst>
            </a:pPr>
            <a:r>
              <a:rPr sz="2950" spc="-80" dirty="0">
                <a:latin typeface="Tahoma"/>
                <a:cs typeface="Tahoma"/>
              </a:rPr>
              <a:t>Mục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14" dirty="0">
                <a:latin typeface="Tahoma"/>
                <a:cs typeface="Tahoma"/>
              </a:rPr>
              <a:t>tiêu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70" dirty="0">
                <a:latin typeface="Tahoma"/>
                <a:cs typeface="Tahoma"/>
              </a:rPr>
              <a:t>cho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45" dirty="0">
                <a:latin typeface="Tahoma"/>
                <a:cs typeface="Tahoma"/>
              </a:rPr>
              <a:t>một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65" dirty="0">
                <a:latin typeface="Tahoma"/>
                <a:cs typeface="Tahoma"/>
              </a:rPr>
              <a:t>liên</a:t>
            </a:r>
            <a:r>
              <a:rPr sz="2950" spc="-335" dirty="0">
                <a:latin typeface="Tahoma"/>
                <a:cs typeface="Tahoma"/>
              </a:rPr>
              <a:t> </a:t>
            </a:r>
            <a:r>
              <a:rPr sz="2950" spc="-20" dirty="0">
                <a:latin typeface="Tahoma"/>
                <a:cs typeface="Tahoma"/>
              </a:rPr>
              <a:t>kết:</a:t>
            </a:r>
            <a:endParaRPr sz="2950">
              <a:latin typeface="Tahoma"/>
              <a:cs typeface="Tahoma"/>
            </a:endParaRPr>
          </a:p>
          <a:p>
            <a:pPr marL="2085340" lvl="2" indent="-419100">
              <a:lnSpc>
                <a:spcPct val="100000"/>
              </a:lnSpc>
              <a:spcBef>
                <a:spcPts val="1805"/>
              </a:spcBef>
              <a:buSzPct val="41000"/>
              <a:buChar char="•"/>
              <a:tabLst>
                <a:tab pos="2084705" algn="l"/>
              </a:tabLst>
            </a:pPr>
            <a:r>
              <a:rPr sz="2950" spc="-165" dirty="0">
                <a:latin typeface="Tahoma"/>
                <a:cs typeface="Tahoma"/>
              </a:rPr>
              <a:t>Thuộc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20" dirty="0">
                <a:latin typeface="Tahoma"/>
                <a:cs typeface="Tahoma"/>
              </a:rPr>
              <a:t>tính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70" dirty="0">
                <a:latin typeface="Tahoma"/>
                <a:cs typeface="Tahoma"/>
              </a:rPr>
              <a:t>target</a:t>
            </a:r>
            <a:r>
              <a:rPr sz="2950" spc="-320" dirty="0">
                <a:latin typeface="Tahoma"/>
                <a:cs typeface="Tahoma"/>
              </a:rPr>
              <a:t> </a:t>
            </a:r>
            <a:r>
              <a:rPr sz="2950" spc="-70" dirty="0">
                <a:latin typeface="Tahoma"/>
                <a:cs typeface="Tahoma"/>
              </a:rPr>
              <a:t>của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65" dirty="0">
                <a:latin typeface="Tahoma"/>
                <a:cs typeface="Tahoma"/>
              </a:rPr>
              <a:t>liên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45" dirty="0">
                <a:latin typeface="Tahoma"/>
                <a:cs typeface="Tahoma"/>
              </a:rPr>
              <a:t>kết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00" dirty="0">
                <a:latin typeface="Tahoma"/>
                <a:cs typeface="Tahoma"/>
              </a:rPr>
              <a:t>phải</a:t>
            </a:r>
            <a:r>
              <a:rPr sz="2950" spc="-335" dirty="0">
                <a:latin typeface="Tahoma"/>
                <a:cs typeface="Tahoma"/>
              </a:rPr>
              <a:t> </a:t>
            </a:r>
            <a:r>
              <a:rPr sz="2950" spc="-145" dirty="0">
                <a:latin typeface="Tahoma"/>
                <a:cs typeface="Tahoma"/>
              </a:rPr>
              <a:t>tham</a:t>
            </a:r>
            <a:r>
              <a:rPr sz="2950" spc="-335" dirty="0">
                <a:latin typeface="Tahoma"/>
                <a:cs typeface="Tahoma"/>
              </a:rPr>
              <a:t> </a:t>
            </a:r>
            <a:r>
              <a:rPr sz="2950" spc="-80" dirty="0">
                <a:latin typeface="Tahoma"/>
                <a:cs typeface="Tahoma"/>
              </a:rPr>
              <a:t>chiếu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55" dirty="0">
                <a:latin typeface="Tahoma"/>
                <a:cs typeface="Tahoma"/>
              </a:rPr>
              <a:t>đến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05" dirty="0">
                <a:latin typeface="Tahoma"/>
                <a:cs typeface="Tahoma"/>
              </a:rPr>
              <a:t>thuộc</a:t>
            </a:r>
            <a:r>
              <a:rPr sz="2950" spc="-350" dirty="0">
                <a:latin typeface="Tahoma"/>
                <a:cs typeface="Tahoma"/>
              </a:rPr>
              <a:t> </a:t>
            </a:r>
            <a:r>
              <a:rPr sz="2950" spc="-120" dirty="0">
                <a:latin typeface="Tahoma"/>
                <a:cs typeface="Tahoma"/>
              </a:rPr>
              <a:t>tính</a:t>
            </a:r>
            <a:r>
              <a:rPr sz="2950" spc="-345" dirty="0">
                <a:latin typeface="Tahoma"/>
                <a:cs typeface="Tahoma"/>
              </a:rPr>
              <a:t> </a:t>
            </a:r>
            <a:r>
              <a:rPr sz="2950" spc="-155" dirty="0">
                <a:latin typeface="Tahoma"/>
                <a:cs typeface="Tahoma"/>
              </a:rPr>
              <a:t>name</a:t>
            </a:r>
            <a:r>
              <a:rPr sz="2950" spc="-325" dirty="0">
                <a:latin typeface="Tahoma"/>
                <a:cs typeface="Tahoma"/>
              </a:rPr>
              <a:t> </a:t>
            </a:r>
            <a:r>
              <a:rPr sz="2950" spc="-70" dirty="0">
                <a:latin typeface="Tahoma"/>
                <a:cs typeface="Tahoma"/>
              </a:rPr>
              <a:t>của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0" dirty="0">
                <a:latin typeface="Tahoma"/>
                <a:cs typeface="Tahoma"/>
              </a:rPr>
              <a:t>iframe.</a:t>
            </a:r>
            <a:endParaRPr sz="2950">
              <a:latin typeface="Tahoma"/>
              <a:cs typeface="Tahoma"/>
            </a:endParaRPr>
          </a:p>
          <a:p>
            <a:pPr marL="1331595" lvl="1" indent="-525145">
              <a:lnSpc>
                <a:spcPct val="100000"/>
              </a:lnSpc>
              <a:spcBef>
                <a:spcPts val="1800"/>
              </a:spcBef>
              <a:buSzPct val="41000"/>
              <a:buChar char="•"/>
              <a:tabLst>
                <a:tab pos="1331595" algn="l"/>
              </a:tabLst>
            </a:pPr>
            <a:r>
              <a:rPr sz="2950" spc="-120" dirty="0">
                <a:latin typeface="Tahoma"/>
                <a:cs typeface="Tahoma"/>
              </a:rPr>
              <a:t>Ví</a:t>
            </a:r>
            <a:r>
              <a:rPr sz="2950" spc="-355" dirty="0">
                <a:latin typeface="Tahoma"/>
                <a:cs typeface="Tahoma"/>
              </a:rPr>
              <a:t> </a:t>
            </a:r>
            <a:r>
              <a:rPr sz="2950" spc="-25" dirty="0">
                <a:latin typeface="Tahoma"/>
                <a:cs typeface="Tahoma"/>
              </a:rPr>
              <a:t>dụ:</a:t>
            </a:r>
            <a:endParaRPr sz="2950">
              <a:latin typeface="Tahoma"/>
              <a:cs typeface="Tahoma"/>
            </a:endParaRPr>
          </a:p>
          <a:p>
            <a:pPr marL="1520190">
              <a:lnSpc>
                <a:spcPct val="100000"/>
              </a:lnSpc>
              <a:spcBef>
                <a:spcPts val="1805"/>
              </a:spcBef>
            </a:pPr>
            <a:r>
              <a:rPr sz="2950" spc="-210" dirty="0">
                <a:latin typeface="Tahoma"/>
                <a:cs typeface="Tahoma"/>
              </a:rPr>
              <a:t>&lt;iframe</a:t>
            </a:r>
            <a:r>
              <a:rPr sz="2950" spc="-229" dirty="0">
                <a:latin typeface="Tahoma"/>
                <a:cs typeface="Tahoma"/>
              </a:rPr>
              <a:t> </a:t>
            </a:r>
            <a:r>
              <a:rPr sz="2950" spc="-180" dirty="0">
                <a:latin typeface="Tahoma"/>
                <a:cs typeface="Tahoma"/>
              </a:rPr>
              <a:t>src="https://</a:t>
            </a:r>
            <a:r>
              <a:rPr sz="2950" spc="-180" dirty="0">
                <a:latin typeface="Tahoma"/>
                <a:cs typeface="Tahoma"/>
                <a:hlinkClick r:id="rId1"/>
              </a:rPr>
              <a:t>www.bing.com/"</a:t>
            </a:r>
            <a:r>
              <a:rPr sz="2950" spc="-215" dirty="0">
                <a:latin typeface="Tahoma"/>
                <a:cs typeface="Tahoma"/>
              </a:rPr>
              <a:t> </a:t>
            </a:r>
            <a:r>
              <a:rPr sz="2950" spc="-210" dirty="0">
                <a:latin typeface="Tahoma"/>
                <a:cs typeface="Tahoma"/>
              </a:rPr>
              <a:t>name="web_bing"</a:t>
            </a:r>
            <a:r>
              <a:rPr sz="2950" spc="-200" dirty="0">
                <a:latin typeface="Tahoma"/>
                <a:cs typeface="Tahoma"/>
              </a:rPr>
              <a:t> </a:t>
            </a:r>
            <a:r>
              <a:rPr sz="2950" spc="-195" dirty="0">
                <a:latin typeface="Tahoma"/>
                <a:cs typeface="Tahoma"/>
              </a:rPr>
              <a:t>width="1000"</a:t>
            </a:r>
            <a:r>
              <a:rPr sz="2950" spc="-229" dirty="0">
                <a:latin typeface="Tahoma"/>
                <a:cs typeface="Tahoma"/>
              </a:rPr>
              <a:t> </a:t>
            </a:r>
            <a:r>
              <a:rPr sz="2950" spc="-175" dirty="0">
                <a:latin typeface="Tahoma"/>
                <a:cs typeface="Tahoma"/>
              </a:rPr>
              <a:t>height="600"&gt;&lt;/iframe&gt;</a:t>
            </a:r>
            <a:endParaRPr sz="2950">
              <a:latin typeface="Tahoma"/>
              <a:cs typeface="Tahoma"/>
            </a:endParaRPr>
          </a:p>
          <a:p>
            <a:pPr marL="1520190">
              <a:lnSpc>
                <a:spcPct val="100000"/>
              </a:lnSpc>
              <a:spcBef>
                <a:spcPts val="1800"/>
              </a:spcBef>
            </a:pPr>
            <a:r>
              <a:rPr sz="2950" spc="-450" dirty="0">
                <a:latin typeface="Tahoma"/>
                <a:cs typeface="Tahoma"/>
              </a:rPr>
              <a:t>&lt;p&gt;&lt;a</a:t>
            </a:r>
            <a:r>
              <a:rPr sz="2950" spc="-270" dirty="0">
                <a:latin typeface="Tahoma"/>
                <a:cs typeface="Tahoma"/>
              </a:rPr>
              <a:t> </a:t>
            </a:r>
            <a:r>
              <a:rPr sz="2950" spc="-145" dirty="0">
                <a:latin typeface="Tahoma"/>
                <a:cs typeface="Tahoma"/>
              </a:rPr>
              <a:t>href="https://coccoc.com/search"</a:t>
            </a:r>
            <a:r>
              <a:rPr sz="2950" spc="-254" dirty="0">
                <a:latin typeface="Tahoma"/>
                <a:cs typeface="Tahoma"/>
              </a:rPr>
              <a:t> </a:t>
            </a:r>
            <a:r>
              <a:rPr sz="2950" spc="-235" dirty="0">
                <a:latin typeface="Tahoma"/>
                <a:cs typeface="Tahoma"/>
              </a:rPr>
              <a:t>target="web_bing"&gt;Tìm</a:t>
            </a:r>
            <a:r>
              <a:rPr sz="2950" spc="-229" dirty="0">
                <a:latin typeface="Tahoma"/>
                <a:cs typeface="Tahoma"/>
              </a:rPr>
              <a:t> </a:t>
            </a:r>
            <a:r>
              <a:rPr sz="2950" spc="-120" dirty="0">
                <a:latin typeface="Tahoma"/>
                <a:cs typeface="Tahoma"/>
              </a:rPr>
              <a:t>kiếm</a:t>
            </a:r>
            <a:r>
              <a:rPr sz="2950" spc="-260" dirty="0">
                <a:latin typeface="Tahoma"/>
                <a:cs typeface="Tahoma"/>
              </a:rPr>
              <a:t> </a:t>
            </a:r>
            <a:r>
              <a:rPr sz="2950" spc="-150" dirty="0">
                <a:latin typeface="Tahoma"/>
                <a:cs typeface="Tahoma"/>
              </a:rPr>
              <a:t>trên</a:t>
            </a:r>
            <a:r>
              <a:rPr sz="2950" spc="-260" dirty="0">
                <a:latin typeface="Tahoma"/>
                <a:cs typeface="Tahoma"/>
              </a:rPr>
              <a:t> </a:t>
            </a:r>
            <a:r>
              <a:rPr sz="2950" dirty="0">
                <a:latin typeface="Tahoma"/>
                <a:cs typeface="Tahoma"/>
              </a:rPr>
              <a:t>Cốc</a:t>
            </a:r>
            <a:r>
              <a:rPr sz="2950" spc="-270" dirty="0">
                <a:latin typeface="Tahoma"/>
                <a:cs typeface="Tahoma"/>
              </a:rPr>
              <a:t> </a:t>
            </a:r>
            <a:r>
              <a:rPr sz="2950" spc="-325" dirty="0">
                <a:latin typeface="Tahoma"/>
                <a:cs typeface="Tahoma"/>
              </a:rPr>
              <a:t>Cốc&lt;/a&gt;&lt;/p&gt;</a:t>
            </a:r>
            <a:endParaRPr sz="2950">
              <a:latin typeface="Tahoma"/>
              <a:cs typeface="Tahoma"/>
            </a:endParaRPr>
          </a:p>
          <a:p>
            <a:pPr marL="1331595" marR="5080" lvl="1" indent="-525780">
              <a:lnSpc>
                <a:spcPct val="151000"/>
              </a:lnSpc>
              <a:spcBef>
                <a:spcPts val="5"/>
              </a:spcBef>
              <a:buSzPct val="41000"/>
              <a:buChar char="•"/>
              <a:tabLst>
                <a:tab pos="1331595" algn="l"/>
              </a:tabLst>
            </a:pPr>
            <a:r>
              <a:rPr sz="2950" spc="-160" dirty="0">
                <a:latin typeface="Tahoma"/>
                <a:cs typeface="Tahoma"/>
              </a:rPr>
              <a:t>Lưu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270" dirty="0">
                <a:latin typeface="Tahoma"/>
                <a:cs typeface="Tahoma"/>
              </a:rPr>
              <a:t>ý: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40" dirty="0">
                <a:latin typeface="Tahoma"/>
                <a:cs typeface="Tahoma"/>
              </a:rPr>
              <a:t>Một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65" dirty="0">
                <a:latin typeface="Tahoma"/>
                <a:cs typeface="Tahoma"/>
              </a:rPr>
              <a:t>số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95" dirty="0">
                <a:latin typeface="Tahoma"/>
                <a:cs typeface="Tahoma"/>
              </a:rPr>
              <a:t>trang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65" dirty="0">
                <a:latin typeface="Tahoma"/>
                <a:cs typeface="Tahoma"/>
              </a:rPr>
              <a:t>như</a:t>
            </a:r>
            <a:r>
              <a:rPr sz="2950" spc="-325" dirty="0">
                <a:latin typeface="Tahoma"/>
                <a:cs typeface="Tahoma"/>
              </a:rPr>
              <a:t> </a:t>
            </a:r>
            <a:r>
              <a:rPr sz="2950" spc="-155" dirty="0">
                <a:latin typeface="Tahoma"/>
                <a:cs typeface="Tahoma"/>
              </a:rPr>
              <a:t>google.com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85" dirty="0">
                <a:latin typeface="Tahoma"/>
                <a:cs typeface="Tahoma"/>
              </a:rPr>
              <a:t>không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85" dirty="0">
                <a:latin typeface="Tahoma"/>
                <a:cs typeface="Tahoma"/>
              </a:rPr>
              <a:t>cho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40" dirty="0">
                <a:latin typeface="Tahoma"/>
                <a:cs typeface="Tahoma"/>
              </a:rPr>
              <a:t>phép</a:t>
            </a:r>
            <a:r>
              <a:rPr sz="2950" spc="-350" dirty="0">
                <a:latin typeface="Tahoma"/>
                <a:cs typeface="Tahoma"/>
              </a:rPr>
              <a:t> </a:t>
            </a:r>
            <a:r>
              <a:rPr sz="2950" spc="-190" dirty="0">
                <a:latin typeface="Tahoma"/>
                <a:cs typeface="Tahoma"/>
              </a:rPr>
              <a:t>nhúng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45" dirty="0">
                <a:latin typeface="Tahoma"/>
                <a:cs typeface="Tahoma"/>
              </a:rPr>
              <a:t>iframe,</a:t>
            </a:r>
            <a:r>
              <a:rPr sz="2950" spc="-330" dirty="0">
                <a:latin typeface="Tahoma"/>
                <a:cs typeface="Tahoma"/>
              </a:rPr>
              <a:t> </a:t>
            </a:r>
            <a:r>
              <a:rPr sz="2950" spc="-155" dirty="0">
                <a:latin typeface="Tahoma"/>
                <a:cs typeface="Tahoma"/>
              </a:rPr>
              <a:t>nên</a:t>
            </a:r>
            <a:r>
              <a:rPr sz="2950" spc="-335" dirty="0">
                <a:latin typeface="Tahoma"/>
                <a:cs typeface="Tahoma"/>
              </a:rPr>
              <a:t> </a:t>
            </a:r>
            <a:r>
              <a:rPr sz="2950" spc="-65" dirty="0">
                <a:latin typeface="Tahoma"/>
                <a:cs typeface="Tahoma"/>
              </a:rPr>
              <a:t>sẽ</a:t>
            </a:r>
            <a:r>
              <a:rPr sz="2950" spc="-335" dirty="0">
                <a:latin typeface="Tahoma"/>
                <a:cs typeface="Tahoma"/>
              </a:rPr>
              <a:t> </a:t>
            </a:r>
            <a:r>
              <a:rPr sz="2950" spc="-165" dirty="0">
                <a:latin typeface="Tahoma"/>
                <a:cs typeface="Tahoma"/>
              </a:rPr>
              <a:t>thấy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75" dirty="0">
                <a:latin typeface="Tahoma"/>
                <a:cs typeface="Tahoma"/>
              </a:rPr>
              <a:t>thông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20" dirty="0">
                <a:latin typeface="Tahoma"/>
                <a:cs typeface="Tahoma"/>
              </a:rPr>
              <a:t>báo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50" dirty="0">
                <a:latin typeface="Tahoma"/>
                <a:cs typeface="Tahoma"/>
              </a:rPr>
              <a:t>từ</a:t>
            </a:r>
            <a:r>
              <a:rPr sz="2950" spc="-325" dirty="0">
                <a:latin typeface="Tahoma"/>
                <a:cs typeface="Tahoma"/>
              </a:rPr>
              <a:t> </a:t>
            </a:r>
            <a:r>
              <a:rPr sz="2950" spc="-65" dirty="0">
                <a:latin typeface="Tahoma"/>
                <a:cs typeface="Tahoma"/>
              </a:rPr>
              <a:t>chối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45" dirty="0">
                <a:latin typeface="Tahoma"/>
                <a:cs typeface="Tahoma"/>
              </a:rPr>
              <a:t>kết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00" dirty="0">
                <a:latin typeface="Tahoma"/>
                <a:cs typeface="Tahoma"/>
              </a:rPr>
              <a:t>nối,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50" dirty="0">
                <a:latin typeface="Tahoma"/>
                <a:cs typeface="Tahoma"/>
              </a:rPr>
              <a:t>chỉ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0" dirty="0">
                <a:latin typeface="Tahoma"/>
                <a:cs typeface="Tahoma"/>
              </a:rPr>
              <a:t>những </a:t>
            </a:r>
            <a:r>
              <a:rPr sz="2950" spc="-195" dirty="0">
                <a:latin typeface="Tahoma"/>
                <a:cs typeface="Tahoma"/>
              </a:rPr>
              <a:t>trang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35" dirty="0">
                <a:latin typeface="Tahoma"/>
                <a:cs typeface="Tahoma"/>
              </a:rPr>
              <a:t>nào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85" dirty="0">
                <a:latin typeface="Tahoma"/>
                <a:cs typeface="Tahoma"/>
              </a:rPr>
              <a:t>cho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40" dirty="0">
                <a:latin typeface="Tahoma"/>
                <a:cs typeface="Tahoma"/>
              </a:rPr>
              <a:t>phép</a:t>
            </a:r>
            <a:r>
              <a:rPr sz="2950" spc="-330" dirty="0">
                <a:latin typeface="Tahoma"/>
                <a:cs typeface="Tahoma"/>
              </a:rPr>
              <a:t> </a:t>
            </a:r>
            <a:r>
              <a:rPr sz="2950" spc="-190" dirty="0">
                <a:latin typeface="Tahoma"/>
                <a:cs typeface="Tahoma"/>
              </a:rPr>
              <a:t>nhúng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60" dirty="0">
                <a:latin typeface="Tahoma"/>
                <a:cs typeface="Tahoma"/>
              </a:rPr>
              <a:t>vào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00" dirty="0">
                <a:latin typeface="Tahoma"/>
                <a:cs typeface="Tahoma"/>
              </a:rPr>
              <a:t>thì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25" dirty="0">
                <a:latin typeface="Tahoma"/>
                <a:cs typeface="Tahoma"/>
              </a:rPr>
              <a:t>ta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25" dirty="0">
                <a:latin typeface="Tahoma"/>
                <a:cs typeface="Tahoma"/>
              </a:rPr>
              <a:t>mới</a:t>
            </a:r>
            <a:r>
              <a:rPr sz="2950" spc="-335" dirty="0">
                <a:latin typeface="Tahoma"/>
                <a:cs typeface="Tahoma"/>
              </a:rPr>
              <a:t> </a:t>
            </a:r>
            <a:r>
              <a:rPr sz="2950" spc="-190" dirty="0">
                <a:latin typeface="Tahoma"/>
                <a:cs typeface="Tahoma"/>
              </a:rPr>
              <a:t>nhúng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0" dirty="0">
                <a:latin typeface="Tahoma"/>
                <a:cs typeface="Tahoma"/>
              </a:rPr>
              <a:t>được.</a:t>
            </a:r>
            <a:endParaRPr sz="295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926" y="2201978"/>
            <a:ext cx="9552239" cy="2845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484" dirty="0"/>
              <a:t>CHƯƠNG</a:t>
            </a:r>
            <a:r>
              <a:rPr spc="-580" dirty="0"/>
              <a:t> </a:t>
            </a:r>
            <a:r>
              <a:rPr spc="-919" dirty="0"/>
              <a:t>II:</a:t>
            </a:r>
            <a:r>
              <a:rPr spc="-575" dirty="0"/>
              <a:t> </a:t>
            </a:r>
            <a:r>
              <a:rPr spc="-715" dirty="0"/>
              <a:t>HTML</a:t>
            </a:r>
            <a:r>
              <a:rPr spc="-585" dirty="0"/>
              <a:t> </a:t>
            </a:r>
            <a:r>
              <a:rPr spc="-905" dirty="0"/>
              <a:t>&amp;</a:t>
            </a:r>
            <a:r>
              <a:rPr spc="-580" dirty="0"/>
              <a:t> </a:t>
            </a:r>
            <a:r>
              <a:rPr spc="-715" dirty="0"/>
              <a:t>HTML5</a:t>
            </a:r>
            <a:endParaRPr spc="-715" dirty="0"/>
          </a:p>
        </p:txBody>
      </p:sp>
      <p:sp>
        <p:nvSpPr>
          <p:cNvPr id="5" name="object 5"/>
          <p:cNvSpPr txBox="1"/>
          <p:nvPr/>
        </p:nvSpPr>
        <p:spPr>
          <a:xfrm>
            <a:off x="2584450" y="2682875"/>
            <a:ext cx="8923655" cy="689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spc="-465" dirty="0">
                <a:latin typeface="Tahoma"/>
                <a:cs typeface="Tahoma"/>
              </a:rPr>
              <a:t>2.3</a:t>
            </a:r>
            <a:r>
              <a:rPr sz="4400" b="1" spc="-495" dirty="0">
                <a:latin typeface="Tahoma"/>
                <a:cs typeface="Tahoma"/>
              </a:rPr>
              <a:t> </a:t>
            </a:r>
            <a:r>
              <a:rPr sz="4400" b="1" spc="-265" dirty="0">
                <a:latin typeface="Tahoma"/>
                <a:cs typeface="Tahoma"/>
              </a:rPr>
              <a:t>Các</a:t>
            </a:r>
            <a:r>
              <a:rPr sz="4400" b="1" spc="-490" dirty="0">
                <a:latin typeface="Tahoma"/>
                <a:cs typeface="Tahoma"/>
              </a:rPr>
              <a:t> </a:t>
            </a:r>
            <a:r>
              <a:rPr sz="4400" b="1" spc="-459" dirty="0">
                <a:latin typeface="Tahoma"/>
                <a:cs typeface="Tahoma"/>
              </a:rPr>
              <a:t>thẻ</a:t>
            </a:r>
            <a:r>
              <a:rPr sz="4400" b="1" spc="-495" dirty="0">
                <a:latin typeface="Tahoma"/>
                <a:cs typeface="Tahoma"/>
              </a:rPr>
              <a:t> </a:t>
            </a:r>
            <a:r>
              <a:rPr sz="4400" b="1" spc="-630" dirty="0">
                <a:latin typeface="Tahoma"/>
                <a:cs typeface="Tahoma"/>
              </a:rPr>
              <a:t>HTML</a:t>
            </a:r>
            <a:r>
              <a:rPr sz="4400" b="1" spc="-490" dirty="0">
                <a:latin typeface="Tahoma"/>
                <a:cs typeface="Tahoma"/>
              </a:rPr>
              <a:t> </a:t>
            </a:r>
            <a:r>
              <a:rPr sz="4400" b="1" spc="-545" dirty="0">
                <a:latin typeface="Tahoma"/>
                <a:cs typeface="Tahoma"/>
              </a:rPr>
              <a:t>thông</a:t>
            </a:r>
            <a:r>
              <a:rPr sz="4400" b="1" spc="-500" dirty="0">
                <a:latin typeface="Tahoma"/>
                <a:cs typeface="Tahoma"/>
              </a:rPr>
              <a:t> </a:t>
            </a:r>
            <a:r>
              <a:rPr sz="4400" b="1" spc="-580" dirty="0">
                <a:latin typeface="Tahoma"/>
                <a:cs typeface="Tahoma"/>
              </a:rPr>
              <a:t>dụng</a:t>
            </a:r>
            <a:endParaRPr sz="4400">
              <a:latin typeface="Tahoma"/>
              <a:cs typeface="Tahoma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  <p:sp>
        <p:nvSpPr>
          <p:cNvPr id="15" name="object 13"/>
          <p:cNvSpPr txBox="1">
            <a:spLocks noGrp="1"/>
          </p:cNvSpPr>
          <p:nvPr>
            <p:ph type="dt" sz="half" idx="6"/>
          </p:nvPr>
        </p:nvSpPr>
        <p:spPr>
          <a:xfrm>
            <a:off x="601345" y="10674350"/>
            <a:ext cx="5245100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85" dirty="0">
                <a:solidFill>
                  <a:schemeClr val="tx1"/>
                </a:solidFill>
              </a:rPr>
              <a:t>THIẾT </a:t>
            </a:r>
            <a:r>
              <a:rPr spc="-110" dirty="0">
                <a:solidFill>
                  <a:schemeClr val="tx1"/>
                </a:solidFill>
              </a:rPr>
              <a:t>KẾ</a:t>
            </a:r>
            <a:r>
              <a:rPr spc="-190" dirty="0">
                <a:solidFill>
                  <a:schemeClr val="tx1"/>
                </a:solidFill>
              </a:rPr>
              <a:t> </a:t>
            </a:r>
            <a:r>
              <a:rPr spc="-110" dirty="0">
                <a:solidFill>
                  <a:schemeClr val="tx1"/>
                </a:solidFill>
              </a:rPr>
              <a:t>WEB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VÀ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45" dirty="0">
                <a:solidFill>
                  <a:schemeClr val="tx1"/>
                </a:solidFill>
              </a:rPr>
              <a:t>TRIỂN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KHAI</a:t>
            </a:r>
            <a:r>
              <a:rPr spc="-200" dirty="0">
                <a:solidFill>
                  <a:schemeClr val="tx1"/>
                </a:solidFill>
              </a:rPr>
              <a:t> </a:t>
            </a:r>
            <a:r>
              <a:rPr spc="-80" dirty="0">
                <a:solidFill>
                  <a:schemeClr val="tx1"/>
                </a:solidFill>
              </a:rPr>
              <a:t>HỆ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95" dirty="0">
                <a:solidFill>
                  <a:schemeClr val="tx1"/>
                </a:solidFill>
              </a:rPr>
              <a:t>THỐNG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75" dirty="0">
                <a:solidFill>
                  <a:schemeClr val="tx1"/>
                </a:solidFill>
              </a:rPr>
              <a:t>PHẦN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25" dirty="0">
                <a:solidFill>
                  <a:schemeClr val="tx1"/>
                </a:solidFill>
              </a:rPr>
              <a:t>MỀM</a:t>
            </a:r>
            <a:endParaRPr spc="-20" dirty="0">
              <a:solidFill>
                <a:schemeClr val="tx1"/>
              </a:solidFill>
            </a:endParaRPr>
          </a:p>
        </p:txBody>
      </p:sp>
      <p:sp>
        <p:nvSpPr>
          <p:cNvPr id="16" name="object 6"/>
          <p:cNvSpPr/>
          <p:nvPr/>
        </p:nvSpPr>
        <p:spPr>
          <a:xfrm>
            <a:off x="523544" y="10447221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8063A1"/>
            </a:solidFill>
          </a:ln>
        </p:spPr>
        <p:txBody>
          <a:bodyPr wrap="square" lIns="0" tIns="0" rIns="0" bIns="0" rtlCol="0"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6995" y="5044990"/>
            <a:ext cx="150939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77850" indent="-565150">
              <a:lnSpc>
                <a:spcPct val="100000"/>
              </a:lnSpc>
              <a:spcBef>
                <a:spcPts val="95"/>
              </a:spcBef>
              <a:buSzPct val="37000"/>
              <a:buFont typeface="Tahoma"/>
              <a:buChar char="•"/>
              <a:tabLst>
                <a:tab pos="577850" algn="l"/>
              </a:tabLst>
            </a:pPr>
            <a:r>
              <a:rPr sz="2800" spc="-130" dirty="0">
                <a:latin typeface="Tahoma"/>
                <a:cs typeface="Tahoma"/>
              </a:rPr>
              <a:t>Ví</a:t>
            </a:r>
            <a:r>
              <a:rPr sz="2800" spc="-395" dirty="0">
                <a:latin typeface="Tahoma"/>
                <a:cs typeface="Tahoma"/>
              </a:rPr>
              <a:t> </a:t>
            </a:r>
            <a:r>
              <a:rPr sz="2800" spc="-180" dirty="0">
                <a:latin typeface="Tahoma"/>
                <a:cs typeface="Tahoma"/>
              </a:rPr>
              <a:t>dụ:</a:t>
            </a:r>
            <a:endParaRPr sz="2800" spc="-180" dirty="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34835" y="8245477"/>
            <a:ext cx="18633440" cy="2118995"/>
          </a:xfrm>
          <a:prstGeom prst="rect">
            <a:avLst/>
          </a:prstGeom>
        </p:spPr>
        <p:txBody>
          <a:bodyPr vert="horz" wrap="square" lIns="0" tIns="171450" rIns="0" bIns="0" rtlCol="0">
            <a:spAutoFit/>
          </a:bodyPr>
          <a:lstStyle/>
          <a:p>
            <a:pPr marL="577850" indent="-565150">
              <a:lnSpc>
                <a:spcPct val="100000"/>
              </a:lnSpc>
              <a:spcBef>
                <a:spcPts val="1350"/>
              </a:spcBef>
              <a:buSzPct val="37000"/>
              <a:buChar char="•"/>
              <a:tabLst>
                <a:tab pos="577850" algn="l"/>
              </a:tabLst>
            </a:pPr>
            <a:r>
              <a:rPr sz="2800" spc="-200" dirty="0">
                <a:latin typeface="Tahoma"/>
                <a:cs typeface="Tahoma"/>
              </a:rPr>
              <a:t>Những</a:t>
            </a:r>
            <a:r>
              <a:rPr sz="2800" spc="-395" dirty="0">
                <a:latin typeface="Tahoma"/>
                <a:cs typeface="Tahoma"/>
              </a:rPr>
              <a:t> </a:t>
            </a:r>
            <a:r>
              <a:rPr sz="2800" spc="-120" dirty="0">
                <a:latin typeface="Tahoma"/>
                <a:cs typeface="Tahoma"/>
              </a:rPr>
              <a:t>thuộc</a:t>
            </a:r>
            <a:r>
              <a:rPr sz="2800" spc="-390" dirty="0">
                <a:latin typeface="Tahoma"/>
                <a:cs typeface="Tahoma"/>
              </a:rPr>
              <a:t> </a:t>
            </a:r>
            <a:r>
              <a:rPr sz="2800" spc="-130" dirty="0">
                <a:latin typeface="Tahoma"/>
                <a:cs typeface="Tahoma"/>
              </a:rPr>
              <a:t>tính</a:t>
            </a:r>
            <a:r>
              <a:rPr sz="2800" spc="-385" dirty="0">
                <a:latin typeface="Tahoma"/>
                <a:cs typeface="Tahoma"/>
              </a:rPr>
              <a:t> </a:t>
            </a:r>
            <a:r>
              <a:rPr sz="2800" spc="-95" dirty="0">
                <a:latin typeface="Tahoma"/>
                <a:cs typeface="Tahoma"/>
              </a:rPr>
              <a:t>của</a:t>
            </a:r>
            <a:r>
              <a:rPr sz="2800" spc="-38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Form:</a:t>
            </a:r>
            <a:endParaRPr sz="2800">
              <a:latin typeface="Tahoma"/>
              <a:cs typeface="Tahoma"/>
            </a:endParaRPr>
          </a:p>
          <a:p>
            <a:pPr marL="1331595" lvl="1" indent="-525145">
              <a:lnSpc>
                <a:spcPct val="100000"/>
              </a:lnSpc>
              <a:spcBef>
                <a:spcPts val="1110"/>
              </a:spcBef>
              <a:buSzPct val="42000"/>
              <a:buChar char="•"/>
              <a:tabLst>
                <a:tab pos="1331595" algn="l"/>
              </a:tabLst>
            </a:pPr>
            <a:r>
              <a:rPr sz="2400" spc="-114" dirty="0">
                <a:latin typeface="Tahoma"/>
                <a:cs typeface="Tahoma"/>
              </a:rPr>
              <a:t>action:</a:t>
            </a:r>
            <a:r>
              <a:rPr sz="2400" spc="-204" dirty="0">
                <a:latin typeface="Tahoma"/>
                <a:cs typeface="Tahoma"/>
              </a:rPr>
              <a:t> </a:t>
            </a:r>
            <a:r>
              <a:rPr sz="2400" spc="-160" dirty="0">
                <a:latin typeface="Tahoma"/>
                <a:cs typeface="Tahoma"/>
              </a:rPr>
              <a:t>Thuộc</a:t>
            </a:r>
            <a:r>
              <a:rPr sz="2400" spc="-200" dirty="0">
                <a:latin typeface="Tahoma"/>
                <a:cs typeface="Tahoma"/>
              </a:rPr>
              <a:t> </a:t>
            </a:r>
            <a:r>
              <a:rPr sz="2400" spc="-114" dirty="0">
                <a:latin typeface="Tahoma"/>
                <a:cs typeface="Tahoma"/>
              </a:rPr>
              <a:t>tính</a:t>
            </a:r>
            <a:r>
              <a:rPr sz="2400" spc="-215" dirty="0">
                <a:latin typeface="Tahoma"/>
                <a:cs typeface="Tahoma"/>
              </a:rPr>
              <a:t> </a:t>
            </a:r>
            <a:r>
              <a:rPr sz="2400" spc="-85" dirty="0">
                <a:latin typeface="Tahoma"/>
                <a:cs typeface="Tahoma"/>
              </a:rPr>
              <a:t>action</a:t>
            </a:r>
            <a:r>
              <a:rPr sz="2400" spc="-204" dirty="0">
                <a:latin typeface="Tahoma"/>
                <a:cs typeface="Tahoma"/>
              </a:rPr>
              <a:t> </a:t>
            </a:r>
            <a:r>
              <a:rPr sz="2400" spc="-114" dirty="0">
                <a:latin typeface="Tahoma"/>
                <a:cs typeface="Tahoma"/>
              </a:rPr>
              <a:t>xác</a:t>
            </a:r>
            <a:r>
              <a:rPr sz="2400" spc="-204" dirty="0">
                <a:latin typeface="Tahoma"/>
                <a:cs typeface="Tahoma"/>
              </a:rPr>
              <a:t> </a:t>
            </a:r>
            <a:r>
              <a:rPr sz="2400" spc="-130" dirty="0">
                <a:latin typeface="Tahoma"/>
                <a:cs typeface="Tahoma"/>
              </a:rPr>
              <a:t>định</a:t>
            </a:r>
            <a:r>
              <a:rPr sz="2400" spc="-200" dirty="0">
                <a:latin typeface="Tahoma"/>
                <a:cs typeface="Tahoma"/>
              </a:rPr>
              <a:t> </a:t>
            </a:r>
            <a:r>
              <a:rPr sz="2400" spc="-150" dirty="0">
                <a:latin typeface="Tahoma"/>
                <a:cs typeface="Tahoma"/>
              </a:rPr>
              <a:t>hành</a:t>
            </a:r>
            <a:r>
              <a:rPr sz="2400" spc="-200" dirty="0">
                <a:latin typeface="Tahoma"/>
                <a:cs typeface="Tahoma"/>
              </a:rPr>
              <a:t> động</a:t>
            </a:r>
            <a:r>
              <a:rPr sz="2400" spc="-204" dirty="0">
                <a:latin typeface="Tahoma"/>
                <a:cs typeface="Tahoma"/>
              </a:rPr>
              <a:t> </a:t>
            </a:r>
            <a:r>
              <a:rPr sz="2400" spc="-75" dirty="0">
                <a:latin typeface="Tahoma"/>
                <a:cs typeface="Tahoma"/>
              </a:rPr>
              <a:t>sẽ</a:t>
            </a:r>
            <a:r>
              <a:rPr sz="2400" spc="-195" dirty="0">
                <a:latin typeface="Tahoma"/>
                <a:cs typeface="Tahoma"/>
              </a:rPr>
              <a:t> </a:t>
            </a:r>
            <a:r>
              <a:rPr sz="2400" spc="-114" dirty="0">
                <a:latin typeface="Tahoma"/>
                <a:cs typeface="Tahoma"/>
              </a:rPr>
              <a:t>được</a:t>
            </a:r>
            <a:r>
              <a:rPr sz="2400" spc="-204" dirty="0">
                <a:latin typeface="Tahoma"/>
                <a:cs typeface="Tahoma"/>
              </a:rPr>
              <a:t> </a:t>
            </a:r>
            <a:r>
              <a:rPr sz="2400" spc="-105" dirty="0">
                <a:latin typeface="Tahoma"/>
                <a:cs typeface="Tahoma"/>
              </a:rPr>
              <a:t>thực</a:t>
            </a:r>
            <a:r>
              <a:rPr sz="2400" spc="-204" dirty="0">
                <a:latin typeface="Tahoma"/>
                <a:cs typeface="Tahoma"/>
              </a:rPr>
              <a:t> </a:t>
            </a:r>
            <a:r>
              <a:rPr sz="2400" spc="-114" dirty="0">
                <a:latin typeface="Tahoma"/>
                <a:cs typeface="Tahoma"/>
              </a:rPr>
              <a:t>hiện</a:t>
            </a:r>
            <a:r>
              <a:rPr sz="2400" spc="-200" dirty="0">
                <a:latin typeface="Tahoma"/>
                <a:cs typeface="Tahoma"/>
              </a:rPr>
              <a:t> </a:t>
            </a:r>
            <a:r>
              <a:rPr sz="2400" spc="-120" dirty="0">
                <a:latin typeface="Tahoma"/>
                <a:cs typeface="Tahoma"/>
              </a:rPr>
              <a:t>khi</a:t>
            </a:r>
            <a:r>
              <a:rPr sz="2400" spc="-204" dirty="0">
                <a:latin typeface="Tahoma"/>
                <a:cs typeface="Tahoma"/>
              </a:rPr>
              <a:t> </a:t>
            </a:r>
            <a:r>
              <a:rPr sz="2400" spc="-105" dirty="0">
                <a:latin typeface="Tahoma"/>
                <a:cs typeface="Tahoma"/>
              </a:rPr>
              <a:t>biểu</a:t>
            </a:r>
            <a:r>
              <a:rPr sz="2400" spc="-200" dirty="0">
                <a:latin typeface="Tahoma"/>
                <a:cs typeface="Tahoma"/>
              </a:rPr>
              <a:t> </a:t>
            </a:r>
            <a:r>
              <a:rPr sz="2400" spc="-155" dirty="0">
                <a:latin typeface="Tahoma"/>
                <a:cs typeface="Tahoma"/>
              </a:rPr>
              <a:t>mẫu</a:t>
            </a:r>
            <a:r>
              <a:rPr sz="2400" spc="-200" dirty="0">
                <a:latin typeface="Tahoma"/>
                <a:cs typeface="Tahoma"/>
              </a:rPr>
              <a:t> </a:t>
            </a:r>
            <a:r>
              <a:rPr sz="2400" spc="-114" dirty="0">
                <a:latin typeface="Tahoma"/>
                <a:cs typeface="Tahoma"/>
              </a:rPr>
              <a:t>được</a:t>
            </a:r>
            <a:r>
              <a:rPr sz="2400" spc="-204" dirty="0">
                <a:latin typeface="Tahoma"/>
                <a:cs typeface="Tahoma"/>
              </a:rPr>
              <a:t> </a:t>
            </a:r>
            <a:r>
              <a:rPr sz="2400" spc="-160" dirty="0">
                <a:latin typeface="Tahoma"/>
                <a:cs typeface="Tahoma"/>
              </a:rPr>
              <a:t>gửi.</a:t>
            </a:r>
            <a:r>
              <a:rPr sz="2400" spc="-200" dirty="0">
                <a:latin typeface="Tahoma"/>
                <a:cs typeface="Tahoma"/>
              </a:rPr>
              <a:t> </a:t>
            </a:r>
            <a:r>
              <a:rPr sz="2400" spc="-80" dirty="0">
                <a:latin typeface="Tahoma"/>
                <a:cs typeface="Tahoma"/>
              </a:rPr>
              <a:t>Giá</a:t>
            </a:r>
            <a:r>
              <a:rPr sz="2400" spc="-200" dirty="0">
                <a:latin typeface="Tahoma"/>
                <a:cs typeface="Tahoma"/>
              </a:rPr>
              <a:t> </a:t>
            </a:r>
            <a:r>
              <a:rPr sz="2400" spc="-100" dirty="0">
                <a:latin typeface="Tahoma"/>
                <a:cs typeface="Tahoma"/>
              </a:rPr>
              <a:t>trị</a:t>
            </a:r>
            <a:r>
              <a:rPr sz="2400" spc="-204" dirty="0">
                <a:latin typeface="Tahoma"/>
                <a:cs typeface="Tahoma"/>
              </a:rPr>
              <a:t> </a:t>
            </a:r>
            <a:r>
              <a:rPr sz="2400" spc="-55" dirty="0">
                <a:latin typeface="Tahoma"/>
                <a:cs typeface="Tahoma"/>
              </a:rPr>
              <a:t>là</a:t>
            </a:r>
            <a:r>
              <a:rPr sz="2400" spc="-195" dirty="0">
                <a:latin typeface="Tahoma"/>
                <a:cs typeface="Tahoma"/>
              </a:rPr>
              <a:t> </a:t>
            </a:r>
            <a:r>
              <a:rPr sz="2400" spc="-140" dirty="0">
                <a:latin typeface="Tahoma"/>
                <a:cs typeface="Tahoma"/>
              </a:rPr>
              <a:t>một</a:t>
            </a:r>
            <a:r>
              <a:rPr sz="2400" spc="-200" dirty="0">
                <a:latin typeface="Tahoma"/>
                <a:cs typeface="Tahoma"/>
              </a:rPr>
              <a:t> </a:t>
            </a:r>
            <a:r>
              <a:rPr sz="2400" spc="-185" dirty="0">
                <a:latin typeface="Tahoma"/>
                <a:cs typeface="Tahoma"/>
              </a:rPr>
              <a:t>đường</a:t>
            </a:r>
            <a:r>
              <a:rPr sz="2400" spc="-210" dirty="0">
                <a:latin typeface="Tahoma"/>
                <a:cs typeface="Tahoma"/>
              </a:rPr>
              <a:t> </a:t>
            </a:r>
            <a:r>
              <a:rPr sz="2400" spc="-130" dirty="0">
                <a:latin typeface="Tahoma"/>
                <a:cs typeface="Tahoma"/>
              </a:rPr>
              <a:t>dẫn.</a:t>
            </a:r>
            <a:r>
              <a:rPr sz="2400" spc="-195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Thông</a:t>
            </a:r>
            <a:endParaRPr sz="2400">
              <a:latin typeface="Tahoma"/>
              <a:cs typeface="Tahoma"/>
            </a:endParaRPr>
          </a:p>
          <a:p>
            <a:pPr marL="1331595">
              <a:lnSpc>
                <a:spcPct val="100000"/>
              </a:lnSpc>
              <a:spcBef>
                <a:spcPts val="1040"/>
              </a:spcBef>
            </a:pPr>
            <a:r>
              <a:rPr sz="2400" spc="-165" dirty="0">
                <a:latin typeface="Tahoma"/>
                <a:cs typeface="Tahoma"/>
              </a:rPr>
              <a:t>thường,</a:t>
            </a:r>
            <a:r>
              <a:rPr sz="2400" spc="-320" dirty="0">
                <a:latin typeface="Tahoma"/>
                <a:cs typeface="Tahoma"/>
              </a:rPr>
              <a:t> </a:t>
            </a:r>
            <a:r>
              <a:rPr sz="2400" spc="-140" dirty="0">
                <a:latin typeface="Tahoma"/>
                <a:cs typeface="Tahoma"/>
              </a:rPr>
              <a:t>dữ</a:t>
            </a:r>
            <a:r>
              <a:rPr sz="2400" spc="-335" dirty="0">
                <a:latin typeface="Tahoma"/>
                <a:cs typeface="Tahoma"/>
              </a:rPr>
              <a:t> </a:t>
            </a:r>
            <a:r>
              <a:rPr sz="2400" spc="-65" dirty="0">
                <a:latin typeface="Tahoma"/>
                <a:cs typeface="Tahoma"/>
              </a:rPr>
              <a:t>liệu</a:t>
            </a:r>
            <a:r>
              <a:rPr sz="2400" spc="-330" dirty="0">
                <a:latin typeface="Tahoma"/>
                <a:cs typeface="Tahoma"/>
              </a:rPr>
              <a:t> </a:t>
            </a:r>
            <a:r>
              <a:rPr sz="2400" spc="-105" dirty="0">
                <a:latin typeface="Tahoma"/>
                <a:cs typeface="Tahoma"/>
              </a:rPr>
              <a:t>biểu</a:t>
            </a:r>
            <a:r>
              <a:rPr sz="2400" spc="-330" dirty="0">
                <a:latin typeface="Tahoma"/>
                <a:cs typeface="Tahoma"/>
              </a:rPr>
              <a:t> </a:t>
            </a:r>
            <a:r>
              <a:rPr sz="2400" spc="-155" dirty="0">
                <a:latin typeface="Tahoma"/>
                <a:cs typeface="Tahoma"/>
              </a:rPr>
              <a:t>mẫu</a:t>
            </a:r>
            <a:r>
              <a:rPr sz="2400" spc="-330" dirty="0">
                <a:latin typeface="Tahoma"/>
                <a:cs typeface="Tahoma"/>
              </a:rPr>
              <a:t> </a:t>
            </a:r>
            <a:r>
              <a:rPr sz="2400" spc="-114" dirty="0">
                <a:latin typeface="Tahoma"/>
                <a:cs typeface="Tahoma"/>
              </a:rPr>
              <a:t>được</a:t>
            </a:r>
            <a:r>
              <a:rPr sz="2400" spc="-335" dirty="0">
                <a:latin typeface="Tahoma"/>
                <a:cs typeface="Tahoma"/>
              </a:rPr>
              <a:t> </a:t>
            </a:r>
            <a:r>
              <a:rPr sz="2400" spc="-170" dirty="0">
                <a:latin typeface="Tahoma"/>
                <a:cs typeface="Tahoma"/>
              </a:rPr>
              <a:t>gửi</a:t>
            </a:r>
            <a:r>
              <a:rPr sz="2400" spc="-330" dirty="0">
                <a:latin typeface="Tahoma"/>
                <a:cs typeface="Tahoma"/>
              </a:rPr>
              <a:t> </a:t>
            </a:r>
            <a:r>
              <a:rPr sz="2400" spc="-150" dirty="0">
                <a:latin typeface="Tahoma"/>
                <a:cs typeface="Tahoma"/>
              </a:rPr>
              <a:t>đến</a:t>
            </a:r>
            <a:r>
              <a:rPr sz="2400" spc="-330" dirty="0">
                <a:latin typeface="Tahoma"/>
                <a:cs typeface="Tahoma"/>
              </a:rPr>
              <a:t> </a:t>
            </a:r>
            <a:r>
              <a:rPr sz="2400" spc="-130" dirty="0">
                <a:latin typeface="Tahoma"/>
                <a:cs typeface="Tahoma"/>
              </a:rPr>
              <a:t>tệp</a:t>
            </a:r>
            <a:r>
              <a:rPr sz="2400" spc="-330" dirty="0">
                <a:latin typeface="Tahoma"/>
                <a:cs typeface="Tahoma"/>
              </a:rPr>
              <a:t> </a:t>
            </a:r>
            <a:r>
              <a:rPr sz="2400" spc="-150" dirty="0">
                <a:latin typeface="Tahoma"/>
                <a:cs typeface="Tahoma"/>
              </a:rPr>
              <a:t>trên</a:t>
            </a:r>
            <a:r>
              <a:rPr sz="2400" spc="-335" dirty="0">
                <a:latin typeface="Tahoma"/>
                <a:cs typeface="Tahoma"/>
              </a:rPr>
              <a:t> </a:t>
            </a:r>
            <a:r>
              <a:rPr sz="2400" spc="-190" dirty="0">
                <a:latin typeface="Tahoma"/>
                <a:cs typeface="Tahoma"/>
              </a:rPr>
              <a:t>máy</a:t>
            </a:r>
            <a:r>
              <a:rPr sz="2400" spc="-330" dirty="0">
                <a:latin typeface="Tahoma"/>
                <a:cs typeface="Tahoma"/>
              </a:rPr>
              <a:t> </a:t>
            </a:r>
            <a:r>
              <a:rPr sz="2400" spc="-85" dirty="0">
                <a:latin typeface="Tahoma"/>
                <a:cs typeface="Tahoma"/>
              </a:rPr>
              <a:t>chủ</a:t>
            </a:r>
            <a:r>
              <a:rPr sz="2400" spc="-330" dirty="0">
                <a:latin typeface="Tahoma"/>
                <a:cs typeface="Tahoma"/>
              </a:rPr>
              <a:t> </a:t>
            </a:r>
            <a:r>
              <a:rPr sz="2400" spc="-120" dirty="0">
                <a:latin typeface="Tahoma"/>
                <a:cs typeface="Tahoma"/>
              </a:rPr>
              <a:t>khi</a:t>
            </a:r>
            <a:r>
              <a:rPr sz="2400" spc="-330" dirty="0">
                <a:latin typeface="Tahoma"/>
                <a:cs typeface="Tahoma"/>
              </a:rPr>
              <a:t> </a:t>
            </a:r>
            <a:r>
              <a:rPr sz="2400" spc="-170" dirty="0">
                <a:latin typeface="Tahoma"/>
                <a:cs typeface="Tahoma"/>
              </a:rPr>
              <a:t>người</a:t>
            </a:r>
            <a:r>
              <a:rPr sz="2400" spc="-330" dirty="0">
                <a:latin typeface="Tahoma"/>
                <a:cs typeface="Tahoma"/>
              </a:rPr>
              <a:t> </a:t>
            </a:r>
            <a:r>
              <a:rPr sz="2400" spc="-180" dirty="0">
                <a:latin typeface="Tahoma"/>
                <a:cs typeface="Tahoma"/>
              </a:rPr>
              <a:t>dùng</a:t>
            </a:r>
            <a:r>
              <a:rPr sz="2400" spc="-335" dirty="0">
                <a:latin typeface="Tahoma"/>
                <a:cs typeface="Tahoma"/>
              </a:rPr>
              <a:t> </a:t>
            </a:r>
            <a:r>
              <a:rPr sz="2400" spc="-135" dirty="0">
                <a:latin typeface="Tahoma"/>
                <a:cs typeface="Tahoma"/>
              </a:rPr>
              <a:t>nhấp</a:t>
            </a:r>
            <a:r>
              <a:rPr sz="2400" spc="-320" dirty="0">
                <a:latin typeface="Tahoma"/>
                <a:cs typeface="Tahoma"/>
              </a:rPr>
              <a:t> </a:t>
            </a:r>
            <a:r>
              <a:rPr sz="2400" spc="-170" dirty="0">
                <a:latin typeface="Tahoma"/>
                <a:cs typeface="Tahoma"/>
              </a:rPr>
              <a:t>vào</a:t>
            </a:r>
            <a:r>
              <a:rPr sz="2400" spc="-335" dirty="0">
                <a:latin typeface="Tahoma"/>
                <a:cs typeface="Tahoma"/>
              </a:rPr>
              <a:t> </a:t>
            </a:r>
            <a:r>
              <a:rPr sz="2400" spc="-150" dirty="0">
                <a:latin typeface="Tahoma"/>
                <a:cs typeface="Tahoma"/>
              </a:rPr>
              <a:t>nút</a:t>
            </a:r>
            <a:r>
              <a:rPr sz="2400" spc="-325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gửi.</a:t>
            </a:r>
            <a:endParaRPr sz="2400">
              <a:latin typeface="Tahoma"/>
              <a:cs typeface="Tahoma"/>
            </a:endParaRPr>
          </a:p>
          <a:p>
            <a:pPr marL="1331595" lvl="1" indent="-525145">
              <a:lnSpc>
                <a:spcPct val="100000"/>
              </a:lnSpc>
              <a:spcBef>
                <a:spcPts val="1040"/>
              </a:spcBef>
              <a:buSzPct val="42000"/>
              <a:buChar char="•"/>
              <a:tabLst>
                <a:tab pos="1331595" algn="l"/>
              </a:tabLst>
            </a:pPr>
            <a:r>
              <a:rPr sz="2400" spc="-190" dirty="0">
                <a:latin typeface="Tahoma"/>
                <a:cs typeface="Tahoma"/>
              </a:rPr>
              <a:t>target:</a:t>
            </a:r>
            <a:r>
              <a:rPr sz="2400" spc="-320" dirty="0">
                <a:latin typeface="Tahoma"/>
                <a:cs typeface="Tahoma"/>
              </a:rPr>
              <a:t> </a:t>
            </a:r>
            <a:r>
              <a:rPr sz="2400" spc="-160" dirty="0">
                <a:latin typeface="Tahoma"/>
                <a:cs typeface="Tahoma"/>
              </a:rPr>
              <a:t>Thuộc</a:t>
            </a:r>
            <a:r>
              <a:rPr sz="2400" spc="-335" dirty="0">
                <a:latin typeface="Tahoma"/>
                <a:cs typeface="Tahoma"/>
              </a:rPr>
              <a:t> </a:t>
            </a:r>
            <a:r>
              <a:rPr sz="2400" spc="-114" dirty="0">
                <a:latin typeface="Tahoma"/>
                <a:cs typeface="Tahoma"/>
              </a:rPr>
              <a:t>tính</a:t>
            </a:r>
            <a:r>
              <a:rPr sz="2400" spc="-325" dirty="0">
                <a:latin typeface="Tahoma"/>
                <a:cs typeface="Tahoma"/>
              </a:rPr>
              <a:t> </a:t>
            </a:r>
            <a:r>
              <a:rPr sz="2400" spc="-175" dirty="0">
                <a:latin typeface="Tahoma"/>
                <a:cs typeface="Tahoma"/>
              </a:rPr>
              <a:t>target</a:t>
            </a:r>
            <a:r>
              <a:rPr sz="2400" spc="-320" dirty="0">
                <a:latin typeface="Tahoma"/>
                <a:cs typeface="Tahoma"/>
              </a:rPr>
              <a:t> </a:t>
            </a:r>
            <a:r>
              <a:rPr sz="2400" spc="-45" dirty="0">
                <a:latin typeface="Tahoma"/>
                <a:cs typeface="Tahoma"/>
              </a:rPr>
              <a:t>chỉ</a:t>
            </a:r>
            <a:r>
              <a:rPr sz="2400" spc="-335" dirty="0">
                <a:latin typeface="Tahoma"/>
                <a:cs typeface="Tahoma"/>
              </a:rPr>
              <a:t> </a:t>
            </a:r>
            <a:r>
              <a:rPr sz="2400" spc="-130" dirty="0">
                <a:latin typeface="Tahoma"/>
                <a:cs typeface="Tahoma"/>
              </a:rPr>
              <a:t>định</a:t>
            </a:r>
            <a:r>
              <a:rPr sz="2400" spc="-320" dirty="0">
                <a:latin typeface="Tahoma"/>
                <a:cs typeface="Tahoma"/>
              </a:rPr>
              <a:t> </a:t>
            </a:r>
            <a:r>
              <a:rPr sz="2400" spc="-114" dirty="0">
                <a:latin typeface="Tahoma"/>
                <a:cs typeface="Tahoma"/>
              </a:rPr>
              <a:t>nơi</a:t>
            </a:r>
            <a:r>
              <a:rPr sz="2400" spc="-325" dirty="0">
                <a:latin typeface="Tahoma"/>
                <a:cs typeface="Tahoma"/>
              </a:rPr>
              <a:t> </a:t>
            </a:r>
            <a:r>
              <a:rPr sz="2400" spc="-114" dirty="0">
                <a:latin typeface="Tahoma"/>
                <a:cs typeface="Tahoma"/>
              </a:rPr>
              <a:t>hiển</a:t>
            </a:r>
            <a:r>
              <a:rPr sz="2400" spc="-325" dirty="0">
                <a:latin typeface="Tahoma"/>
                <a:cs typeface="Tahoma"/>
              </a:rPr>
              <a:t> </a:t>
            </a:r>
            <a:r>
              <a:rPr sz="2400" spc="-95" dirty="0">
                <a:latin typeface="Tahoma"/>
                <a:cs typeface="Tahoma"/>
              </a:rPr>
              <a:t>thị</a:t>
            </a:r>
            <a:r>
              <a:rPr sz="2400" spc="-325" dirty="0">
                <a:latin typeface="Tahoma"/>
                <a:cs typeface="Tahoma"/>
              </a:rPr>
              <a:t> </a:t>
            </a:r>
            <a:r>
              <a:rPr sz="2400" spc="-125" dirty="0">
                <a:latin typeface="Tahoma"/>
                <a:cs typeface="Tahoma"/>
              </a:rPr>
              <a:t>phản</a:t>
            </a:r>
            <a:r>
              <a:rPr sz="2400" spc="-325" dirty="0">
                <a:latin typeface="Tahoma"/>
                <a:cs typeface="Tahoma"/>
              </a:rPr>
              <a:t> </a:t>
            </a:r>
            <a:r>
              <a:rPr sz="2400" spc="-100" dirty="0">
                <a:latin typeface="Tahoma"/>
                <a:cs typeface="Tahoma"/>
              </a:rPr>
              <a:t>hồi</a:t>
            </a:r>
            <a:r>
              <a:rPr sz="2400" spc="-320" dirty="0">
                <a:latin typeface="Tahoma"/>
                <a:cs typeface="Tahoma"/>
              </a:rPr>
              <a:t> </a:t>
            </a:r>
            <a:r>
              <a:rPr sz="2400" spc="-150" dirty="0">
                <a:latin typeface="Tahoma"/>
                <a:cs typeface="Tahoma"/>
              </a:rPr>
              <a:t>nhận</a:t>
            </a:r>
            <a:r>
              <a:rPr sz="2400" spc="-320" dirty="0">
                <a:latin typeface="Tahoma"/>
                <a:cs typeface="Tahoma"/>
              </a:rPr>
              <a:t> </a:t>
            </a:r>
            <a:r>
              <a:rPr sz="2400" spc="-114" dirty="0">
                <a:latin typeface="Tahoma"/>
                <a:cs typeface="Tahoma"/>
              </a:rPr>
              <a:t>được</a:t>
            </a:r>
            <a:r>
              <a:rPr sz="2400" spc="-330" dirty="0">
                <a:latin typeface="Tahoma"/>
                <a:cs typeface="Tahoma"/>
              </a:rPr>
              <a:t> </a:t>
            </a:r>
            <a:r>
              <a:rPr sz="2400" spc="-95" dirty="0">
                <a:latin typeface="Tahoma"/>
                <a:cs typeface="Tahoma"/>
              </a:rPr>
              <a:t>sau</a:t>
            </a:r>
            <a:r>
              <a:rPr sz="2400" spc="-325" dirty="0">
                <a:latin typeface="Tahoma"/>
                <a:cs typeface="Tahoma"/>
              </a:rPr>
              <a:t> </a:t>
            </a:r>
            <a:r>
              <a:rPr sz="2400" spc="-120" dirty="0">
                <a:latin typeface="Tahoma"/>
                <a:cs typeface="Tahoma"/>
              </a:rPr>
              <a:t>khi</a:t>
            </a:r>
            <a:r>
              <a:rPr sz="2400" spc="-330" dirty="0">
                <a:latin typeface="Tahoma"/>
                <a:cs typeface="Tahoma"/>
              </a:rPr>
              <a:t> </a:t>
            </a:r>
            <a:r>
              <a:rPr sz="2400" spc="-170" dirty="0">
                <a:latin typeface="Tahoma"/>
                <a:cs typeface="Tahoma"/>
              </a:rPr>
              <a:t>gửi</a:t>
            </a:r>
            <a:r>
              <a:rPr sz="2400" spc="-330" dirty="0">
                <a:latin typeface="Tahoma"/>
                <a:cs typeface="Tahoma"/>
              </a:rPr>
              <a:t> </a:t>
            </a:r>
            <a:r>
              <a:rPr sz="2400" spc="-105" dirty="0">
                <a:latin typeface="Tahoma"/>
                <a:cs typeface="Tahoma"/>
              </a:rPr>
              <a:t>biểu</a:t>
            </a:r>
            <a:r>
              <a:rPr sz="2400" spc="-325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mẫu.</a:t>
            </a:r>
            <a:endParaRPr sz="2400" spc="-20" dirty="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746208" y="5502573"/>
            <a:ext cx="4225932" cy="284075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518850" y="4968768"/>
            <a:ext cx="10038715" cy="3772535"/>
          </a:xfrm>
          <a:prstGeom prst="rect">
            <a:avLst/>
          </a:prstGeom>
          <a:solidFill>
            <a:srgbClr val="FCEADA"/>
          </a:solidFill>
        </p:spPr>
        <p:txBody>
          <a:bodyPr vert="horz" wrap="square" lIns="0" tIns="8890" rIns="0" bIns="0" rtlCol="0">
            <a:spAutoFit/>
          </a:bodyPr>
          <a:lstStyle/>
          <a:p>
            <a:pPr marL="50165">
              <a:lnSpc>
                <a:spcPts val="2640"/>
              </a:lnSpc>
              <a:spcBef>
                <a:spcPts val="70"/>
              </a:spcBef>
            </a:pPr>
            <a:r>
              <a:rPr sz="2200" dirty="0">
                <a:latin typeface="Consolas"/>
                <a:cs typeface="Consolas"/>
              </a:rPr>
              <a:t>&lt;form</a:t>
            </a:r>
            <a:r>
              <a:rPr sz="2200" spc="-60" dirty="0">
                <a:latin typeface="Consolas"/>
                <a:cs typeface="Consolas"/>
              </a:rPr>
              <a:t> </a:t>
            </a:r>
            <a:r>
              <a:rPr sz="2200" spc="-10" dirty="0">
                <a:latin typeface="Consolas"/>
                <a:cs typeface="Consolas"/>
              </a:rPr>
              <a:t>action=""&gt;</a:t>
            </a:r>
            <a:endParaRPr sz="2200">
              <a:latin typeface="Consolas"/>
              <a:cs typeface="Consolas"/>
            </a:endParaRPr>
          </a:p>
          <a:p>
            <a:pPr marL="971550">
              <a:lnSpc>
                <a:spcPts val="2640"/>
              </a:lnSpc>
            </a:pPr>
            <a:r>
              <a:rPr sz="2200" dirty="0">
                <a:latin typeface="Consolas"/>
                <a:cs typeface="Consolas"/>
              </a:rPr>
              <a:t>&lt;label</a:t>
            </a:r>
            <a:r>
              <a:rPr sz="2200" spc="-140" dirty="0">
                <a:latin typeface="Consolas"/>
                <a:cs typeface="Consolas"/>
              </a:rPr>
              <a:t> </a:t>
            </a:r>
            <a:r>
              <a:rPr sz="2200" dirty="0">
                <a:latin typeface="Consolas"/>
                <a:cs typeface="Consolas"/>
              </a:rPr>
              <a:t>for="fullName"&gt;Họ</a:t>
            </a:r>
            <a:r>
              <a:rPr sz="2200" spc="-130" dirty="0">
                <a:latin typeface="Consolas"/>
                <a:cs typeface="Consolas"/>
              </a:rPr>
              <a:t> </a:t>
            </a:r>
            <a:r>
              <a:rPr sz="2200" spc="-10" dirty="0">
                <a:latin typeface="Consolas"/>
                <a:cs typeface="Consolas"/>
              </a:rPr>
              <a:t>tên:&lt;/label&gt;</a:t>
            </a:r>
            <a:endParaRPr sz="2200">
              <a:latin typeface="Consolas"/>
              <a:cs typeface="Consolas"/>
            </a:endParaRPr>
          </a:p>
          <a:p>
            <a:pPr marL="971550">
              <a:lnSpc>
                <a:spcPts val="2640"/>
              </a:lnSpc>
            </a:pPr>
            <a:r>
              <a:rPr sz="2200" dirty="0">
                <a:latin typeface="Consolas"/>
                <a:cs typeface="Consolas"/>
              </a:rPr>
              <a:t>&lt;br</a:t>
            </a:r>
            <a:r>
              <a:rPr sz="2200" spc="-40" dirty="0">
                <a:latin typeface="Consolas"/>
                <a:cs typeface="Consolas"/>
              </a:rPr>
              <a:t> </a:t>
            </a:r>
            <a:r>
              <a:rPr sz="2200" spc="-25" dirty="0">
                <a:latin typeface="Consolas"/>
                <a:cs typeface="Consolas"/>
              </a:rPr>
              <a:t>/&gt;</a:t>
            </a:r>
            <a:endParaRPr sz="2200">
              <a:latin typeface="Consolas"/>
              <a:cs typeface="Consolas"/>
            </a:endParaRPr>
          </a:p>
          <a:p>
            <a:pPr marL="971550">
              <a:lnSpc>
                <a:spcPct val="100000"/>
              </a:lnSpc>
            </a:pPr>
            <a:r>
              <a:rPr sz="2200" dirty="0">
                <a:latin typeface="Consolas"/>
                <a:cs typeface="Consolas"/>
              </a:rPr>
              <a:t>&lt;input</a:t>
            </a:r>
            <a:r>
              <a:rPr sz="2200" spc="-140" dirty="0">
                <a:latin typeface="Consolas"/>
                <a:cs typeface="Consolas"/>
              </a:rPr>
              <a:t> </a:t>
            </a:r>
            <a:r>
              <a:rPr sz="2200" dirty="0">
                <a:latin typeface="Consolas"/>
                <a:cs typeface="Consolas"/>
              </a:rPr>
              <a:t>type="text"</a:t>
            </a:r>
            <a:r>
              <a:rPr sz="2200" spc="-120" dirty="0">
                <a:latin typeface="Consolas"/>
                <a:cs typeface="Consolas"/>
              </a:rPr>
              <a:t> </a:t>
            </a:r>
            <a:r>
              <a:rPr sz="2200" dirty="0">
                <a:latin typeface="Consolas"/>
                <a:cs typeface="Consolas"/>
              </a:rPr>
              <a:t>id="fullName"</a:t>
            </a:r>
            <a:r>
              <a:rPr sz="2200" spc="-135" dirty="0">
                <a:latin typeface="Consolas"/>
                <a:cs typeface="Consolas"/>
              </a:rPr>
              <a:t> </a:t>
            </a:r>
            <a:r>
              <a:rPr sz="2200" dirty="0">
                <a:latin typeface="Consolas"/>
                <a:cs typeface="Consolas"/>
              </a:rPr>
              <a:t>name="full_name"</a:t>
            </a:r>
            <a:r>
              <a:rPr sz="2200" spc="-130" dirty="0">
                <a:latin typeface="Consolas"/>
                <a:cs typeface="Consolas"/>
              </a:rPr>
              <a:t> </a:t>
            </a:r>
            <a:r>
              <a:rPr sz="2200" spc="-25" dirty="0">
                <a:latin typeface="Consolas"/>
                <a:cs typeface="Consolas"/>
              </a:rPr>
              <a:t>/&gt;</a:t>
            </a:r>
            <a:endParaRPr sz="2200">
              <a:latin typeface="Consolas"/>
              <a:cs typeface="Consolas"/>
            </a:endParaRPr>
          </a:p>
          <a:p>
            <a:pPr marL="971550">
              <a:lnSpc>
                <a:spcPts val="2640"/>
              </a:lnSpc>
            </a:pPr>
            <a:r>
              <a:rPr sz="2200" dirty="0">
                <a:latin typeface="Consolas"/>
                <a:cs typeface="Consolas"/>
              </a:rPr>
              <a:t>&lt;br</a:t>
            </a:r>
            <a:r>
              <a:rPr sz="2200" spc="-40" dirty="0">
                <a:latin typeface="Consolas"/>
                <a:cs typeface="Consolas"/>
              </a:rPr>
              <a:t> </a:t>
            </a:r>
            <a:r>
              <a:rPr sz="2200" spc="-25" dirty="0">
                <a:latin typeface="Consolas"/>
                <a:cs typeface="Consolas"/>
              </a:rPr>
              <a:t>/&gt;</a:t>
            </a:r>
            <a:endParaRPr sz="2200">
              <a:latin typeface="Consolas"/>
              <a:cs typeface="Consolas"/>
            </a:endParaRPr>
          </a:p>
          <a:p>
            <a:pPr marL="971550">
              <a:lnSpc>
                <a:spcPts val="2640"/>
              </a:lnSpc>
            </a:pPr>
            <a:r>
              <a:rPr sz="2200" dirty="0">
                <a:latin typeface="Consolas"/>
                <a:cs typeface="Consolas"/>
              </a:rPr>
              <a:t>&lt;label</a:t>
            </a:r>
            <a:r>
              <a:rPr sz="2200" spc="-75" dirty="0">
                <a:latin typeface="Consolas"/>
                <a:cs typeface="Consolas"/>
              </a:rPr>
              <a:t> </a:t>
            </a:r>
            <a:r>
              <a:rPr sz="2200" spc="-10" dirty="0">
                <a:latin typeface="Consolas"/>
                <a:cs typeface="Consolas"/>
              </a:rPr>
              <a:t>for="email"&gt;Email:&lt;/label&gt;</a:t>
            </a:r>
            <a:endParaRPr sz="2200">
              <a:latin typeface="Consolas"/>
              <a:cs typeface="Consolas"/>
            </a:endParaRPr>
          </a:p>
          <a:p>
            <a:pPr marL="971550">
              <a:lnSpc>
                <a:spcPts val="2640"/>
              </a:lnSpc>
            </a:pPr>
            <a:r>
              <a:rPr sz="2200" dirty="0">
                <a:latin typeface="Consolas"/>
                <a:cs typeface="Consolas"/>
              </a:rPr>
              <a:t>&lt;br</a:t>
            </a:r>
            <a:r>
              <a:rPr sz="2200" spc="-40" dirty="0">
                <a:latin typeface="Consolas"/>
                <a:cs typeface="Consolas"/>
              </a:rPr>
              <a:t> </a:t>
            </a:r>
            <a:r>
              <a:rPr sz="2200" spc="-25" dirty="0">
                <a:latin typeface="Consolas"/>
                <a:cs typeface="Consolas"/>
              </a:rPr>
              <a:t>/&gt;</a:t>
            </a:r>
            <a:endParaRPr sz="2200">
              <a:latin typeface="Consolas"/>
              <a:cs typeface="Consolas"/>
            </a:endParaRPr>
          </a:p>
          <a:p>
            <a:pPr marL="971550">
              <a:lnSpc>
                <a:spcPts val="2640"/>
              </a:lnSpc>
            </a:pPr>
            <a:r>
              <a:rPr sz="2200" dirty="0">
                <a:latin typeface="Consolas"/>
                <a:cs typeface="Consolas"/>
              </a:rPr>
              <a:t>&lt;input</a:t>
            </a:r>
            <a:r>
              <a:rPr sz="2200" spc="-114" dirty="0">
                <a:latin typeface="Consolas"/>
                <a:cs typeface="Consolas"/>
              </a:rPr>
              <a:t> </a:t>
            </a:r>
            <a:r>
              <a:rPr sz="2200" dirty="0">
                <a:latin typeface="Consolas"/>
                <a:cs typeface="Consolas"/>
              </a:rPr>
              <a:t>type="text"</a:t>
            </a:r>
            <a:r>
              <a:rPr sz="2200" spc="-105" dirty="0">
                <a:latin typeface="Consolas"/>
                <a:cs typeface="Consolas"/>
              </a:rPr>
              <a:t> </a:t>
            </a:r>
            <a:r>
              <a:rPr sz="2200" dirty="0">
                <a:latin typeface="Consolas"/>
                <a:cs typeface="Consolas"/>
              </a:rPr>
              <a:t>id="email"</a:t>
            </a:r>
            <a:r>
              <a:rPr sz="2200" spc="-105" dirty="0">
                <a:latin typeface="Consolas"/>
                <a:cs typeface="Consolas"/>
              </a:rPr>
              <a:t> </a:t>
            </a:r>
            <a:r>
              <a:rPr sz="2200" dirty="0">
                <a:latin typeface="Consolas"/>
                <a:cs typeface="Consolas"/>
              </a:rPr>
              <a:t>name="email"</a:t>
            </a:r>
            <a:r>
              <a:rPr sz="2200" spc="-105" dirty="0">
                <a:latin typeface="Consolas"/>
                <a:cs typeface="Consolas"/>
              </a:rPr>
              <a:t> </a:t>
            </a:r>
            <a:r>
              <a:rPr sz="2200" spc="-25" dirty="0">
                <a:latin typeface="Consolas"/>
                <a:cs typeface="Consolas"/>
              </a:rPr>
              <a:t>/&gt;</a:t>
            </a:r>
            <a:endParaRPr sz="2200">
              <a:latin typeface="Consolas"/>
              <a:cs typeface="Consolas"/>
            </a:endParaRPr>
          </a:p>
          <a:p>
            <a:pPr marL="971550">
              <a:lnSpc>
                <a:spcPts val="2640"/>
              </a:lnSpc>
            </a:pPr>
            <a:r>
              <a:rPr sz="2200" dirty="0">
                <a:latin typeface="Consolas"/>
                <a:cs typeface="Consolas"/>
              </a:rPr>
              <a:t>&lt;br</a:t>
            </a:r>
            <a:r>
              <a:rPr sz="2200" spc="-50" dirty="0">
                <a:latin typeface="Consolas"/>
                <a:cs typeface="Consolas"/>
              </a:rPr>
              <a:t> </a:t>
            </a:r>
            <a:r>
              <a:rPr sz="2200" dirty="0">
                <a:latin typeface="Consolas"/>
                <a:cs typeface="Consolas"/>
              </a:rPr>
              <a:t>/&gt;&lt;br</a:t>
            </a:r>
            <a:r>
              <a:rPr sz="2200" spc="-60" dirty="0">
                <a:latin typeface="Consolas"/>
                <a:cs typeface="Consolas"/>
              </a:rPr>
              <a:t> </a:t>
            </a:r>
            <a:r>
              <a:rPr sz="2200" spc="-25" dirty="0">
                <a:latin typeface="Consolas"/>
                <a:cs typeface="Consolas"/>
              </a:rPr>
              <a:t>/&gt;</a:t>
            </a:r>
            <a:endParaRPr sz="2200">
              <a:latin typeface="Consolas"/>
              <a:cs typeface="Consolas"/>
            </a:endParaRPr>
          </a:p>
          <a:p>
            <a:pPr marL="971550">
              <a:lnSpc>
                <a:spcPts val="2640"/>
              </a:lnSpc>
            </a:pPr>
            <a:r>
              <a:rPr sz="2200" dirty="0">
                <a:latin typeface="Consolas"/>
                <a:cs typeface="Consolas"/>
              </a:rPr>
              <a:t>&lt;input</a:t>
            </a:r>
            <a:r>
              <a:rPr sz="2200" spc="-120" dirty="0">
                <a:latin typeface="Consolas"/>
                <a:cs typeface="Consolas"/>
              </a:rPr>
              <a:t> </a:t>
            </a:r>
            <a:r>
              <a:rPr sz="2200" dirty="0">
                <a:latin typeface="Consolas"/>
                <a:cs typeface="Consolas"/>
              </a:rPr>
              <a:t>type="submit"</a:t>
            </a:r>
            <a:r>
              <a:rPr sz="2200" spc="-114" dirty="0">
                <a:latin typeface="Consolas"/>
                <a:cs typeface="Consolas"/>
              </a:rPr>
              <a:t> </a:t>
            </a:r>
            <a:r>
              <a:rPr sz="2200" dirty="0">
                <a:latin typeface="Consolas"/>
                <a:cs typeface="Consolas"/>
              </a:rPr>
              <a:t>value="Gửi"</a:t>
            </a:r>
            <a:r>
              <a:rPr sz="2200" spc="-110" dirty="0">
                <a:latin typeface="Consolas"/>
                <a:cs typeface="Consolas"/>
              </a:rPr>
              <a:t> </a:t>
            </a:r>
            <a:r>
              <a:rPr sz="2200" spc="-25" dirty="0">
                <a:latin typeface="Consolas"/>
                <a:cs typeface="Consolas"/>
              </a:rPr>
              <a:t>/&gt;</a:t>
            </a:r>
            <a:endParaRPr sz="2200">
              <a:latin typeface="Consolas"/>
              <a:cs typeface="Consolas"/>
            </a:endParaRPr>
          </a:p>
          <a:p>
            <a:pPr marL="50165">
              <a:lnSpc>
                <a:spcPct val="100000"/>
              </a:lnSpc>
            </a:pPr>
            <a:r>
              <a:rPr sz="2200" spc="-10" dirty="0">
                <a:latin typeface="Consolas"/>
                <a:cs typeface="Consolas"/>
              </a:rPr>
              <a:t>&lt;/form&gt;</a:t>
            </a:r>
            <a:endParaRPr sz="2200">
              <a:latin typeface="Consolas"/>
              <a:cs typeface="Consolas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926" y="2201978"/>
            <a:ext cx="9552239" cy="2845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01485" y="2530355"/>
            <a:ext cx="18632170" cy="207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36750">
              <a:lnSpc>
                <a:spcPct val="100000"/>
              </a:lnSpc>
              <a:spcBef>
                <a:spcPts val="100"/>
              </a:spcBef>
            </a:pPr>
            <a:r>
              <a:rPr sz="3600" b="1" spc="-465" dirty="0">
                <a:latin typeface="Tahoma"/>
                <a:cs typeface="Tahoma"/>
              </a:rPr>
              <a:t>2.4</a:t>
            </a:r>
            <a:r>
              <a:rPr sz="3600" b="1" spc="-500" dirty="0">
                <a:latin typeface="Tahoma"/>
                <a:cs typeface="Tahoma"/>
              </a:rPr>
              <a:t> </a:t>
            </a:r>
            <a:r>
              <a:rPr sz="3600" b="1" spc="-265" dirty="0">
                <a:latin typeface="Tahoma"/>
                <a:cs typeface="Tahoma"/>
              </a:rPr>
              <a:t>Các</a:t>
            </a:r>
            <a:r>
              <a:rPr sz="3600" b="1" spc="-490" dirty="0">
                <a:latin typeface="Tahoma"/>
                <a:cs typeface="Tahoma"/>
              </a:rPr>
              <a:t> </a:t>
            </a:r>
            <a:r>
              <a:rPr sz="3600" b="1" spc="-459" dirty="0">
                <a:latin typeface="Tahoma"/>
                <a:cs typeface="Tahoma"/>
              </a:rPr>
              <a:t>thẻ</a:t>
            </a:r>
            <a:r>
              <a:rPr sz="3600" b="1" spc="-495" dirty="0">
                <a:latin typeface="Tahoma"/>
                <a:cs typeface="Tahoma"/>
              </a:rPr>
              <a:t> </a:t>
            </a:r>
            <a:r>
              <a:rPr sz="3600" b="1" spc="-455" dirty="0">
                <a:latin typeface="Tahoma"/>
                <a:cs typeface="Tahoma"/>
              </a:rPr>
              <a:t>tạo</a:t>
            </a:r>
            <a:r>
              <a:rPr sz="3600" b="1" spc="-495" dirty="0">
                <a:latin typeface="Tahoma"/>
                <a:cs typeface="Tahoma"/>
              </a:rPr>
              <a:t> </a:t>
            </a:r>
            <a:r>
              <a:rPr sz="3600" b="1" spc="-405" dirty="0">
                <a:latin typeface="Tahoma"/>
                <a:cs typeface="Tahoma"/>
              </a:rPr>
              <a:t>biểu</a:t>
            </a:r>
            <a:r>
              <a:rPr sz="3600" b="1" spc="-495" dirty="0">
                <a:latin typeface="Tahoma"/>
                <a:cs typeface="Tahoma"/>
              </a:rPr>
              <a:t> </a:t>
            </a:r>
            <a:r>
              <a:rPr sz="3600" b="1" spc="-550" dirty="0">
                <a:latin typeface="Tahoma"/>
                <a:cs typeface="Tahoma"/>
              </a:rPr>
              <a:t>mẫu</a:t>
            </a:r>
            <a:r>
              <a:rPr sz="3600" b="1" spc="-500" dirty="0">
                <a:latin typeface="Tahoma"/>
                <a:cs typeface="Tahoma"/>
              </a:rPr>
              <a:t> </a:t>
            </a:r>
            <a:r>
              <a:rPr sz="3600" b="1" spc="-520" dirty="0">
                <a:latin typeface="Tahoma"/>
                <a:cs typeface="Tahoma"/>
              </a:rPr>
              <a:t>(forms)</a:t>
            </a:r>
            <a:endParaRPr sz="3600">
              <a:latin typeface="Tahoma"/>
              <a:cs typeface="Tahoma"/>
            </a:endParaRPr>
          </a:p>
          <a:p>
            <a:pPr marL="577850" indent="-565150">
              <a:lnSpc>
                <a:spcPct val="100000"/>
              </a:lnSpc>
              <a:spcBef>
                <a:spcPts val="3865"/>
              </a:spcBef>
              <a:buSzPct val="37000"/>
              <a:buChar char="•"/>
              <a:tabLst>
                <a:tab pos="577850" algn="l"/>
              </a:tabLst>
            </a:pPr>
            <a:r>
              <a:rPr sz="2800" spc="-215" dirty="0">
                <a:latin typeface="Tahoma"/>
                <a:cs typeface="Tahoma"/>
              </a:rPr>
              <a:t>Form:</a:t>
            </a:r>
            <a:r>
              <a:rPr sz="2800" spc="-240" dirty="0">
                <a:latin typeface="Tahoma"/>
                <a:cs typeface="Tahoma"/>
              </a:rPr>
              <a:t> </a:t>
            </a:r>
            <a:r>
              <a:rPr sz="2800" spc="-120" dirty="0">
                <a:latin typeface="Tahoma"/>
                <a:cs typeface="Tahoma"/>
              </a:rPr>
              <a:t>Là</a:t>
            </a:r>
            <a:r>
              <a:rPr sz="2800" spc="-245" dirty="0">
                <a:latin typeface="Tahoma"/>
                <a:cs typeface="Tahoma"/>
              </a:rPr>
              <a:t> </a:t>
            </a:r>
            <a:r>
              <a:rPr sz="2800" spc="-160" dirty="0">
                <a:latin typeface="Tahoma"/>
                <a:cs typeface="Tahoma"/>
              </a:rPr>
              <a:t>một</a:t>
            </a:r>
            <a:r>
              <a:rPr sz="2800" spc="-245" dirty="0">
                <a:latin typeface="Tahoma"/>
                <a:cs typeface="Tahoma"/>
              </a:rPr>
              <a:t> </a:t>
            </a:r>
            <a:r>
              <a:rPr sz="2800" spc="-125" dirty="0">
                <a:latin typeface="Tahoma"/>
                <a:cs typeface="Tahoma"/>
              </a:rPr>
              <a:t>biểu</a:t>
            </a:r>
            <a:r>
              <a:rPr sz="2800" spc="-240" dirty="0">
                <a:latin typeface="Tahoma"/>
                <a:cs typeface="Tahoma"/>
              </a:rPr>
              <a:t> </a:t>
            </a:r>
            <a:r>
              <a:rPr sz="2800" spc="-175" dirty="0">
                <a:latin typeface="Tahoma"/>
                <a:cs typeface="Tahoma"/>
              </a:rPr>
              <a:t>mẫu</a:t>
            </a:r>
            <a:r>
              <a:rPr sz="2800" spc="-240" dirty="0">
                <a:latin typeface="Tahoma"/>
                <a:cs typeface="Tahoma"/>
              </a:rPr>
              <a:t> </a:t>
            </a:r>
            <a:r>
              <a:rPr sz="2800" spc="-235" dirty="0">
                <a:latin typeface="Tahoma"/>
                <a:cs typeface="Tahoma"/>
              </a:rPr>
              <a:t>HTML</a:t>
            </a:r>
            <a:r>
              <a:rPr sz="2800" spc="-245" dirty="0">
                <a:latin typeface="Tahoma"/>
                <a:cs typeface="Tahoma"/>
              </a:rPr>
              <a:t> </a:t>
            </a:r>
            <a:r>
              <a:rPr sz="2800" spc="-135" dirty="0">
                <a:latin typeface="Tahoma"/>
                <a:cs typeface="Tahoma"/>
              </a:rPr>
              <a:t>được</a:t>
            </a:r>
            <a:r>
              <a:rPr sz="2800" spc="-254" dirty="0">
                <a:latin typeface="Tahoma"/>
                <a:cs typeface="Tahoma"/>
              </a:rPr>
              <a:t> </a:t>
            </a:r>
            <a:r>
              <a:rPr sz="2800" spc="-114" dirty="0">
                <a:latin typeface="Tahoma"/>
                <a:cs typeface="Tahoma"/>
              </a:rPr>
              <a:t>sử</a:t>
            </a:r>
            <a:r>
              <a:rPr sz="2800" spc="-235" dirty="0">
                <a:latin typeface="Tahoma"/>
                <a:cs typeface="Tahoma"/>
              </a:rPr>
              <a:t> </a:t>
            </a:r>
            <a:r>
              <a:rPr sz="2800" spc="-225" dirty="0">
                <a:latin typeface="Tahoma"/>
                <a:cs typeface="Tahoma"/>
              </a:rPr>
              <a:t>dụng</a:t>
            </a:r>
            <a:r>
              <a:rPr sz="2800" spc="-245" dirty="0">
                <a:latin typeface="Tahoma"/>
                <a:cs typeface="Tahoma"/>
              </a:rPr>
              <a:t> </a:t>
            </a:r>
            <a:r>
              <a:rPr sz="2800" spc="-190" dirty="0">
                <a:latin typeface="Tahoma"/>
                <a:cs typeface="Tahoma"/>
              </a:rPr>
              <a:t>để</a:t>
            </a:r>
            <a:r>
              <a:rPr sz="2800" spc="-240" dirty="0">
                <a:latin typeface="Tahoma"/>
                <a:cs typeface="Tahoma"/>
              </a:rPr>
              <a:t> </a:t>
            </a:r>
            <a:r>
              <a:rPr sz="2800" spc="-170" dirty="0">
                <a:latin typeface="Tahoma"/>
                <a:cs typeface="Tahoma"/>
              </a:rPr>
              <a:t>thu</a:t>
            </a:r>
            <a:r>
              <a:rPr sz="2800" spc="-250" dirty="0">
                <a:latin typeface="Tahoma"/>
                <a:cs typeface="Tahoma"/>
              </a:rPr>
              <a:t> </a:t>
            </a:r>
            <a:r>
              <a:rPr sz="2800" spc="-155" dirty="0">
                <a:latin typeface="Tahoma"/>
                <a:cs typeface="Tahoma"/>
              </a:rPr>
              <a:t>thập</a:t>
            </a:r>
            <a:r>
              <a:rPr sz="2800" spc="-245" dirty="0">
                <a:latin typeface="Tahoma"/>
                <a:cs typeface="Tahoma"/>
              </a:rPr>
              <a:t> </a:t>
            </a:r>
            <a:r>
              <a:rPr sz="2800" spc="-210" dirty="0">
                <a:latin typeface="Tahoma"/>
                <a:cs typeface="Tahoma"/>
              </a:rPr>
              <a:t>thông</a:t>
            </a:r>
            <a:r>
              <a:rPr sz="2800" spc="-245" dirty="0">
                <a:latin typeface="Tahoma"/>
                <a:cs typeface="Tahoma"/>
              </a:rPr>
              <a:t> </a:t>
            </a:r>
            <a:r>
              <a:rPr sz="2800" spc="-114" dirty="0">
                <a:latin typeface="Tahoma"/>
                <a:cs typeface="Tahoma"/>
              </a:rPr>
              <a:t>tin</a:t>
            </a:r>
            <a:r>
              <a:rPr sz="2800" spc="-245" dirty="0">
                <a:latin typeface="Tahoma"/>
                <a:cs typeface="Tahoma"/>
              </a:rPr>
              <a:t> </a:t>
            </a:r>
            <a:r>
              <a:rPr sz="2800" spc="-170" dirty="0">
                <a:latin typeface="Tahoma"/>
                <a:cs typeface="Tahoma"/>
              </a:rPr>
              <a:t>đầu</a:t>
            </a:r>
            <a:r>
              <a:rPr sz="2800" spc="-245" dirty="0">
                <a:latin typeface="Tahoma"/>
                <a:cs typeface="Tahoma"/>
              </a:rPr>
              <a:t> </a:t>
            </a:r>
            <a:r>
              <a:rPr sz="2800" spc="-195" dirty="0">
                <a:latin typeface="Tahoma"/>
                <a:cs typeface="Tahoma"/>
              </a:rPr>
              <a:t>vào</a:t>
            </a:r>
            <a:r>
              <a:rPr sz="2800" spc="-254" dirty="0">
                <a:latin typeface="Tahoma"/>
                <a:cs typeface="Tahoma"/>
              </a:rPr>
              <a:t> </a:t>
            </a:r>
            <a:r>
              <a:rPr sz="2800" spc="-95" dirty="0">
                <a:latin typeface="Tahoma"/>
                <a:cs typeface="Tahoma"/>
              </a:rPr>
              <a:t>của</a:t>
            </a:r>
            <a:r>
              <a:rPr sz="2800" spc="-245" dirty="0">
                <a:latin typeface="Tahoma"/>
                <a:cs typeface="Tahoma"/>
              </a:rPr>
              <a:t> </a:t>
            </a:r>
            <a:r>
              <a:rPr sz="2800" spc="-190" dirty="0">
                <a:latin typeface="Tahoma"/>
                <a:cs typeface="Tahoma"/>
              </a:rPr>
              <a:t>người</a:t>
            </a:r>
            <a:r>
              <a:rPr sz="2800" spc="-245" dirty="0">
                <a:latin typeface="Tahoma"/>
                <a:cs typeface="Tahoma"/>
              </a:rPr>
              <a:t> </a:t>
            </a:r>
            <a:r>
              <a:rPr sz="2800" spc="-215" dirty="0">
                <a:latin typeface="Tahoma"/>
                <a:cs typeface="Tahoma"/>
              </a:rPr>
              <a:t>dùng.</a:t>
            </a:r>
            <a:r>
              <a:rPr sz="2800" spc="-235" dirty="0">
                <a:latin typeface="Tahoma"/>
                <a:cs typeface="Tahoma"/>
              </a:rPr>
              <a:t> </a:t>
            </a:r>
            <a:r>
              <a:rPr sz="2800" spc="-185" dirty="0">
                <a:latin typeface="Tahoma"/>
                <a:cs typeface="Tahoma"/>
              </a:rPr>
              <a:t>Đầu</a:t>
            </a:r>
            <a:r>
              <a:rPr sz="2800" spc="-250" dirty="0">
                <a:latin typeface="Tahoma"/>
                <a:cs typeface="Tahoma"/>
              </a:rPr>
              <a:t> </a:t>
            </a:r>
            <a:r>
              <a:rPr sz="2800" spc="-195" dirty="0">
                <a:latin typeface="Tahoma"/>
                <a:cs typeface="Tahoma"/>
              </a:rPr>
              <a:t>vào</a:t>
            </a:r>
            <a:r>
              <a:rPr sz="2800" spc="-254" dirty="0">
                <a:latin typeface="Tahoma"/>
                <a:cs typeface="Tahoma"/>
              </a:rPr>
              <a:t> </a:t>
            </a:r>
            <a:r>
              <a:rPr sz="2800" spc="-95" dirty="0">
                <a:latin typeface="Tahoma"/>
                <a:cs typeface="Tahoma"/>
              </a:rPr>
              <a:t>của</a:t>
            </a:r>
            <a:r>
              <a:rPr sz="2800" spc="-245" dirty="0">
                <a:latin typeface="Tahoma"/>
                <a:cs typeface="Tahoma"/>
              </a:rPr>
              <a:t> </a:t>
            </a:r>
            <a:r>
              <a:rPr sz="2800" spc="-20" dirty="0">
                <a:latin typeface="Tahoma"/>
                <a:cs typeface="Tahoma"/>
              </a:rPr>
              <a:t>người</a:t>
            </a:r>
            <a:endParaRPr sz="2800">
              <a:latin typeface="Tahoma"/>
              <a:cs typeface="Tahoma"/>
            </a:endParaRPr>
          </a:p>
          <a:p>
            <a:pPr marL="577850">
              <a:lnSpc>
                <a:spcPct val="100000"/>
              </a:lnSpc>
              <a:spcBef>
                <a:spcPts val="1160"/>
              </a:spcBef>
            </a:pPr>
            <a:r>
              <a:rPr sz="2800" spc="-225" dirty="0">
                <a:latin typeface="Tahoma"/>
                <a:cs typeface="Tahoma"/>
              </a:rPr>
              <a:t>dùng</a:t>
            </a:r>
            <a:r>
              <a:rPr sz="2800" spc="-395" dirty="0">
                <a:latin typeface="Tahoma"/>
                <a:cs typeface="Tahoma"/>
              </a:rPr>
              <a:t> </a:t>
            </a:r>
            <a:r>
              <a:rPr sz="2800" spc="-215" dirty="0">
                <a:latin typeface="Tahoma"/>
                <a:cs typeface="Tahoma"/>
              </a:rPr>
              <a:t>thường</a:t>
            </a:r>
            <a:r>
              <a:rPr sz="2800" spc="-405" dirty="0">
                <a:latin typeface="Tahoma"/>
                <a:cs typeface="Tahoma"/>
              </a:rPr>
              <a:t> </a:t>
            </a:r>
            <a:r>
              <a:rPr sz="2800" spc="-135" dirty="0">
                <a:latin typeface="Tahoma"/>
                <a:cs typeface="Tahoma"/>
              </a:rPr>
              <a:t>được</a:t>
            </a:r>
            <a:r>
              <a:rPr sz="2800" spc="-395" dirty="0">
                <a:latin typeface="Tahoma"/>
                <a:cs typeface="Tahoma"/>
              </a:rPr>
              <a:t> </a:t>
            </a:r>
            <a:r>
              <a:rPr sz="2800" spc="-190" dirty="0">
                <a:latin typeface="Tahoma"/>
                <a:cs typeface="Tahoma"/>
              </a:rPr>
              <a:t>gửi</a:t>
            </a:r>
            <a:r>
              <a:rPr sz="2800" spc="-385" dirty="0">
                <a:latin typeface="Tahoma"/>
                <a:cs typeface="Tahoma"/>
              </a:rPr>
              <a:t> </a:t>
            </a:r>
            <a:r>
              <a:rPr sz="2800" spc="-185" dirty="0">
                <a:latin typeface="Tahoma"/>
                <a:cs typeface="Tahoma"/>
              </a:rPr>
              <a:t>đến</a:t>
            </a:r>
            <a:r>
              <a:rPr sz="2800" spc="-395" dirty="0">
                <a:latin typeface="Tahoma"/>
                <a:cs typeface="Tahoma"/>
              </a:rPr>
              <a:t> </a:t>
            </a:r>
            <a:r>
              <a:rPr sz="2800" spc="-210" dirty="0">
                <a:latin typeface="Tahoma"/>
                <a:cs typeface="Tahoma"/>
              </a:rPr>
              <a:t>máy</a:t>
            </a:r>
            <a:r>
              <a:rPr sz="2800" spc="-395" dirty="0">
                <a:latin typeface="Tahoma"/>
                <a:cs typeface="Tahoma"/>
              </a:rPr>
              <a:t> </a:t>
            </a:r>
            <a:r>
              <a:rPr sz="2800" spc="-114" dirty="0">
                <a:latin typeface="Tahoma"/>
                <a:cs typeface="Tahoma"/>
              </a:rPr>
              <a:t>chủ</a:t>
            </a:r>
            <a:r>
              <a:rPr sz="2800" spc="-395" dirty="0">
                <a:latin typeface="Tahoma"/>
                <a:cs typeface="Tahoma"/>
              </a:rPr>
              <a:t> </a:t>
            </a:r>
            <a:r>
              <a:rPr sz="2800" spc="-190" dirty="0">
                <a:latin typeface="Tahoma"/>
                <a:cs typeface="Tahoma"/>
              </a:rPr>
              <a:t>để</a:t>
            </a:r>
            <a:r>
              <a:rPr sz="2800" spc="-390" dirty="0">
                <a:latin typeface="Tahoma"/>
                <a:cs typeface="Tahoma"/>
              </a:rPr>
              <a:t> </a:t>
            </a:r>
            <a:r>
              <a:rPr sz="2800" spc="-254" dirty="0">
                <a:latin typeface="Tahoma"/>
                <a:cs typeface="Tahoma"/>
              </a:rPr>
              <a:t>xử</a:t>
            </a:r>
            <a:r>
              <a:rPr sz="2800" spc="-380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lý.</a:t>
            </a:r>
            <a:endParaRPr sz="2800" spc="-25" dirty="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484" dirty="0"/>
              <a:t>CHƯƠNG</a:t>
            </a:r>
            <a:r>
              <a:rPr spc="-580" dirty="0"/>
              <a:t> </a:t>
            </a:r>
            <a:r>
              <a:rPr spc="-919" dirty="0"/>
              <a:t>II:</a:t>
            </a:r>
            <a:r>
              <a:rPr spc="-575" dirty="0"/>
              <a:t> </a:t>
            </a:r>
            <a:r>
              <a:rPr spc="-715" dirty="0"/>
              <a:t>HTML</a:t>
            </a:r>
            <a:r>
              <a:rPr spc="-585" dirty="0"/>
              <a:t> </a:t>
            </a:r>
            <a:r>
              <a:rPr spc="-905" dirty="0"/>
              <a:t>&amp;</a:t>
            </a:r>
            <a:r>
              <a:rPr spc="-580" dirty="0"/>
              <a:t> </a:t>
            </a:r>
            <a:r>
              <a:rPr spc="-715" dirty="0"/>
              <a:t>HTML5</a:t>
            </a:r>
            <a:endParaRPr spc="-715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  <p:sp>
        <p:nvSpPr>
          <p:cNvPr id="15" name="object 13"/>
          <p:cNvSpPr txBox="1">
            <a:spLocks noGrp="1"/>
          </p:cNvSpPr>
          <p:nvPr>
            <p:ph type="dt" sz="half" idx="6"/>
          </p:nvPr>
        </p:nvSpPr>
        <p:spPr>
          <a:xfrm>
            <a:off x="601345" y="10674350"/>
            <a:ext cx="5245100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85" dirty="0">
                <a:solidFill>
                  <a:schemeClr val="tx1"/>
                </a:solidFill>
              </a:rPr>
              <a:t>THIẾT </a:t>
            </a:r>
            <a:r>
              <a:rPr spc="-110" dirty="0">
                <a:solidFill>
                  <a:schemeClr val="tx1"/>
                </a:solidFill>
              </a:rPr>
              <a:t>KẾ</a:t>
            </a:r>
            <a:r>
              <a:rPr spc="-190" dirty="0">
                <a:solidFill>
                  <a:schemeClr val="tx1"/>
                </a:solidFill>
              </a:rPr>
              <a:t> </a:t>
            </a:r>
            <a:r>
              <a:rPr spc="-110" dirty="0">
                <a:solidFill>
                  <a:schemeClr val="tx1"/>
                </a:solidFill>
              </a:rPr>
              <a:t>WEB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VÀ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45" dirty="0">
                <a:solidFill>
                  <a:schemeClr val="tx1"/>
                </a:solidFill>
              </a:rPr>
              <a:t>TRIỂN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KHAI</a:t>
            </a:r>
            <a:r>
              <a:rPr spc="-200" dirty="0">
                <a:solidFill>
                  <a:schemeClr val="tx1"/>
                </a:solidFill>
              </a:rPr>
              <a:t> </a:t>
            </a:r>
            <a:r>
              <a:rPr spc="-80" dirty="0">
                <a:solidFill>
                  <a:schemeClr val="tx1"/>
                </a:solidFill>
              </a:rPr>
              <a:t>HỆ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95" dirty="0">
                <a:solidFill>
                  <a:schemeClr val="tx1"/>
                </a:solidFill>
              </a:rPr>
              <a:t>THỐNG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75" dirty="0">
                <a:solidFill>
                  <a:schemeClr val="tx1"/>
                </a:solidFill>
              </a:rPr>
              <a:t>PHẦN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25" dirty="0">
                <a:solidFill>
                  <a:schemeClr val="tx1"/>
                </a:solidFill>
              </a:rPr>
              <a:t>MỀM</a:t>
            </a:r>
            <a:endParaRPr spc="-20" dirty="0">
              <a:solidFill>
                <a:schemeClr val="tx1"/>
              </a:solidFill>
            </a:endParaRPr>
          </a:p>
        </p:txBody>
      </p:sp>
      <p:sp>
        <p:nvSpPr>
          <p:cNvPr id="16" name="object 6"/>
          <p:cNvSpPr/>
          <p:nvPr/>
        </p:nvSpPr>
        <p:spPr>
          <a:xfrm>
            <a:off x="523544" y="10447221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8063A1"/>
            </a:solidFill>
          </a:ln>
        </p:spPr>
        <p:txBody>
          <a:bodyPr wrap="square" lIns="0" tIns="0" rIns="0" bIns="0" rtlCol="0"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71926" y="2201978"/>
            <a:ext cx="9552239" cy="2845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50990" y="2454155"/>
            <a:ext cx="18630900" cy="7560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36750">
              <a:lnSpc>
                <a:spcPct val="100000"/>
              </a:lnSpc>
              <a:spcBef>
                <a:spcPts val="100"/>
              </a:spcBef>
            </a:pPr>
            <a:r>
              <a:rPr sz="4000" b="1" spc="-465" dirty="0">
                <a:latin typeface="Tahoma"/>
                <a:cs typeface="Tahoma"/>
              </a:rPr>
              <a:t>2.4</a:t>
            </a:r>
            <a:r>
              <a:rPr sz="4000" b="1" spc="-500" dirty="0">
                <a:latin typeface="Tahoma"/>
                <a:cs typeface="Tahoma"/>
              </a:rPr>
              <a:t> </a:t>
            </a:r>
            <a:r>
              <a:rPr sz="4000" b="1" spc="-265" dirty="0">
                <a:latin typeface="Tahoma"/>
                <a:cs typeface="Tahoma"/>
              </a:rPr>
              <a:t>Các</a:t>
            </a:r>
            <a:r>
              <a:rPr sz="4000" b="1" spc="-490" dirty="0">
                <a:latin typeface="Tahoma"/>
                <a:cs typeface="Tahoma"/>
              </a:rPr>
              <a:t> </a:t>
            </a:r>
            <a:r>
              <a:rPr sz="4000" b="1" spc="-459" dirty="0">
                <a:latin typeface="Tahoma"/>
                <a:cs typeface="Tahoma"/>
              </a:rPr>
              <a:t>thẻ</a:t>
            </a:r>
            <a:r>
              <a:rPr sz="4000" b="1" spc="-495" dirty="0">
                <a:latin typeface="Tahoma"/>
                <a:cs typeface="Tahoma"/>
              </a:rPr>
              <a:t> </a:t>
            </a:r>
            <a:r>
              <a:rPr sz="4000" b="1" spc="-455" dirty="0">
                <a:latin typeface="Tahoma"/>
                <a:cs typeface="Tahoma"/>
              </a:rPr>
              <a:t>tạo</a:t>
            </a:r>
            <a:r>
              <a:rPr sz="4000" b="1" spc="-495" dirty="0">
                <a:latin typeface="Tahoma"/>
                <a:cs typeface="Tahoma"/>
              </a:rPr>
              <a:t> </a:t>
            </a:r>
            <a:r>
              <a:rPr sz="4000" b="1" spc="-405" dirty="0">
                <a:latin typeface="Tahoma"/>
                <a:cs typeface="Tahoma"/>
              </a:rPr>
              <a:t>biểu</a:t>
            </a:r>
            <a:r>
              <a:rPr sz="4000" b="1" spc="-495" dirty="0">
                <a:latin typeface="Tahoma"/>
                <a:cs typeface="Tahoma"/>
              </a:rPr>
              <a:t> </a:t>
            </a:r>
            <a:r>
              <a:rPr sz="4000" b="1" spc="-550" dirty="0">
                <a:latin typeface="Tahoma"/>
                <a:cs typeface="Tahoma"/>
              </a:rPr>
              <a:t>mẫu</a:t>
            </a:r>
            <a:r>
              <a:rPr sz="4000" b="1" spc="-500" dirty="0">
                <a:latin typeface="Tahoma"/>
                <a:cs typeface="Tahoma"/>
              </a:rPr>
              <a:t> </a:t>
            </a:r>
            <a:r>
              <a:rPr sz="4000" b="1" spc="-520" dirty="0">
                <a:latin typeface="Tahoma"/>
                <a:cs typeface="Tahoma"/>
              </a:rPr>
              <a:t>(forms)</a:t>
            </a:r>
            <a:endParaRPr sz="4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330"/>
              </a:spcBef>
            </a:pPr>
            <a:endParaRPr sz="4000">
              <a:latin typeface="Tahoma"/>
              <a:cs typeface="Tahoma"/>
            </a:endParaRPr>
          </a:p>
          <a:p>
            <a:pPr marL="577850" indent="-565150">
              <a:lnSpc>
                <a:spcPct val="100000"/>
              </a:lnSpc>
              <a:buSzPct val="29000"/>
              <a:buChar char="•"/>
              <a:tabLst>
                <a:tab pos="577850" algn="l"/>
              </a:tabLst>
            </a:pPr>
            <a:r>
              <a:rPr sz="4000" spc="-250" dirty="0">
                <a:latin typeface="Tahoma"/>
                <a:cs typeface="Tahoma"/>
              </a:rPr>
              <a:t>Những</a:t>
            </a:r>
            <a:r>
              <a:rPr sz="4000" spc="-484" dirty="0">
                <a:latin typeface="Tahoma"/>
                <a:cs typeface="Tahoma"/>
              </a:rPr>
              <a:t> </a:t>
            </a:r>
            <a:r>
              <a:rPr sz="4000" spc="-130" dirty="0">
                <a:latin typeface="Tahoma"/>
                <a:cs typeface="Tahoma"/>
              </a:rPr>
              <a:t>thuộc</a:t>
            </a:r>
            <a:r>
              <a:rPr sz="4000" spc="-495" dirty="0">
                <a:latin typeface="Tahoma"/>
                <a:cs typeface="Tahoma"/>
              </a:rPr>
              <a:t> </a:t>
            </a:r>
            <a:r>
              <a:rPr sz="4000" spc="-155" dirty="0">
                <a:latin typeface="Tahoma"/>
                <a:cs typeface="Tahoma"/>
              </a:rPr>
              <a:t>tính</a:t>
            </a:r>
            <a:r>
              <a:rPr sz="4000" spc="-484" dirty="0">
                <a:latin typeface="Tahoma"/>
                <a:cs typeface="Tahoma"/>
              </a:rPr>
              <a:t> </a:t>
            </a:r>
            <a:r>
              <a:rPr sz="4000" spc="-95" dirty="0">
                <a:latin typeface="Tahoma"/>
                <a:cs typeface="Tahoma"/>
              </a:rPr>
              <a:t>của</a:t>
            </a:r>
            <a:r>
              <a:rPr sz="4000" spc="-484" dirty="0">
                <a:latin typeface="Tahoma"/>
                <a:cs typeface="Tahoma"/>
              </a:rPr>
              <a:t> </a:t>
            </a:r>
            <a:r>
              <a:rPr sz="4000" spc="-10" dirty="0">
                <a:latin typeface="Tahoma"/>
                <a:cs typeface="Tahoma"/>
              </a:rPr>
              <a:t>Form:</a:t>
            </a:r>
            <a:endParaRPr sz="4000">
              <a:latin typeface="Tahoma"/>
              <a:cs typeface="Tahoma"/>
            </a:endParaRPr>
          </a:p>
          <a:p>
            <a:pPr marL="1331595" marR="5080" lvl="1" indent="-525780">
              <a:lnSpc>
                <a:spcPct val="131000"/>
              </a:lnSpc>
              <a:spcBef>
                <a:spcPts val="100"/>
              </a:spcBef>
              <a:buSzPct val="33000"/>
              <a:buChar char="•"/>
              <a:tabLst>
                <a:tab pos="1331595" algn="l"/>
              </a:tabLst>
            </a:pPr>
            <a:r>
              <a:rPr sz="3200" spc="-195" dirty="0">
                <a:latin typeface="Tahoma"/>
                <a:cs typeface="Tahoma"/>
              </a:rPr>
              <a:t>method:</a:t>
            </a:r>
            <a:r>
              <a:rPr sz="3200" spc="-320" dirty="0">
                <a:latin typeface="Tahoma"/>
                <a:cs typeface="Tahoma"/>
              </a:rPr>
              <a:t> </a:t>
            </a:r>
            <a:r>
              <a:rPr sz="3200" spc="-200" dirty="0">
                <a:latin typeface="Tahoma"/>
                <a:cs typeface="Tahoma"/>
              </a:rPr>
              <a:t>Thuộc</a:t>
            </a:r>
            <a:r>
              <a:rPr sz="3200" spc="-315" dirty="0">
                <a:latin typeface="Tahoma"/>
                <a:cs typeface="Tahoma"/>
              </a:rPr>
              <a:t> </a:t>
            </a:r>
            <a:r>
              <a:rPr sz="3200" spc="-145" dirty="0">
                <a:latin typeface="Tahoma"/>
                <a:cs typeface="Tahoma"/>
              </a:rPr>
              <a:t>tính</a:t>
            </a:r>
            <a:r>
              <a:rPr sz="3200" spc="-305" dirty="0">
                <a:latin typeface="Tahoma"/>
                <a:cs typeface="Tahoma"/>
              </a:rPr>
              <a:t> </a:t>
            </a:r>
            <a:r>
              <a:rPr sz="3200" spc="-175" dirty="0">
                <a:latin typeface="Tahoma"/>
                <a:cs typeface="Tahoma"/>
              </a:rPr>
              <a:t>method</a:t>
            </a:r>
            <a:r>
              <a:rPr sz="3200" spc="-305" dirty="0">
                <a:latin typeface="Tahoma"/>
                <a:cs typeface="Tahoma"/>
              </a:rPr>
              <a:t> </a:t>
            </a:r>
            <a:r>
              <a:rPr sz="3200" spc="-55" dirty="0">
                <a:latin typeface="Tahoma"/>
                <a:cs typeface="Tahoma"/>
              </a:rPr>
              <a:t>chỉ</a:t>
            </a:r>
            <a:r>
              <a:rPr sz="3200" spc="-305" dirty="0">
                <a:latin typeface="Tahoma"/>
                <a:cs typeface="Tahoma"/>
              </a:rPr>
              <a:t> </a:t>
            </a:r>
            <a:r>
              <a:rPr sz="3200" spc="-165" dirty="0">
                <a:latin typeface="Tahoma"/>
                <a:cs typeface="Tahoma"/>
              </a:rPr>
              <a:t>định</a:t>
            </a:r>
            <a:r>
              <a:rPr sz="3200" spc="-310" dirty="0">
                <a:latin typeface="Tahoma"/>
                <a:cs typeface="Tahoma"/>
              </a:rPr>
              <a:t> </a:t>
            </a:r>
            <a:r>
              <a:rPr sz="3200" spc="-175" dirty="0">
                <a:latin typeface="Tahoma"/>
                <a:cs typeface="Tahoma"/>
              </a:rPr>
              <a:t>giao</a:t>
            </a:r>
            <a:r>
              <a:rPr sz="3200" spc="-310" dirty="0">
                <a:latin typeface="Tahoma"/>
                <a:cs typeface="Tahoma"/>
              </a:rPr>
              <a:t> </a:t>
            </a:r>
            <a:r>
              <a:rPr sz="3200" spc="-114" dirty="0">
                <a:latin typeface="Tahoma"/>
                <a:cs typeface="Tahoma"/>
              </a:rPr>
              <a:t>thức</a:t>
            </a:r>
            <a:r>
              <a:rPr sz="3200" spc="-310" dirty="0">
                <a:latin typeface="Tahoma"/>
                <a:cs typeface="Tahoma"/>
              </a:rPr>
              <a:t> </a:t>
            </a:r>
            <a:r>
              <a:rPr sz="3200" spc="-305" dirty="0">
                <a:latin typeface="Tahoma"/>
                <a:cs typeface="Tahoma"/>
              </a:rPr>
              <a:t>HTTP</a:t>
            </a:r>
            <a:r>
              <a:rPr sz="3200" spc="-320" dirty="0">
                <a:latin typeface="Tahoma"/>
                <a:cs typeface="Tahoma"/>
              </a:rPr>
              <a:t> </a:t>
            </a:r>
            <a:r>
              <a:rPr sz="3200" spc="-95" dirty="0">
                <a:latin typeface="Tahoma"/>
                <a:cs typeface="Tahoma"/>
              </a:rPr>
              <a:t>sẽ</a:t>
            </a:r>
            <a:r>
              <a:rPr sz="3200" spc="-300" dirty="0">
                <a:latin typeface="Tahoma"/>
                <a:cs typeface="Tahoma"/>
              </a:rPr>
              <a:t> </a:t>
            </a:r>
            <a:r>
              <a:rPr sz="3200" spc="-125" dirty="0">
                <a:latin typeface="Tahoma"/>
                <a:cs typeface="Tahoma"/>
              </a:rPr>
              <a:t>được</a:t>
            </a:r>
            <a:r>
              <a:rPr sz="3200" spc="-315" dirty="0">
                <a:latin typeface="Tahoma"/>
                <a:cs typeface="Tahoma"/>
              </a:rPr>
              <a:t> </a:t>
            </a:r>
            <a:r>
              <a:rPr sz="3200" spc="-120" dirty="0">
                <a:latin typeface="Tahoma"/>
                <a:cs typeface="Tahoma"/>
              </a:rPr>
              <a:t>sử</a:t>
            </a:r>
            <a:r>
              <a:rPr sz="3200" spc="-305" dirty="0">
                <a:latin typeface="Tahoma"/>
                <a:cs typeface="Tahoma"/>
              </a:rPr>
              <a:t> </a:t>
            </a:r>
            <a:r>
              <a:rPr sz="3200" spc="-220" dirty="0">
                <a:latin typeface="Tahoma"/>
                <a:cs typeface="Tahoma"/>
              </a:rPr>
              <a:t>dụng</a:t>
            </a:r>
            <a:r>
              <a:rPr sz="3200" spc="-315" dirty="0">
                <a:latin typeface="Tahoma"/>
                <a:cs typeface="Tahoma"/>
              </a:rPr>
              <a:t> </a:t>
            </a:r>
            <a:r>
              <a:rPr sz="3200" spc="-135" dirty="0">
                <a:latin typeface="Tahoma"/>
                <a:cs typeface="Tahoma"/>
              </a:rPr>
              <a:t>khi</a:t>
            </a:r>
            <a:r>
              <a:rPr sz="3200" spc="-310" dirty="0">
                <a:latin typeface="Tahoma"/>
                <a:cs typeface="Tahoma"/>
              </a:rPr>
              <a:t> </a:t>
            </a:r>
            <a:r>
              <a:rPr sz="3200" spc="-210" dirty="0">
                <a:latin typeface="Tahoma"/>
                <a:cs typeface="Tahoma"/>
              </a:rPr>
              <a:t>gửi</a:t>
            </a:r>
            <a:r>
              <a:rPr sz="3200" spc="-305" dirty="0">
                <a:latin typeface="Tahoma"/>
                <a:cs typeface="Tahoma"/>
              </a:rPr>
              <a:t> </a:t>
            </a:r>
            <a:r>
              <a:rPr sz="3200" spc="-175" dirty="0">
                <a:latin typeface="Tahoma"/>
                <a:cs typeface="Tahoma"/>
              </a:rPr>
              <a:t>dữ</a:t>
            </a:r>
            <a:r>
              <a:rPr sz="3200" spc="-305" dirty="0">
                <a:latin typeface="Tahoma"/>
                <a:cs typeface="Tahoma"/>
              </a:rPr>
              <a:t> </a:t>
            </a:r>
            <a:r>
              <a:rPr sz="3200" spc="-80" dirty="0">
                <a:latin typeface="Tahoma"/>
                <a:cs typeface="Tahoma"/>
              </a:rPr>
              <a:t>liệu</a:t>
            </a:r>
            <a:r>
              <a:rPr sz="3200" spc="-310" dirty="0">
                <a:latin typeface="Tahoma"/>
                <a:cs typeface="Tahoma"/>
              </a:rPr>
              <a:t> </a:t>
            </a:r>
            <a:r>
              <a:rPr sz="3200" spc="-130" dirty="0">
                <a:latin typeface="Tahoma"/>
                <a:cs typeface="Tahoma"/>
              </a:rPr>
              <a:t>biểu</a:t>
            </a:r>
            <a:r>
              <a:rPr sz="3200" spc="-320" dirty="0">
                <a:latin typeface="Tahoma"/>
                <a:cs typeface="Tahoma"/>
              </a:rPr>
              <a:t> </a:t>
            </a:r>
            <a:r>
              <a:rPr sz="3200" spc="-20" dirty="0">
                <a:latin typeface="Tahoma"/>
                <a:cs typeface="Tahoma"/>
              </a:rPr>
              <a:t>mẫu. </a:t>
            </a:r>
            <a:r>
              <a:rPr sz="3200" spc="-10" dirty="0">
                <a:latin typeface="Tahoma"/>
                <a:cs typeface="Tahoma"/>
              </a:rPr>
              <a:t>Có</a:t>
            </a:r>
            <a:r>
              <a:rPr sz="3200" spc="-430" dirty="0">
                <a:latin typeface="Tahoma"/>
                <a:cs typeface="Tahoma"/>
              </a:rPr>
              <a:t> </a:t>
            </a:r>
            <a:r>
              <a:rPr sz="3200" spc="-145" dirty="0">
                <a:latin typeface="Tahoma"/>
                <a:cs typeface="Tahoma"/>
              </a:rPr>
              <a:t>2</a:t>
            </a:r>
            <a:r>
              <a:rPr sz="3200" spc="-425" dirty="0">
                <a:latin typeface="Tahoma"/>
                <a:cs typeface="Tahoma"/>
              </a:rPr>
              <a:t> </a:t>
            </a:r>
            <a:r>
              <a:rPr sz="3200" spc="-210" dirty="0">
                <a:latin typeface="Tahoma"/>
                <a:cs typeface="Tahoma"/>
              </a:rPr>
              <a:t>phương</a:t>
            </a:r>
            <a:r>
              <a:rPr sz="3200" spc="-425" dirty="0">
                <a:latin typeface="Tahoma"/>
                <a:cs typeface="Tahoma"/>
              </a:rPr>
              <a:t> </a:t>
            </a:r>
            <a:r>
              <a:rPr sz="3200" spc="-114" dirty="0">
                <a:latin typeface="Tahoma"/>
                <a:cs typeface="Tahoma"/>
              </a:rPr>
              <a:t>thức</a:t>
            </a:r>
            <a:r>
              <a:rPr sz="3200" spc="-434" dirty="0">
                <a:latin typeface="Tahoma"/>
                <a:cs typeface="Tahoma"/>
              </a:rPr>
              <a:t> </a:t>
            </a:r>
            <a:r>
              <a:rPr sz="3200" spc="-55" dirty="0">
                <a:latin typeface="Tahoma"/>
                <a:cs typeface="Tahoma"/>
              </a:rPr>
              <a:t>là</a:t>
            </a:r>
            <a:r>
              <a:rPr sz="3200" spc="-425" dirty="0">
                <a:latin typeface="Tahoma"/>
                <a:cs typeface="Tahoma"/>
              </a:rPr>
              <a:t> </a:t>
            </a:r>
            <a:r>
              <a:rPr sz="3200" spc="-265" dirty="0">
                <a:latin typeface="Tahoma"/>
                <a:cs typeface="Tahoma"/>
              </a:rPr>
              <a:t>GET</a:t>
            </a:r>
            <a:r>
              <a:rPr sz="3200" spc="-430" dirty="0">
                <a:latin typeface="Tahoma"/>
                <a:cs typeface="Tahoma"/>
              </a:rPr>
              <a:t> </a:t>
            </a:r>
            <a:r>
              <a:rPr sz="3200" spc="-229" dirty="0">
                <a:latin typeface="Tahoma"/>
                <a:cs typeface="Tahoma"/>
              </a:rPr>
              <a:t>và</a:t>
            </a:r>
            <a:r>
              <a:rPr sz="3200" spc="-425" dirty="0">
                <a:latin typeface="Tahoma"/>
                <a:cs typeface="Tahoma"/>
              </a:rPr>
              <a:t> </a:t>
            </a:r>
            <a:r>
              <a:rPr sz="3200" spc="-280" dirty="0">
                <a:latin typeface="Tahoma"/>
                <a:cs typeface="Tahoma"/>
              </a:rPr>
              <a:t>POST.</a:t>
            </a:r>
            <a:endParaRPr sz="3200">
              <a:latin typeface="Tahoma"/>
              <a:cs typeface="Tahoma"/>
            </a:endParaRPr>
          </a:p>
          <a:p>
            <a:pPr marL="1331595" lvl="1" indent="-525145">
              <a:lnSpc>
                <a:spcPct val="100000"/>
              </a:lnSpc>
              <a:spcBef>
                <a:spcPts val="1335"/>
              </a:spcBef>
              <a:buSzPct val="33000"/>
              <a:buChar char="•"/>
              <a:tabLst>
                <a:tab pos="1331595" algn="l"/>
              </a:tabLst>
            </a:pPr>
            <a:r>
              <a:rPr sz="3200" spc="-210" dirty="0">
                <a:latin typeface="Tahoma"/>
                <a:cs typeface="Tahoma"/>
              </a:rPr>
              <a:t>Phương</a:t>
            </a:r>
            <a:r>
              <a:rPr sz="3200" spc="-415" dirty="0">
                <a:latin typeface="Tahoma"/>
                <a:cs typeface="Tahoma"/>
              </a:rPr>
              <a:t> </a:t>
            </a:r>
            <a:r>
              <a:rPr sz="3200" spc="-114" dirty="0">
                <a:latin typeface="Tahoma"/>
                <a:cs typeface="Tahoma"/>
              </a:rPr>
              <a:t>thức</a:t>
            </a:r>
            <a:r>
              <a:rPr sz="3200" spc="-409" dirty="0">
                <a:latin typeface="Tahoma"/>
                <a:cs typeface="Tahoma"/>
              </a:rPr>
              <a:t> </a:t>
            </a:r>
            <a:r>
              <a:rPr sz="3200" spc="-345" dirty="0">
                <a:latin typeface="Tahoma"/>
                <a:cs typeface="Tahoma"/>
              </a:rPr>
              <a:t>GET:</a:t>
            </a:r>
            <a:endParaRPr sz="3200">
              <a:latin typeface="Tahoma"/>
              <a:cs typeface="Tahoma"/>
            </a:endParaRPr>
          </a:p>
          <a:p>
            <a:pPr marL="2085340" lvl="2" indent="-419100">
              <a:lnSpc>
                <a:spcPct val="100000"/>
              </a:lnSpc>
              <a:spcBef>
                <a:spcPts val="1245"/>
              </a:spcBef>
              <a:buSzPct val="39000"/>
              <a:buChar char="•"/>
              <a:tabLst>
                <a:tab pos="2084705" algn="l"/>
              </a:tabLst>
            </a:pPr>
            <a:r>
              <a:rPr sz="2800" spc="-70" dirty="0">
                <a:latin typeface="Tahoma"/>
                <a:cs typeface="Tahoma"/>
              </a:rPr>
              <a:t>Nối</a:t>
            </a:r>
            <a:r>
              <a:rPr sz="2800" spc="-360" dirty="0">
                <a:latin typeface="Tahoma"/>
                <a:cs typeface="Tahoma"/>
              </a:rPr>
              <a:t> </a:t>
            </a:r>
            <a:r>
              <a:rPr sz="2800" spc="-150" dirty="0">
                <a:latin typeface="Tahoma"/>
                <a:cs typeface="Tahoma"/>
              </a:rPr>
              <a:t>dữ</a:t>
            </a:r>
            <a:r>
              <a:rPr sz="2800" spc="-350" dirty="0">
                <a:latin typeface="Tahoma"/>
                <a:cs typeface="Tahoma"/>
              </a:rPr>
              <a:t> </a:t>
            </a:r>
            <a:r>
              <a:rPr sz="2800" spc="-70" dirty="0">
                <a:latin typeface="Tahoma"/>
                <a:cs typeface="Tahoma"/>
              </a:rPr>
              <a:t>liệu</a:t>
            </a:r>
            <a:r>
              <a:rPr sz="2800" spc="-360" dirty="0">
                <a:latin typeface="Tahoma"/>
                <a:cs typeface="Tahoma"/>
              </a:rPr>
              <a:t> </a:t>
            </a:r>
            <a:r>
              <a:rPr sz="2800" spc="-110" dirty="0">
                <a:latin typeface="Tahoma"/>
                <a:cs typeface="Tahoma"/>
              </a:rPr>
              <a:t>biểu</a:t>
            </a:r>
            <a:r>
              <a:rPr sz="2800" spc="-360" dirty="0">
                <a:latin typeface="Tahoma"/>
                <a:cs typeface="Tahoma"/>
              </a:rPr>
              <a:t> </a:t>
            </a:r>
            <a:r>
              <a:rPr sz="2800" spc="-150" dirty="0">
                <a:latin typeface="Tahoma"/>
                <a:cs typeface="Tahoma"/>
              </a:rPr>
              <a:t>mẫu</a:t>
            </a:r>
            <a:r>
              <a:rPr sz="2800" spc="-355" dirty="0">
                <a:latin typeface="Tahoma"/>
                <a:cs typeface="Tahoma"/>
              </a:rPr>
              <a:t> </a:t>
            </a:r>
            <a:r>
              <a:rPr sz="2800" spc="-165" dirty="0">
                <a:latin typeface="Tahoma"/>
                <a:cs typeface="Tahoma"/>
              </a:rPr>
              <a:t>vào</a:t>
            </a:r>
            <a:r>
              <a:rPr sz="2800" spc="-355" dirty="0">
                <a:latin typeface="Tahoma"/>
                <a:cs typeface="Tahoma"/>
              </a:rPr>
              <a:t> </a:t>
            </a:r>
            <a:r>
              <a:rPr sz="2800" spc="-140" dirty="0">
                <a:latin typeface="Tahoma"/>
                <a:cs typeface="Tahoma"/>
              </a:rPr>
              <a:t>URL,</a:t>
            </a:r>
            <a:r>
              <a:rPr sz="2800" spc="-345" dirty="0">
                <a:latin typeface="Tahoma"/>
                <a:cs typeface="Tahoma"/>
              </a:rPr>
              <a:t> </a:t>
            </a:r>
            <a:r>
              <a:rPr sz="2800" spc="-125" dirty="0">
                <a:latin typeface="Tahoma"/>
                <a:cs typeface="Tahoma"/>
              </a:rPr>
              <a:t>theo</a:t>
            </a:r>
            <a:r>
              <a:rPr sz="2800" spc="-365" dirty="0">
                <a:latin typeface="Tahoma"/>
                <a:cs typeface="Tahoma"/>
              </a:rPr>
              <a:t> </a:t>
            </a:r>
            <a:r>
              <a:rPr sz="2800" spc="-60" dirty="0">
                <a:latin typeface="Tahoma"/>
                <a:cs typeface="Tahoma"/>
              </a:rPr>
              <a:t>cặp</a:t>
            </a:r>
            <a:r>
              <a:rPr sz="2800" spc="-35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name/value</a:t>
            </a:r>
            <a:endParaRPr sz="2800">
              <a:latin typeface="Tahoma"/>
              <a:cs typeface="Tahoma"/>
            </a:endParaRPr>
          </a:p>
          <a:p>
            <a:pPr marL="2085340" lvl="2" indent="-419100">
              <a:lnSpc>
                <a:spcPct val="100000"/>
              </a:lnSpc>
              <a:spcBef>
                <a:spcPts val="1145"/>
              </a:spcBef>
              <a:buSzPct val="39000"/>
              <a:buChar char="•"/>
              <a:tabLst>
                <a:tab pos="2084705" algn="l"/>
              </a:tabLst>
            </a:pPr>
            <a:r>
              <a:rPr sz="2800" spc="-110" dirty="0">
                <a:latin typeface="Tahoma"/>
                <a:cs typeface="Tahoma"/>
              </a:rPr>
              <a:t>KHÔNG</a:t>
            </a:r>
            <a:r>
              <a:rPr sz="2800" spc="-360" dirty="0">
                <a:latin typeface="Tahoma"/>
                <a:cs typeface="Tahoma"/>
              </a:rPr>
              <a:t> </a:t>
            </a:r>
            <a:r>
              <a:rPr sz="2800" spc="-170" dirty="0">
                <a:latin typeface="Tahoma"/>
                <a:cs typeface="Tahoma"/>
              </a:rPr>
              <a:t>BAO</a:t>
            </a:r>
            <a:r>
              <a:rPr sz="2800" spc="-355" dirty="0">
                <a:latin typeface="Tahoma"/>
                <a:cs typeface="Tahoma"/>
              </a:rPr>
              <a:t> </a:t>
            </a:r>
            <a:r>
              <a:rPr sz="2800" spc="-210" dirty="0">
                <a:latin typeface="Tahoma"/>
                <a:cs typeface="Tahoma"/>
              </a:rPr>
              <a:t>GIỜ</a:t>
            </a:r>
            <a:r>
              <a:rPr sz="2800" spc="-360" dirty="0">
                <a:latin typeface="Tahoma"/>
                <a:cs typeface="Tahoma"/>
              </a:rPr>
              <a:t> </a:t>
            </a:r>
            <a:r>
              <a:rPr sz="2800" spc="-90" dirty="0">
                <a:latin typeface="Tahoma"/>
                <a:cs typeface="Tahoma"/>
              </a:rPr>
              <a:t>sử</a:t>
            </a:r>
            <a:r>
              <a:rPr sz="2800" spc="-355" dirty="0">
                <a:latin typeface="Tahoma"/>
                <a:cs typeface="Tahoma"/>
              </a:rPr>
              <a:t> </a:t>
            </a:r>
            <a:r>
              <a:rPr sz="2800" spc="-175" dirty="0">
                <a:latin typeface="Tahoma"/>
                <a:cs typeface="Tahoma"/>
              </a:rPr>
              <a:t>dụng</a:t>
            </a:r>
            <a:r>
              <a:rPr sz="2800" spc="-355" dirty="0">
                <a:latin typeface="Tahoma"/>
                <a:cs typeface="Tahoma"/>
              </a:rPr>
              <a:t> </a:t>
            </a:r>
            <a:r>
              <a:rPr sz="2800" spc="-229" dirty="0">
                <a:latin typeface="Tahoma"/>
                <a:cs typeface="Tahoma"/>
              </a:rPr>
              <a:t>GET</a:t>
            </a:r>
            <a:r>
              <a:rPr sz="2800" spc="-370" dirty="0">
                <a:latin typeface="Tahoma"/>
                <a:cs typeface="Tahoma"/>
              </a:rPr>
              <a:t> </a:t>
            </a:r>
            <a:r>
              <a:rPr sz="2800" spc="-160" dirty="0">
                <a:latin typeface="Tahoma"/>
                <a:cs typeface="Tahoma"/>
              </a:rPr>
              <a:t>để</a:t>
            </a:r>
            <a:r>
              <a:rPr sz="2800" spc="-360" dirty="0">
                <a:latin typeface="Tahoma"/>
                <a:cs typeface="Tahoma"/>
              </a:rPr>
              <a:t> </a:t>
            </a:r>
            <a:r>
              <a:rPr sz="2800" spc="-180" dirty="0">
                <a:latin typeface="Tahoma"/>
                <a:cs typeface="Tahoma"/>
              </a:rPr>
              <a:t>gửi</a:t>
            </a:r>
            <a:r>
              <a:rPr sz="2800" spc="-355" dirty="0">
                <a:latin typeface="Tahoma"/>
                <a:cs typeface="Tahoma"/>
              </a:rPr>
              <a:t> </a:t>
            </a:r>
            <a:r>
              <a:rPr sz="2800" spc="-150" dirty="0">
                <a:latin typeface="Tahoma"/>
                <a:cs typeface="Tahoma"/>
              </a:rPr>
              <a:t>dữ</a:t>
            </a:r>
            <a:r>
              <a:rPr sz="2800" spc="-355" dirty="0">
                <a:latin typeface="Tahoma"/>
                <a:cs typeface="Tahoma"/>
              </a:rPr>
              <a:t> </a:t>
            </a:r>
            <a:r>
              <a:rPr sz="2800" spc="-70" dirty="0">
                <a:latin typeface="Tahoma"/>
                <a:cs typeface="Tahoma"/>
              </a:rPr>
              <a:t>liệu</a:t>
            </a:r>
            <a:r>
              <a:rPr sz="2800" spc="-350" dirty="0">
                <a:latin typeface="Tahoma"/>
                <a:cs typeface="Tahoma"/>
              </a:rPr>
              <a:t> </a:t>
            </a:r>
            <a:r>
              <a:rPr sz="2800" spc="-125" dirty="0">
                <a:latin typeface="Tahoma"/>
                <a:cs typeface="Tahoma"/>
              </a:rPr>
              <a:t>bảo</a:t>
            </a:r>
            <a:r>
              <a:rPr sz="2800" spc="-365" dirty="0">
                <a:latin typeface="Tahoma"/>
                <a:cs typeface="Tahoma"/>
              </a:rPr>
              <a:t> </a:t>
            </a:r>
            <a:r>
              <a:rPr sz="2800" spc="-135" dirty="0">
                <a:latin typeface="Tahoma"/>
                <a:cs typeface="Tahoma"/>
              </a:rPr>
              <a:t>mật.</a:t>
            </a:r>
            <a:r>
              <a:rPr sz="2800" spc="-355" dirty="0">
                <a:latin typeface="Tahoma"/>
                <a:cs typeface="Tahoma"/>
              </a:rPr>
              <a:t> </a:t>
            </a:r>
            <a:r>
              <a:rPr sz="2800" spc="-140" dirty="0">
                <a:latin typeface="Tahoma"/>
                <a:cs typeface="Tahoma"/>
              </a:rPr>
              <a:t>Như</a:t>
            </a:r>
            <a:r>
              <a:rPr sz="2800" spc="-350" dirty="0">
                <a:latin typeface="Tahoma"/>
                <a:cs typeface="Tahoma"/>
              </a:rPr>
              <a:t> </a:t>
            </a:r>
            <a:r>
              <a:rPr sz="2800" spc="-90" dirty="0">
                <a:latin typeface="Tahoma"/>
                <a:cs typeface="Tahoma"/>
              </a:rPr>
              <a:t>tài</a:t>
            </a:r>
            <a:r>
              <a:rPr sz="2800" spc="-355" dirty="0">
                <a:latin typeface="Tahoma"/>
                <a:cs typeface="Tahoma"/>
              </a:rPr>
              <a:t> </a:t>
            </a:r>
            <a:r>
              <a:rPr sz="2800" spc="-150" dirty="0">
                <a:latin typeface="Tahoma"/>
                <a:cs typeface="Tahoma"/>
              </a:rPr>
              <a:t>khoản,</a:t>
            </a:r>
            <a:r>
              <a:rPr sz="2800" spc="-355" dirty="0">
                <a:latin typeface="Tahoma"/>
                <a:cs typeface="Tahoma"/>
              </a:rPr>
              <a:t> </a:t>
            </a:r>
            <a:r>
              <a:rPr sz="2800" spc="-130" dirty="0">
                <a:latin typeface="Tahoma"/>
                <a:cs typeface="Tahoma"/>
              </a:rPr>
              <a:t>mật</a:t>
            </a:r>
            <a:r>
              <a:rPr sz="2800" spc="-35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khẩu.</a:t>
            </a:r>
            <a:endParaRPr sz="2800">
              <a:latin typeface="Tahoma"/>
              <a:cs typeface="Tahoma"/>
            </a:endParaRPr>
          </a:p>
          <a:p>
            <a:pPr marL="2085340" lvl="2" indent="-419100">
              <a:lnSpc>
                <a:spcPct val="100000"/>
              </a:lnSpc>
              <a:spcBef>
                <a:spcPts val="1140"/>
              </a:spcBef>
              <a:buSzPct val="39000"/>
              <a:buChar char="•"/>
              <a:tabLst>
                <a:tab pos="2084705" algn="l"/>
              </a:tabLst>
            </a:pPr>
            <a:r>
              <a:rPr sz="2800" spc="-160" dirty="0">
                <a:latin typeface="Tahoma"/>
                <a:cs typeface="Tahoma"/>
              </a:rPr>
              <a:t>Độ</a:t>
            </a:r>
            <a:r>
              <a:rPr sz="2800" spc="-360" dirty="0">
                <a:latin typeface="Tahoma"/>
                <a:cs typeface="Tahoma"/>
              </a:rPr>
              <a:t> </a:t>
            </a:r>
            <a:r>
              <a:rPr sz="2800" spc="-90" dirty="0">
                <a:latin typeface="Tahoma"/>
                <a:cs typeface="Tahoma"/>
              </a:rPr>
              <a:t>dài</a:t>
            </a:r>
            <a:r>
              <a:rPr sz="2800" spc="-365" dirty="0">
                <a:latin typeface="Tahoma"/>
                <a:cs typeface="Tahoma"/>
              </a:rPr>
              <a:t> </a:t>
            </a:r>
            <a:r>
              <a:rPr sz="2800" spc="-75" dirty="0">
                <a:latin typeface="Tahoma"/>
                <a:cs typeface="Tahoma"/>
              </a:rPr>
              <a:t>của</a:t>
            </a:r>
            <a:r>
              <a:rPr sz="2800" spc="-350" dirty="0">
                <a:latin typeface="Tahoma"/>
                <a:cs typeface="Tahoma"/>
              </a:rPr>
              <a:t> </a:t>
            </a:r>
            <a:r>
              <a:rPr sz="2800" spc="-135" dirty="0">
                <a:latin typeface="Tahoma"/>
                <a:cs typeface="Tahoma"/>
              </a:rPr>
              <a:t>URL</a:t>
            </a:r>
            <a:r>
              <a:rPr sz="2800" spc="-360" dirty="0">
                <a:latin typeface="Tahoma"/>
                <a:cs typeface="Tahoma"/>
              </a:rPr>
              <a:t> </a:t>
            </a:r>
            <a:r>
              <a:rPr sz="2800" spc="-70" dirty="0">
                <a:latin typeface="Tahoma"/>
                <a:cs typeface="Tahoma"/>
              </a:rPr>
              <a:t>bị</a:t>
            </a:r>
            <a:r>
              <a:rPr sz="2800" spc="-360" dirty="0">
                <a:latin typeface="Tahoma"/>
                <a:cs typeface="Tahoma"/>
              </a:rPr>
              <a:t> </a:t>
            </a:r>
            <a:r>
              <a:rPr sz="2800" spc="-130" dirty="0">
                <a:latin typeface="Tahoma"/>
                <a:cs typeface="Tahoma"/>
              </a:rPr>
              <a:t>giới</a:t>
            </a:r>
            <a:r>
              <a:rPr sz="2800" spc="-360" dirty="0">
                <a:latin typeface="Tahoma"/>
                <a:cs typeface="Tahoma"/>
              </a:rPr>
              <a:t> </a:t>
            </a:r>
            <a:r>
              <a:rPr sz="2800" spc="-140" dirty="0">
                <a:latin typeface="Tahoma"/>
                <a:cs typeface="Tahoma"/>
              </a:rPr>
              <a:t>hạn</a:t>
            </a:r>
            <a:r>
              <a:rPr sz="2800" spc="-355" dirty="0">
                <a:latin typeface="Tahoma"/>
                <a:cs typeface="Tahoma"/>
              </a:rPr>
              <a:t> </a:t>
            </a:r>
            <a:r>
              <a:rPr sz="2800" spc="-150" dirty="0">
                <a:latin typeface="Tahoma"/>
                <a:cs typeface="Tahoma"/>
              </a:rPr>
              <a:t>(2048</a:t>
            </a:r>
            <a:r>
              <a:rPr sz="2800" spc="-370" dirty="0">
                <a:latin typeface="Tahoma"/>
                <a:cs typeface="Tahoma"/>
              </a:rPr>
              <a:t> </a:t>
            </a:r>
            <a:r>
              <a:rPr sz="2800" spc="-210" dirty="0">
                <a:latin typeface="Tahoma"/>
                <a:cs typeface="Tahoma"/>
              </a:rPr>
              <a:t>ký</a:t>
            </a:r>
            <a:r>
              <a:rPr sz="2800" spc="-345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tự)</a:t>
            </a:r>
            <a:endParaRPr sz="2800">
              <a:latin typeface="Tahoma"/>
              <a:cs typeface="Tahoma"/>
            </a:endParaRPr>
          </a:p>
          <a:p>
            <a:pPr marL="1331595" lvl="1" indent="-525145">
              <a:lnSpc>
                <a:spcPct val="100000"/>
              </a:lnSpc>
              <a:spcBef>
                <a:spcPts val="1240"/>
              </a:spcBef>
              <a:buSzPct val="33000"/>
              <a:buChar char="•"/>
              <a:tabLst>
                <a:tab pos="1331595" algn="l"/>
              </a:tabLst>
            </a:pPr>
            <a:r>
              <a:rPr sz="3200" spc="-210" dirty="0">
                <a:latin typeface="Tahoma"/>
                <a:cs typeface="Tahoma"/>
              </a:rPr>
              <a:t>Phương</a:t>
            </a:r>
            <a:r>
              <a:rPr sz="3200" spc="-420" dirty="0">
                <a:latin typeface="Tahoma"/>
                <a:cs typeface="Tahoma"/>
              </a:rPr>
              <a:t> </a:t>
            </a:r>
            <a:r>
              <a:rPr sz="3200" spc="-114" dirty="0">
                <a:latin typeface="Tahoma"/>
                <a:cs typeface="Tahoma"/>
              </a:rPr>
              <a:t>thức</a:t>
            </a:r>
            <a:r>
              <a:rPr sz="3200" spc="-409" dirty="0">
                <a:latin typeface="Tahoma"/>
                <a:cs typeface="Tahoma"/>
              </a:rPr>
              <a:t> </a:t>
            </a:r>
            <a:r>
              <a:rPr sz="3200" spc="-305" dirty="0">
                <a:latin typeface="Tahoma"/>
                <a:cs typeface="Tahoma"/>
              </a:rPr>
              <a:t>POST:</a:t>
            </a:r>
            <a:endParaRPr sz="3200">
              <a:latin typeface="Tahoma"/>
              <a:cs typeface="Tahoma"/>
            </a:endParaRPr>
          </a:p>
          <a:p>
            <a:pPr marL="2085340" lvl="2" indent="-419100">
              <a:lnSpc>
                <a:spcPct val="100000"/>
              </a:lnSpc>
              <a:spcBef>
                <a:spcPts val="1240"/>
              </a:spcBef>
              <a:buSzPct val="39000"/>
              <a:buChar char="•"/>
              <a:tabLst>
                <a:tab pos="2084705" algn="l"/>
              </a:tabLst>
            </a:pPr>
            <a:r>
              <a:rPr sz="2800" spc="-165" dirty="0">
                <a:latin typeface="Tahoma"/>
                <a:cs typeface="Tahoma"/>
              </a:rPr>
              <a:t>Dữ</a:t>
            </a:r>
            <a:r>
              <a:rPr sz="2800" spc="-355" dirty="0">
                <a:latin typeface="Tahoma"/>
                <a:cs typeface="Tahoma"/>
              </a:rPr>
              <a:t> </a:t>
            </a:r>
            <a:r>
              <a:rPr sz="2800" spc="-70" dirty="0">
                <a:latin typeface="Tahoma"/>
                <a:cs typeface="Tahoma"/>
              </a:rPr>
              <a:t>liệu</a:t>
            </a:r>
            <a:r>
              <a:rPr sz="2800" spc="-350" dirty="0">
                <a:latin typeface="Tahoma"/>
                <a:cs typeface="Tahoma"/>
              </a:rPr>
              <a:t> </a:t>
            </a:r>
            <a:r>
              <a:rPr sz="2800" spc="-110" dirty="0">
                <a:latin typeface="Tahoma"/>
                <a:cs typeface="Tahoma"/>
              </a:rPr>
              <a:t>biểu</a:t>
            </a:r>
            <a:r>
              <a:rPr sz="2800" spc="-360" dirty="0">
                <a:latin typeface="Tahoma"/>
                <a:cs typeface="Tahoma"/>
              </a:rPr>
              <a:t> </a:t>
            </a:r>
            <a:r>
              <a:rPr sz="2800" spc="-150" dirty="0">
                <a:latin typeface="Tahoma"/>
                <a:cs typeface="Tahoma"/>
              </a:rPr>
              <a:t>mẫu</a:t>
            </a:r>
            <a:r>
              <a:rPr sz="2800" spc="-350" dirty="0">
                <a:latin typeface="Tahoma"/>
                <a:cs typeface="Tahoma"/>
              </a:rPr>
              <a:t> </a:t>
            </a:r>
            <a:r>
              <a:rPr sz="2800" spc="-145" dirty="0">
                <a:latin typeface="Tahoma"/>
                <a:cs typeface="Tahoma"/>
              </a:rPr>
              <a:t>đã</a:t>
            </a:r>
            <a:r>
              <a:rPr sz="2800" spc="-355" dirty="0">
                <a:latin typeface="Tahoma"/>
                <a:cs typeface="Tahoma"/>
              </a:rPr>
              <a:t> </a:t>
            </a:r>
            <a:r>
              <a:rPr sz="2800" spc="-180" dirty="0">
                <a:latin typeface="Tahoma"/>
                <a:cs typeface="Tahoma"/>
              </a:rPr>
              <a:t>gửi</a:t>
            </a:r>
            <a:r>
              <a:rPr sz="2800" spc="-360" dirty="0">
                <a:latin typeface="Tahoma"/>
                <a:cs typeface="Tahoma"/>
              </a:rPr>
              <a:t> </a:t>
            </a:r>
            <a:r>
              <a:rPr sz="2800" spc="-175" dirty="0">
                <a:latin typeface="Tahoma"/>
                <a:cs typeface="Tahoma"/>
              </a:rPr>
              <a:t>không</a:t>
            </a:r>
            <a:r>
              <a:rPr sz="2800" spc="-355" dirty="0">
                <a:latin typeface="Tahoma"/>
                <a:cs typeface="Tahoma"/>
              </a:rPr>
              <a:t> </a:t>
            </a:r>
            <a:r>
              <a:rPr sz="2800" spc="-110" dirty="0">
                <a:latin typeface="Tahoma"/>
                <a:cs typeface="Tahoma"/>
              </a:rPr>
              <a:t>được</a:t>
            </a:r>
            <a:r>
              <a:rPr sz="2800" spc="-355" dirty="0">
                <a:latin typeface="Tahoma"/>
                <a:cs typeface="Tahoma"/>
              </a:rPr>
              <a:t> </a:t>
            </a:r>
            <a:r>
              <a:rPr sz="2800" spc="-105" dirty="0">
                <a:latin typeface="Tahoma"/>
                <a:cs typeface="Tahoma"/>
              </a:rPr>
              <a:t>hiển</a:t>
            </a:r>
            <a:r>
              <a:rPr sz="2800" spc="-365" dirty="0">
                <a:latin typeface="Tahoma"/>
                <a:cs typeface="Tahoma"/>
              </a:rPr>
              <a:t> </a:t>
            </a:r>
            <a:r>
              <a:rPr sz="2800" spc="-100" dirty="0">
                <a:latin typeface="Tahoma"/>
                <a:cs typeface="Tahoma"/>
              </a:rPr>
              <a:t>thị</a:t>
            </a:r>
            <a:r>
              <a:rPr sz="2800" spc="-355" dirty="0">
                <a:latin typeface="Tahoma"/>
                <a:cs typeface="Tahoma"/>
              </a:rPr>
              <a:t> </a:t>
            </a:r>
            <a:r>
              <a:rPr sz="2800" spc="-185" dirty="0">
                <a:latin typeface="Tahoma"/>
                <a:cs typeface="Tahoma"/>
              </a:rPr>
              <a:t>trong</a:t>
            </a:r>
            <a:r>
              <a:rPr sz="2800" spc="-365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URL</a:t>
            </a:r>
            <a:endParaRPr sz="2800">
              <a:latin typeface="Tahoma"/>
              <a:cs typeface="Tahoma"/>
            </a:endParaRPr>
          </a:p>
          <a:p>
            <a:pPr marL="2085340" lvl="2" indent="-419100">
              <a:lnSpc>
                <a:spcPct val="100000"/>
              </a:lnSpc>
              <a:spcBef>
                <a:spcPts val="1145"/>
              </a:spcBef>
              <a:buSzPct val="39000"/>
              <a:buChar char="•"/>
              <a:tabLst>
                <a:tab pos="2084705" algn="l"/>
              </a:tabLst>
            </a:pPr>
            <a:r>
              <a:rPr sz="2800" spc="-204" dirty="0">
                <a:latin typeface="Tahoma"/>
                <a:cs typeface="Tahoma"/>
              </a:rPr>
              <a:t>POST</a:t>
            </a:r>
            <a:r>
              <a:rPr sz="2800" spc="-360" dirty="0">
                <a:latin typeface="Tahoma"/>
                <a:cs typeface="Tahoma"/>
              </a:rPr>
              <a:t> </a:t>
            </a:r>
            <a:r>
              <a:rPr sz="2800" spc="-175" dirty="0">
                <a:latin typeface="Tahoma"/>
                <a:cs typeface="Tahoma"/>
              </a:rPr>
              <a:t>không</a:t>
            </a:r>
            <a:r>
              <a:rPr sz="2800" spc="-360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có</a:t>
            </a:r>
            <a:r>
              <a:rPr sz="2800" spc="-365" dirty="0">
                <a:latin typeface="Tahoma"/>
                <a:cs typeface="Tahoma"/>
              </a:rPr>
              <a:t> </a:t>
            </a:r>
            <a:r>
              <a:rPr sz="2800" spc="-130" dirty="0">
                <a:latin typeface="Tahoma"/>
                <a:cs typeface="Tahoma"/>
              </a:rPr>
              <a:t>giới</a:t>
            </a:r>
            <a:r>
              <a:rPr sz="2800" spc="-360" dirty="0">
                <a:latin typeface="Tahoma"/>
                <a:cs typeface="Tahoma"/>
              </a:rPr>
              <a:t> </a:t>
            </a:r>
            <a:r>
              <a:rPr sz="2800" spc="-140" dirty="0">
                <a:latin typeface="Tahoma"/>
                <a:cs typeface="Tahoma"/>
              </a:rPr>
              <a:t>hạn</a:t>
            </a:r>
            <a:r>
              <a:rPr sz="2800" spc="-360" dirty="0">
                <a:latin typeface="Tahoma"/>
                <a:cs typeface="Tahoma"/>
              </a:rPr>
              <a:t> </a:t>
            </a:r>
            <a:r>
              <a:rPr sz="2800" spc="-190" dirty="0">
                <a:latin typeface="Tahoma"/>
                <a:cs typeface="Tahoma"/>
              </a:rPr>
              <a:t>về</a:t>
            </a:r>
            <a:r>
              <a:rPr sz="2800" spc="-355" dirty="0">
                <a:latin typeface="Tahoma"/>
                <a:cs typeface="Tahoma"/>
              </a:rPr>
              <a:t> </a:t>
            </a:r>
            <a:r>
              <a:rPr sz="2800" spc="-75" dirty="0">
                <a:latin typeface="Tahoma"/>
                <a:cs typeface="Tahoma"/>
              </a:rPr>
              <a:t>kích</a:t>
            </a:r>
            <a:r>
              <a:rPr sz="2800" spc="-365" dirty="0">
                <a:latin typeface="Tahoma"/>
                <a:cs typeface="Tahoma"/>
              </a:rPr>
              <a:t> </a:t>
            </a:r>
            <a:r>
              <a:rPr sz="2800" spc="-114" dirty="0">
                <a:latin typeface="Tahoma"/>
                <a:cs typeface="Tahoma"/>
              </a:rPr>
              <a:t>thước</a:t>
            </a:r>
            <a:r>
              <a:rPr sz="2800" spc="-355" dirty="0">
                <a:latin typeface="Tahoma"/>
                <a:cs typeface="Tahoma"/>
              </a:rPr>
              <a:t> </a:t>
            </a:r>
            <a:r>
              <a:rPr sz="2800" spc="-190" dirty="0">
                <a:latin typeface="Tahoma"/>
                <a:cs typeface="Tahoma"/>
              </a:rPr>
              <a:t>và</a:t>
            </a:r>
            <a:r>
              <a:rPr sz="2800" spc="-360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có</a:t>
            </a:r>
            <a:r>
              <a:rPr sz="2800" spc="-355" dirty="0">
                <a:latin typeface="Tahoma"/>
                <a:cs typeface="Tahoma"/>
              </a:rPr>
              <a:t> </a:t>
            </a:r>
            <a:r>
              <a:rPr sz="2800" spc="-140" dirty="0">
                <a:latin typeface="Tahoma"/>
                <a:cs typeface="Tahoma"/>
              </a:rPr>
              <a:t>thể</a:t>
            </a:r>
            <a:r>
              <a:rPr sz="2800" spc="-355" dirty="0">
                <a:latin typeface="Tahoma"/>
                <a:cs typeface="Tahoma"/>
              </a:rPr>
              <a:t> </a:t>
            </a:r>
            <a:r>
              <a:rPr sz="2800" spc="-110" dirty="0">
                <a:latin typeface="Tahoma"/>
                <a:cs typeface="Tahoma"/>
              </a:rPr>
              <a:t>được</a:t>
            </a:r>
            <a:r>
              <a:rPr sz="2800" spc="-365" dirty="0">
                <a:latin typeface="Tahoma"/>
                <a:cs typeface="Tahoma"/>
              </a:rPr>
              <a:t> </a:t>
            </a:r>
            <a:r>
              <a:rPr sz="2800" spc="-90" dirty="0">
                <a:latin typeface="Tahoma"/>
                <a:cs typeface="Tahoma"/>
              </a:rPr>
              <a:t>sử</a:t>
            </a:r>
            <a:r>
              <a:rPr sz="2800" spc="-355" dirty="0">
                <a:latin typeface="Tahoma"/>
                <a:cs typeface="Tahoma"/>
              </a:rPr>
              <a:t> </a:t>
            </a:r>
            <a:r>
              <a:rPr sz="2800" spc="-175" dirty="0">
                <a:latin typeface="Tahoma"/>
                <a:cs typeface="Tahoma"/>
              </a:rPr>
              <a:t>dụng</a:t>
            </a:r>
            <a:r>
              <a:rPr sz="2800" spc="-370" dirty="0">
                <a:latin typeface="Tahoma"/>
                <a:cs typeface="Tahoma"/>
              </a:rPr>
              <a:t> </a:t>
            </a:r>
            <a:r>
              <a:rPr sz="2800" spc="-160" dirty="0">
                <a:latin typeface="Tahoma"/>
                <a:cs typeface="Tahoma"/>
              </a:rPr>
              <a:t>để</a:t>
            </a:r>
            <a:r>
              <a:rPr sz="2800" spc="-360" dirty="0">
                <a:latin typeface="Tahoma"/>
                <a:cs typeface="Tahoma"/>
              </a:rPr>
              <a:t> </a:t>
            </a:r>
            <a:r>
              <a:rPr sz="2800" spc="-180" dirty="0">
                <a:latin typeface="Tahoma"/>
                <a:cs typeface="Tahoma"/>
              </a:rPr>
              <a:t>gửi</a:t>
            </a:r>
            <a:r>
              <a:rPr sz="2800" spc="-360" dirty="0">
                <a:latin typeface="Tahoma"/>
                <a:cs typeface="Tahoma"/>
              </a:rPr>
              <a:t> </a:t>
            </a:r>
            <a:r>
              <a:rPr sz="2800" spc="-135" dirty="0">
                <a:latin typeface="Tahoma"/>
                <a:cs typeface="Tahoma"/>
              </a:rPr>
              <a:t>một</a:t>
            </a:r>
            <a:r>
              <a:rPr sz="2800" spc="-355" dirty="0">
                <a:latin typeface="Tahoma"/>
                <a:cs typeface="Tahoma"/>
              </a:rPr>
              <a:t> </a:t>
            </a:r>
            <a:r>
              <a:rPr sz="2800" spc="-145" dirty="0">
                <a:latin typeface="Tahoma"/>
                <a:cs typeface="Tahoma"/>
              </a:rPr>
              <a:t>lượng</a:t>
            </a:r>
            <a:r>
              <a:rPr sz="2800" spc="-370" dirty="0">
                <a:latin typeface="Tahoma"/>
                <a:cs typeface="Tahoma"/>
              </a:rPr>
              <a:t> </a:t>
            </a:r>
            <a:r>
              <a:rPr sz="2800" spc="-90" dirty="0">
                <a:latin typeface="Tahoma"/>
                <a:cs typeface="Tahoma"/>
              </a:rPr>
              <a:t>lớn</a:t>
            </a:r>
            <a:r>
              <a:rPr sz="2800" spc="-350" dirty="0">
                <a:latin typeface="Tahoma"/>
                <a:cs typeface="Tahoma"/>
              </a:rPr>
              <a:t> </a:t>
            </a:r>
            <a:r>
              <a:rPr sz="2800" spc="-150" dirty="0">
                <a:latin typeface="Tahoma"/>
                <a:cs typeface="Tahoma"/>
              </a:rPr>
              <a:t>dữ</a:t>
            </a:r>
            <a:r>
              <a:rPr sz="2800" spc="-360" dirty="0">
                <a:latin typeface="Tahoma"/>
                <a:cs typeface="Tahoma"/>
              </a:rPr>
              <a:t> </a:t>
            </a:r>
            <a:r>
              <a:rPr sz="2800" spc="-20" dirty="0">
                <a:latin typeface="Tahoma"/>
                <a:cs typeface="Tahoma"/>
              </a:rPr>
              <a:t>liệu.</a:t>
            </a:r>
            <a:endParaRPr sz="2800" spc="-2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484" dirty="0"/>
              <a:t>CHƯƠNG</a:t>
            </a:r>
            <a:r>
              <a:rPr spc="-580" dirty="0"/>
              <a:t> </a:t>
            </a:r>
            <a:r>
              <a:rPr spc="-919" dirty="0"/>
              <a:t>II:</a:t>
            </a:r>
            <a:r>
              <a:rPr spc="-575" dirty="0"/>
              <a:t> </a:t>
            </a:r>
            <a:r>
              <a:rPr spc="-715" dirty="0"/>
              <a:t>HTML</a:t>
            </a:r>
            <a:r>
              <a:rPr spc="-585" dirty="0"/>
              <a:t> </a:t>
            </a:r>
            <a:r>
              <a:rPr spc="-905" dirty="0"/>
              <a:t>&amp;</a:t>
            </a:r>
            <a:r>
              <a:rPr spc="-580" dirty="0"/>
              <a:t> </a:t>
            </a:r>
            <a:r>
              <a:rPr spc="-715" dirty="0"/>
              <a:t>HTML5</a:t>
            </a:r>
            <a:endParaRPr spc="-715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  <p:sp>
        <p:nvSpPr>
          <p:cNvPr id="15" name="object 13"/>
          <p:cNvSpPr txBox="1">
            <a:spLocks noGrp="1"/>
          </p:cNvSpPr>
          <p:nvPr>
            <p:ph type="dt" sz="half" idx="6"/>
          </p:nvPr>
        </p:nvSpPr>
        <p:spPr>
          <a:xfrm>
            <a:off x="601345" y="10674350"/>
            <a:ext cx="5245100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 marL="12700">
              <a:lnSpc>
                <a:spcPts val="1980"/>
              </a:lnSpc>
            </a:pPr>
            <a:r>
              <a:rPr spc="-185" dirty="0">
                <a:solidFill>
                  <a:schemeClr val="tx1"/>
                </a:solidFill>
              </a:rPr>
              <a:t>THIẾT </a:t>
            </a:r>
            <a:r>
              <a:rPr spc="-110" dirty="0">
                <a:solidFill>
                  <a:schemeClr val="tx1"/>
                </a:solidFill>
              </a:rPr>
              <a:t>KẾ</a:t>
            </a:r>
            <a:r>
              <a:rPr spc="-190" dirty="0">
                <a:solidFill>
                  <a:schemeClr val="tx1"/>
                </a:solidFill>
              </a:rPr>
              <a:t> </a:t>
            </a:r>
            <a:r>
              <a:rPr spc="-110" dirty="0">
                <a:solidFill>
                  <a:schemeClr val="tx1"/>
                </a:solidFill>
              </a:rPr>
              <a:t>WEB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VÀ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45" dirty="0">
                <a:solidFill>
                  <a:schemeClr val="tx1"/>
                </a:solidFill>
              </a:rPr>
              <a:t>TRIỂN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KHAI</a:t>
            </a:r>
            <a:r>
              <a:rPr spc="-200" dirty="0">
                <a:solidFill>
                  <a:schemeClr val="tx1"/>
                </a:solidFill>
              </a:rPr>
              <a:t> </a:t>
            </a:r>
            <a:r>
              <a:rPr spc="-80" dirty="0">
                <a:solidFill>
                  <a:schemeClr val="tx1"/>
                </a:solidFill>
              </a:rPr>
              <a:t>HỆ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95" dirty="0">
                <a:solidFill>
                  <a:schemeClr val="tx1"/>
                </a:solidFill>
              </a:rPr>
              <a:t>THỐNG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75" dirty="0">
                <a:solidFill>
                  <a:schemeClr val="tx1"/>
                </a:solidFill>
              </a:rPr>
              <a:t>PHẦN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25" dirty="0">
                <a:solidFill>
                  <a:schemeClr val="tx1"/>
                </a:solidFill>
              </a:rPr>
              <a:t>MỀM</a:t>
            </a:r>
            <a:endParaRPr spc="-20" dirty="0">
              <a:solidFill>
                <a:schemeClr val="tx1"/>
              </a:solidFill>
            </a:endParaRPr>
          </a:p>
        </p:txBody>
      </p:sp>
      <p:sp>
        <p:nvSpPr>
          <p:cNvPr id="16" name="object 6"/>
          <p:cNvSpPr/>
          <p:nvPr/>
        </p:nvSpPr>
        <p:spPr>
          <a:xfrm>
            <a:off x="523544" y="10447221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8063A1"/>
            </a:solidFill>
          </a:ln>
        </p:spPr>
        <p:txBody>
          <a:bodyPr wrap="square" lIns="0" tIns="0" rIns="0" bIns="0" rtlCol="0"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71926" y="2201978"/>
            <a:ext cx="9552239" cy="2845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01485" y="2606555"/>
            <a:ext cx="18634075" cy="731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36750">
              <a:lnSpc>
                <a:spcPct val="100000"/>
              </a:lnSpc>
              <a:spcBef>
                <a:spcPts val="100"/>
              </a:spcBef>
            </a:pPr>
            <a:r>
              <a:rPr sz="3600" b="1" spc="-465" dirty="0">
                <a:latin typeface="Tahoma"/>
                <a:cs typeface="Tahoma"/>
              </a:rPr>
              <a:t>2.4</a:t>
            </a:r>
            <a:r>
              <a:rPr sz="3600" b="1" spc="-500" dirty="0">
                <a:latin typeface="Tahoma"/>
                <a:cs typeface="Tahoma"/>
              </a:rPr>
              <a:t> </a:t>
            </a:r>
            <a:r>
              <a:rPr sz="3600" b="1" spc="-265" dirty="0">
                <a:latin typeface="Tahoma"/>
                <a:cs typeface="Tahoma"/>
              </a:rPr>
              <a:t>Các</a:t>
            </a:r>
            <a:r>
              <a:rPr sz="3600" b="1" spc="-490" dirty="0">
                <a:latin typeface="Tahoma"/>
                <a:cs typeface="Tahoma"/>
              </a:rPr>
              <a:t> </a:t>
            </a:r>
            <a:r>
              <a:rPr sz="3600" b="1" spc="-459" dirty="0">
                <a:latin typeface="Tahoma"/>
                <a:cs typeface="Tahoma"/>
              </a:rPr>
              <a:t>thẻ</a:t>
            </a:r>
            <a:r>
              <a:rPr sz="3600" b="1" spc="-495" dirty="0">
                <a:latin typeface="Tahoma"/>
                <a:cs typeface="Tahoma"/>
              </a:rPr>
              <a:t> </a:t>
            </a:r>
            <a:r>
              <a:rPr sz="3600" b="1" spc="-455" dirty="0">
                <a:latin typeface="Tahoma"/>
                <a:cs typeface="Tahoma"/>
              </a:rPr>
              <a:t>tạo</a:t>
            </a:r>
            <a:r>
              <a:rPr sz="3600" b="1" spc="-495" dirty="0">
                <a:latin typeface="Tahoma"/>
                <a:cs typeface="Tahoma"/>
              </a:rPr>
              <a:t> </a:t>
            </a:r>
            <a:r>
              <a:rPr sz="3600" b="1" spc="-405" dirty="0">
                <a:latin typeface="Tahoma"/>
                <a:cs typeface="Tahoma"/>
              </a:rPr>
              <a:t>biểu</a:t>
            </a:r>
            <a:r>
              <a:rPr sz="3600" b="1" spc="-495" dirty="0">
                <a:latin typeface="Tahoma"/>
                <a:cs typeface="Tahoma"/>
              </a:rPr>
              <a:t> </a:t>
            </a:r>
            <a:r>
              <a:rPr sz="3600" b="1" spc="-550" dirty="0">
                <a:latin typeface="Tahoma"/>
                <a:cs typeface="Tahoma"/>
              </a:rPr>
              <a:t>mẫu</a:t>
            </a:r>
            <a:r>
              <a:rPr sz="3600" b="1" spc="-500" dirty="0">
                <a:latin typeface="Tahoma"/>
                <a:cs typeface="Tahoma"/>
              </a:rPr>
              <a:t> </a:t>
            </a:r>
            <a:r>
              <a:rPr sz="3600" b="1" spc="-520" dirty="0">
                <a:latin typeface="Tahoma"/>
                <a:cs typeface="Tahoma"/>
              </a:rPr>
              <a:t>(forms)</a:t>
            </a:r>
            <a:endParaRPr sz="3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225"/>
              </a:spcBef>
            </a:pPr>
            <a:endParaRPr sz="3600">
              <a:latin typeface="Tahoma"/>
              <a:cs typeface="Tahoma"/>
            </a:endParaRPr>
          </a:p>
          <a:p>
            <a:pPr marL="577850" indent="-565150">
              <a:lnSpc>
                <a:spcPct val="100000"/>
              </a:lnSpc>
              <a:buSzPts val="1200"/>
              <a:buChar char="•"/>
              <a:tabLst>
                <a:tab pos="577850" algn="l"/>
              </a:tabLst>
            </a:pPr>
            <a:r>
              <a:rPr sz="4800" spc="-325" dirty="0">
                <a:latin typeface="Tahoma"/>
                <a:cs typeface="Tahoma"/>
              </a:rPr>
              <a:t>Những</a:t>
            </a:r>
            <a:r>
              <a:rPr sz="4800" spc="-660" dirty="0">
                <a:latin typeface="Tahoma"/>
                <a:cs typeface="Tahoma"/>
              </a:rPr>
              <a:t> </a:t>
            </a:r>
            <a:r>
              <a:rPr sz="4800" spc="-195" dirty="0">
                <a:latin typeface="Tahoma"/>
                <a:cs typeface="Tahoma"/>
              </a:rPr>
              <a:t>thuộc</a:t>
            </a:r>
            <a:r>
              <a:rPr sz="4800" spc="-655" dirty="0">
                <a:latin typeface="Tahoma"/>
                <a:cs typeface="Tahoma"/>
              </a:rPr>
              <a:t> </a:t>
            </a:r>
            <a:r>
              <a:rPr sz="4800" spc="-215" dirty="0">
                <a:latin typeface="Tahoma"/>
                <a:cs typeface="Tahoma"/>
              </a:rPr>
              <a:t>tính</a:t>
            </a:r>
            <a:r>
              <a:rPr sz="4800" spc="-655" dirty="0">
                <a:latin typeface="Tahoma"/>
                <a:cs typeface="Tahoma"/>
              </a:rPr>
              <a:t> </a:t>
            </a:r>
            <a:r>
              <a:rPr sz="4800" spc="-150" dirty="0">
                <a:latin typeface="Tahoma"/>
                <a:cs typeface="Tahoma"/>
              </a:rPr>
              <a:t>của</a:t>
            </a:r>
            <a:r>
              <a:rPr sz="4800" spc="-660" dirty="0">
                <a:latin typeface="Tahoma"/>
                <a:cs typeface="Tahoma"/>
              </a:rPr>
              <a:t> </a:t>
            </a:r>
            <a:r>
              <a:rPr sz="4800" spc="-350" dirty="0">
                <a:latin typeface="Tahoma"/>
                <a:cs typeface="Tahoma"/>
              </a:rPr>
              <a:t>Form:</a:t>
            </a:r>
            <a:endParaRPr sz="4800">
              <a:latin typeface="Tahoma"/>
              <a:cs typeface="Tahoma"/>
            </a:endParaRPr>
          </a:p>
          <a:p>
            <a:pPr marL="1331595" lvl="1" indent="-525145">
              <a:lnSpc>
                <a:spcPct val="100000"/>
              </a:lnSpc>
              <a:spcBef>
                <a:spcPts val="3065"/>
              </a:spcBef>
              <a:buSzPct val="25000"/>
              <a:buChar char="•"/>
              <a:tabLst>
                <a:tab pos="1331595" algn="l"/>
              </a:tabLst>
            </a:pPr>
            <a:r>
              <a:rPr sz="4000" spc="-170" dirty="0">
                <a:latin typeface="Tahoma"/>
                <a:cs typeface="Tahoma"/>
              </a:rPr>
              <a:t>autocomplete:</a:t>
            </a:r>
            <a:r>
              <a:rPr sz="4000" spc="-455" dirty="0">
                <a:latin typeface="Tahoma"/>
                <a:cs typeface="Tahoma"/>
              </a:rPr>
              <a:t> </a:t>
            </a:r>
            <a:r>
              <a:rPr sz="4000" spc="-204" dirty="0">
                <a:latin typeface="Tahoma"/>
                <a:cs typeface="Tahoma"/>
              </a:rPr>
              <a:t>Khi</a:t>
            </a:r>
            <a:r>
              <a:rPr sz="4000" spc="-445" dirty="0">
                <a:latin typeface="Tahoma"/>
                <a:cs typeface="Tahoma"/>
              </a:rPr>
              <a:t> </a:t>
            </a:r>
            <a:r>
              <a:rPr sz="4000" spc="-190" dirty="0">
                <a:latin typeface="Tahoma"/>
                <a:cs typeface="Tahoma"/>
              </a:rPr>
              <a:t>bật</a:t>
            </a:r>
            <a:r>
              <a:rPr sz="4000" spc="-445" dirty="0">
                <a:latin typeface="Tahoma"/>
                <a:cs typeface="Tahoma"/>
              </a:rPr>
              <a:t> </a:t>
            </a:r>
            <a:r>
              <a:rPr sz="4000" spc="-185" dirty="0">
                <a:latin typeface="Tahoma"/>
                <a:cs typeface="Tahoma"/>
              </a:rPr>
              <a:t>tính</a:t>
            </a:r>
            <a:r>
              <a:rPr sz="4000" spc="-455" dirty="0">
                <a:latin typeface="Tahoma"/>
                <a:cs typeface="Tahoma"/>
              </a:rPr>
              <a:t> </a:t>
            </a:r>
            <a:r>
              <a:rPr sz="4000" spc="-290" dirty="0">
                <a:latin typeface="Tahoma"/>
                <a:cs typeface="Tahoma"/>
              </a:rPr>
              <a:t>năng</a:t>
            </a:r>
            <a:r>
              <a:rPr sz="4000" spc="-450" dirty="0">
                <a:latin typeface="Tahoma"/>
                <a:cs typeface="Tahoma"/>
              </a:rPr>
              <a:t> </a:t>
            </a:r>
            <a:r>
              <a:rPr sz="4000" spc="-229" dirty="0">
                <a:latin typeface="Tahoma"/>
                <a:cs typeface="Tahoma"/>
              </a:rPr>
              <a:t>tự</a:t>
            </a:r>
            <a:r>
              <a:rPr sz="4000" spc="-450" dirty="0">
                <a:latin typeface="Tahoma"/>
                <a:cs typeface="Tahoma"/>
              </a:rPr>
              <a:t> </a:t>
            </a:r>
            <a:r>
              <a:rPr sz="4000" spc="-295" dirty="0">
                <a:latin typeface="Tahoma"/>
                <a:cs typeface="Tahoma"/>
              </a:rPr>
              <a:t>động</a:t>
            </a:r>
            <a:r>
              <a:rPr sz="4000" spc="-450" dirty="0">
                <a:latin typeface="Tahoma"/>
                <a:cs typeface="Tahoma"/>
              </a:rPr>
              <a:t> </a:t>
            </a:r>
            <a:r>
              <a:rPr sz="4000" spc="-200" dirty="0">
                <a:latin typeface="Tahoma"/>
                <a:cs typeface="Tahoma"/>
              </a:rPr>
              <a:t>điền,</a:t>
            </a:r>
            <a:r>
              <a:rPr sz="4000" spc="-440" dirty="0">
                <a:latin typeface="Tahoma"/>
                <a:cs typeface="Tahoma"/>
              </a:rPr>
              <a:t> </a:t>
            </a:r>
            <a:r>
              <a:rPr sz="4000" spc="-200" dirty="0">
                <a:latin typeface="Tahoma"/>
                <a:cs typeface="Tahoma"/>
              </a:rPr>
              <a:t>trình</a:t>
            </a:r>
            <a:r>
              <a:rPr sz="4000" spc="-455" dirty="0">
                <a:latin typeface="Tahoma"/>
                <a:cs typeface="Tahoma"/>
              </a:rPr>
              <a:t> </a:t>
            </a:r>
            <a:r>
              <a:rPr sz="4000" spc="-245" dirty="0">
                <a:latin typeface="Tahoma"/>
                <a:cs typeface="Tahoma"/>
              </a:rPr>
              <a:t>duyệt</a:t>
            </a:r>
            <a:r>
              <a:rPr sz="4000" spc="-434" dirty="0">
                <a:latin typeface="Tahoma"/>
                <a:cs typeface="Tahoma"/>
              </a:rPr>
              <a:t> </a:t>
            </a:r>
            <a:r>
              <a:rPr sz="4000" spc="-130" dirty="0">
                <a:latin typeface="Tahoma"/>
                <a:cs typeface="Tahoma"/>
              </a:rPr>
              <a:t>sẽ</a:t>
            </a:r>
            <a:r>
              <a:rPr sz="4000" spc="-434" dirty="0">
                <a:latin typeface="Tahoma"/>
                <a:cs typeface="Tahoma"/>
              </a:rPr>
              <a:t> </a:t>
            </a:r>
            <a:r>
              <a:rPr sz="4000" spc="-235" dirty="0">
                <a:latin typeface="Tahoma"/>
                <a:cs typeface="Tahoma"/>
              </a:rPr>
              <a:t>tự</a:t>
            </a:r>
            <a:r>
              <a:rPr sz="4000" spc="-445" dirty="0">
                <a:latin typeface="Tahoma"/>
                <a:cs typeface="Tahoma"/>
              </a:rPr>
              <a:t> </a:t>
            </a:r>
            <a:r>
              <a:rPr sz="4000" spc="-295" dirty="0">
                <a:latin typeface="Tahoma"/>
                <a:cs typeface="Tahoma"/>
              </a:rPr>
              <a:t>động</a:t>
            </a:r>
            <a:r>
              <a:rPr sz="4000" spc="-450" dirty="0">
                <a:latin typeface="Tahoma"/>
                <a:cs typeface="Tahoma"/>
              </a:rPr>
              <a:t> </a:t>
            </a:r>
            <a:r>
              <a:rPr sz="4000" spc="-25" dirty="0">
                <a:latin typeface="Tahoma"/>
                <a:cs typeface="Tahoma"/>
              </a:rPr>
              <a:t>gợi</a:t>
            </a:r>
            <a:endParaRPr sz="4000">
              <a:latin typeface="Tahoma"/>
              <a:cs typeface="Tahoma"/>
            </a:endParaRPr>
          </a:p>
          <a:p>
            <a:pPr marL="1331595" algn="just">
              <a:lnSpc>
                <a:spcPct val="100000"/>
              </a:lnSpc>
              <a:spcBef>
                <a:spcPts val="2910"/>
              </a:spcBef>
            </a:pPr>
            <a:r>
              <a:rPr sz="4000" spc="-405" dirty="0">
                <a:latin typeface="Tahoma"/>
                <a:cs typeface="Tahoma"/>
              </a:rPr>
              <a:t>ý</a:t>
            </a:r>
            <a:r>
              <a:rPr sz="4000" spc="-580" dirty="0">
                <a:latin typeface="Tahoma"/>
                <a:cs typeface="Tahoma"/>
              </a:rPr>
              <a:t> </a:t>
            </a:r>
            <a:r>
              <a:rPr sz="4000" spc="-20" dirty="0">
                <a:latin typeface="Tahoma"/>
                <a:cs typeface="Tahoma"/>
              </a:rPr>
              <a:t>các</a:t>
            </a:r>
            <a:r>
              <a:rPr sz="4000" spc="-565" dirty="0">
                <a:latin typeface="Tahoma"/>
                <a:cs typeface="Tahoma"/>
              </a:rPr>
              <a:t> </a:t>
            </a:r>
            <a:r>
              <a:rPr sz="4000" spc="-240" dirty="0">
                <a:latin typeface="Tahoma"/>
                <a:cs typeface="Tahoma"/>
              </a:rPr>
              <a:t>giá</a:t>
            </a:r>
            <a:r>
              <a:rPr sz="4000" spc="-570" dirty="0">
                <a:latin typeface="Tahoma"/>
                <a:cs typeface="Tahoma"/>
              </a:rPr>
              <a:t> </a:t>
            </a:r>
            <a:r>
              <a:rPr sz="4000" spc="-155" dirty="0">
                <a:latin typeface="Tahoma"/>
                <a:cs typeface="Tahoma"/>
              </a:rPr>
              <a:t>trị</a:t>
            </a:r>
            <a:r>
              <a:rPr sz="4000" spc="-575" dirty="0">
                <a:latin typeface="Tahoma"/>
                <a:cs typeface="Tahoma"/>
              </a:rPr>
              <a:t> </a:t>
            </a:r>
            <a:r>
              <a:rPr sz="4000" spc="-225" dirty="0">
                <a:latin typeface="Tahoma"/>
                <a:cs typeface="Tahoma"/>
              </a:rPr>
              <a:t>dựa</a:t>
            </a:r>
            <a:r>
              <a:rPr sz="4000" spc="-560" dirty="0">
                <a:latin typeface="Tahoma"/>
                <a:cs typeface="Tahoma"/>
              </a:rPr>
              <a:t> </a:t>
            </a:r>
            <a:r>
              <a:rPr sz="4000" spc="-235" dirty="0">
                <a:latin typeface="Tahoma"/>
                <a:cs typeface="Tahoma"/>
              </a:rPr>
              <a:t>trên</a:t>
            </a:r>
            <a:r>
              <a:rPr sz="4000" spc="-580" dirty="0">
                <a:latin typeface="Tahoma"/>
                <a:cs typeface="Tahoma"/>
              </a:rPr>
              <a:t> </a:t>
            </a:r>
            <a:r>
              <a:rPr sz="4000" spc="-20" dirty="0">
                <a:latin typeface="Tahoma"/>
                <a:cs typeface="Tahoma"/>
              </a:rPr>
              <a:t>các</a:t>
            </a:r>
            <a:r>
              <a:rPr sz="4000" spc="-565" dirty="0">
                <a:latin typeface="Tahoma"/>
                <a:cs typeface="Tahoma"/>
              </a:rPr>
              <a:t> </a:t>
            </a:r>
            <a:r>
              <a:rPr sz="4000" spc="-240" dirty="0">
                <a:latin typeface="Tahoma"/>
                <a:cs typeface="Tahoma"/>
              </a:rPr>
              <a:t>giá</a:t>
            </a:r>
            <a:r>
              <a:rPr sz="4000" spc="-570" dirty="0">
                <a:latin typeface="Tahoma"/>
                <a:cs typeface="Tahoma"/>
              </a:rPr>
              <a:t> </a:t>
            </a:r>
            <a:r>
              <a:rPr sz="4000" spc="-155" dirty="0">
                <a:latin typeface="Tahoma"/>
                <a:cs typeface="Tahoma"/>
              </a:rPr>
              <a:t>trị</a:t>
            </a:r>
            <a:r>
              <a:rPr sz="4000" spc="-575" dirty="0">
                <a:latin typeface="Tahoma"/>
                <a:cs typeface="Tahoma"/>
              </a:rPr>
              <a:t> </a:t>
            </a:r>
            <a:r>
              <a:rPr sz="4000" spc="-235" dirty="0">
                <a:latin typeface="Tahoma"/>
                <a:cs typeface="Tahoma"/>
              </a:rPr>
              <a:t>mà</a:t>
            </a:r>
            <a:r>
              <a:rPr sz="4000" spc="-565" dirty="0">
                <a:latin typeface="Tahoma"/>
                <a:cs typeface="Tahoma"/>
              </a:rPr>
              <a:t> </a:t>
            </a:r>
            <a:r>
              <a:rPr sz="4000" spc="-250" dirty="0">
                <a:latin typeface="Tahoma"/>
                <a:cs typeface="Tahoma"/>
              </a:rPr>
              <a:t>người</a:t>
            </a:r>
            <a:r>
              <a:rPr sz="4000" spc="-570" dirty="0">
                <a:latin typeface="Tahoma"/>
                <a:cs typeface="Tahoma"/>
              </a:rPr>
              <a:t> </a:t>
            </a:r>
            <a:r>
              <a:rPr sz="4000" spc="-295" dirty="0">
                <a:latin typeface="Tahoma"/>
                <a:cs typeface="Tahoma"/>
              </a:rPr>
              <a:t>dùng</a:t>
            </a:r>
            <a:r>
              <a:rPr sz="4000" spc="-570" dirty="0">
                <a:latin typeface="Tahoma"/>
                <a:cs typeface="Tahoma"/>
              </a:rPr>
              <a:t> </a:t>
            </a:r>
            <a:r>
              <a:rPr sz="4000" spc="-240" dirty="0">
                <a:latin typeface="Tahoma"/>
                <a:cs typeface="Tahoma"/>
              </a:rPr>
              <a:t>đã</a:t>
            </a:r>
            <a:r>
              <a:rPr sz="4000" spc="-570" dirty="0">
                <a:latin typeface="Tahoma"/>
                <a:cs typeface="Tahoma"/>
              </a:rPr>
              <a:t> </a:t>
            </a:r>
            <a:r>
              <a:rPr sz="4000" spc="-220" dirty="0">
                <a:latin typeface="Tahoma"/>
                <a:cs typeface="Tahoma"/>
              </a:rPr>
              <a:t>nhập</a:t>
            </a:r>
            <a:r>
              <a:rPr sz="4000" spc="-560" dirty="0">
                <a:latin typeface="Tahoma"/>
                <a:cs typeface="Tahoma"/>
              </a:rPr>
              <a:t> </a:t>
            </a:r>
            <a:r>
              <a:rPr sz="4000" spc="-160" dirty="0">
                <a:latin typeface="Tahoma"/>
                <a:cs typeface="Tahoma"/>
              </a:rPr>
              <a:t>trước</a:t>
            </a:r>
            <a:r>
              <a:rPr sz="4000" spc="-580" dirty="0">
                <a:latin typeface="Tahoma"/>
                <a:cs typeface="Tahoma"/>
              </a:rPr>
              <a:t> </a:t>
            </a:r>
            <a:r>
              <a:rPr sz="4000" spc="-290" dirty="0">
                <a:latin typeface="Tahoma"/>
                <a:cs typeface="Tahoma"/>
              </a:rPr>
              <a:t>đó.</a:t>
            </a:r>
            <a:endParaRPr sz="4000">
              <a:latin typeface="Tahoma"/>
              <a:cs typeface="Tahoma"/>
            </a:endParaRPr>
          </a:p>
          <a:p>
            <a:pPr marL="1330325" marR="5080" lvl="1" indent="-524510" algn="just">
              <a:lnSpc>
                <a:spcPct val="151000"/>
              </a:lnSpc>
              <a:buSzPct val="25000"/>
              <a:buChar char="•"/>
              <a:tabLst>
                <a:tab pos="1331595" algn="l"/>
              </a:tabLst>
            </a:pPr>
            <a:r>
              <a:rPr sz="4000" spc="-215" dirty="0">
                <a:latin typeface="Tahoma"/>
                <a:cs typeface="Tahoma"/>
              </a:rPr>
              <a:t>novalidate:</a:t>
            </a:r>
            <a:r>
              <a:rPr sz="4000" spc="-155" dirty="0">
                <a:latin typeface="Tahoma"/>
                <a:cs typeface="Tahoma"/>
              </a:rPr>
              <a:t> </a:t>
            </a:r>
            <a:r>
              <a:rPr sz="4000" spc="-300" dirty="0">
                <a:latin typeface="Tahoma"/>
                <a:cs typeface="Tahoma"/>
              </a:rPr>
              <a:t>Thuộc</a:t>
            </a:r>
            <a:r>
              <a:rPr sz="4000" spc="-75" dirty="0">
                <a:latin typeface="Tahoma"/>
                <a:cs typeface="Tahoma"/>
              </a:rPr>
              <a:t> </a:t>
            </a:r>
            <a:r>
              <a:rPr sz="4000" spc="-200" dirty="0">
                <a:latin typeface="Tahoma"/>
                <a:cs typeface="Tahoma"/>
              </a:rPr>
              <a:t>tính</a:t>
            </a:r>
            <a:r>
              <a:rPr sz="4000" spc="-170" dirty="0">
                <a:latin typeface="Tahoma"/>
                <a:cs typeface="Tahoma"/>
              </a:rPr>
              <a:t> </a:t>
            </a:r>
            <a:r>
              <a:rPr sz="4000" spc="-355" dirty="0">
                <a:latin typeface="Tahoma"/>
                <a:cs typeface="Tahoma"/>
              </a:rPr>
              <a:t>này</a:t>
            </a:r>
            <a:r>
              <a:rPr sz="4000" spc="-15" dirty="0">
                <a:latin typeface="Tahoma"/>
                <a:cs typeface="Tahoma"/>
              </a:rPr>
              <a:t> </a:t>
            </a:r>
            <a:r>
              <a:rPr sz="4000" spc="-125" dirty="0">
                <a:latin typeface="Tahoma"/>
                <a:cs typeface="Tahoma"/>
              </a:rPr>
              <a:t>đặc</a:t>
            </a:r>
            <a:r>
              <a:rPr sz="4000" spc="-250" dirty="0">
                <a:latin typeface="Tahoma"/>
                <a:cs typeface="Tahoma"/>
              </a:rPr>
              <a:t> </a:t>
            </a:r>
            <a:r>
              <a:rPr sz="4000" spc="-240" dirty="0">
                <a:latin typeface="Tahoma"/>
                <a:cs typeface="Tahoma"/>
              </a:rPr>
              <a:t>tả</a:t>
            </a:r>
            <a:r>
              <a:rPr sz="4000" spc="-130" dirty="0">
                <a:latin typeface="Tahoma"/>
                <a:cs typeface="Tahoma"/>
              </a:rPr>
              <a:t> </a:t>
            </a:r>
            <a:r>
              <a:rPr sz="4000" spc="-320" dirty="0">
                <a:latin typeface="Tahoma"/>
                <a:cs typeface="Tahoma"/>
              </a:rPr>
              <a:t>dữ</a:t>
            </a:r>
            <a:r>
              <a:rPr sz="4000" spc="-55" dirty="0">
                <a:latin typeface="Tahoma"/>
                <a:cs typeface="Tahoma"/>
              </a:rPr>
              <a:t> </a:t>
            </a:r>
            <a:r>
              <a:rPr sz="4000" spc="-85" dirty="0">
                <a:latin typeface="Tahoma"/>
                <a:cs typeface="Tahoma"/>
              </a:rPr>
              <a:t>liệu</a:t>
            </a:r>
            <a:r>
              <a:rPr sz="4000" spc="-285" dirty="0">
                <a:latin typeface="Tahoma"/>
                <a:cs typeface="Tahoma"/>
              </a:rPr>
              <a:t> </a:t>
            </a:r>
            <a:r>
              <a:rPr sz="4000" spc="-265" dirty="0">
                <a:latin typeface="Tahoma"/>
                <a:cs typeface="Tahoma"/>
              </a:rPr>
              <a:t>form</a:t>
            </a:r>
            <a:r>
              <a:rPr sz="4000" spc="-105" dirty="0">
                <a:latin typeface="Tahoma"/>
                <a:cs typeface="Tahoma"/>
              </a:rPr>
              <a:t> </a:t>
            </a:r>
            <a:r>
              <a:rPr sz="4000" spc="-320" dirty="0">
                <a:latin typeface="Tahoma"/>
                <a:cs typeface="Tahoma"/>
              </a:rPr>
              <a:t>không</a:t>
            </a:r>
            <a:r>
              <a:rPr sz="4000" spc="-55" dirty="0">
                <a:latin typeface="Tahoma"/>
                <a:cs typeface="Tahoma"/>
              </a:rPr>
              <a:t> </a:t>
            </a:r>
            <a:r>
              <a:rPr sz="4000" spc="-90" dirty="0">
                <a:latin typeface="Tahoma"/>
                <a:cs typeface="Tahoma"/>
              </a:rPr>
              <a:t>cần</a:t>
            </a:r>
            <a:r>
              <a:rPr sz="4000" spc="-229" dirty="0">
                <a:latin typeface="Tahoma"/>
                <a:cs typeface="Tahoma"/>
              </a:rPr>
              <a:t> </a:t>
            </a:r>
            <a:r>
              <a:rPr sz="4000" spc="-170" dirty="0">
                <a:latin typeface="Tahoma"/>
                <a:cs typeface="Tahoma"/>
              </a:rPr>
              <a:t>phải</a:t>
            </a:r>
            <a:r>
              <a:rPr sz="4000" spc="-125" dirty="0">
                <a:latin typeface="Tahoma"/>
                <a:cs typeface="Tahoma"/>
              </a:rPr>
              <a:t> </a:t>
            </a:r>
            <a:r>
              <a:rPr sz="4000" spc="-190" dirty="0">
                <a:latin typeface="Tahoma"/>
                <a:cs typeface="Tahoma"/>
              </a:rPr>
              <a:t>kiểm</a:t>
            </a:r>
            <a:r>
              <a:rPr sz="4000" spc="-120" dirty="0">
                <a:latin typeface="Tahoma"/>
                <a:cs typeface="Tahoma"/>
              </a:rPr>
              <a:t> </a:t>
            </a:r>
            <a:r>
              <a:rPr sz="4000" spc="-25" dirty="0">
                <a:latin typeface="Tahoma"/>
                <a:cs typeface="Tahoma"/>
              </a:rPr>
              <a:t>tra 	</a:t>
            </a:r>
            <a:r>
              <a:rPr sz="4000" spc="-215" dirty="0">
                <a:latin typeface="Tahoma"/>
                <a:cs typeface="Tahoma"/>
              </a:rPr>
              <a:t>tính</a:t>
            </a:r>
            <a:r>
              <a:rPr sz="4000" spc="-170" dirty="0">
                <a:latin typeface="Tahoma"/>
                <a:cs typeface="Tahoma"/>
              </a:rPr>
              <a:t> </a:t>
            </a:r>
            <a:r>
              <a:rPr sz="4000" spc="-155" dirty="0">
                <a:latin typeface="Tahoma"/>
                <a:cs typeface="Tahoma"/>
              </a:rPr>
              <a:t>chính</a:t>
            </a:r>
            <a:r>
              <a:rPr sz="4000" spc="-215" dirty="0">
                <a:latin typeface="Tahoma"/>
                <a:cs typeface="Tahoma"/>
              </a:rPr>
              <a:t> </a:t>
            </a:r>
            <a:r>
              <a:rPr sz="4000" spc="-240" dirty="0">
                <a:latin typeface="Tahoma"/>
                <a:cs typeface="Tahoma"/>
              </a:rPr>
              <a:t>xác</a:t>
            </a:r>
            <a:r>
              <a:rPr sz="4000" spc="-130" dirty="0">
                <a:latin typeface="Tahoma"/>
                <a:cs typeface="Tahoma"/>
              </a:rPr>
              <a:t> </a:t>
            </a:r>
            <a:r>
              <a:rPr sz="4000" spc="-355" dirty="0">
                <a:latin typeface="Tahoma"/>
                <a:cs typeface="Tahoma"/>
              </a:rPr>
              <a:t>dữ</a:t>
            </a:r>
            <a:r>
              <a:rPr sz="4000" spc="-15" dirty="0">
                <a:latin typeface="Tahoma"/>
                <a:cs typeface="Tahoma"/>
              </a:rPr>
              <a:t> </a:t>
            </a:r>
            <a:r>
              <a:rPr sz="4000" spc="-105" dirty="0">
                <a:latin typeface="Tahoma"/>
                <a:cs typeface="Tahoma"/>
              </a:rPr>
              <a:t>liệu</a:t>
            </a:r>
            <a:r>
              <a:rPr sz="4000" spc="-270" dirty="0">
                <a:latin typeface="Tahoma"/>
                <a:cs typeface="Tahoma"/>
              </a:rPr>
              <a:t> </a:t>
            </a:r>
            <a:r>
              <a:rPr sz="4000" spc="-204" dirty="0">
                <a:latin typeface="Tahoma"/>
                <a:cs typeface="Tahoma"/>
              </a:rPr>
              <a:t>khi</a:t>
            </a:r>
            <a:r>
              <a:rPr sz="4000" spc="-165" dirty="0">
                <a:latin typeface="Tahoma"/>
                <a:cs typeface="Tahoma"/>
              </a:rPr>
              <a:t> </a:t>
            </a:r>
            <a:r>
              <a:rPr sz="4000" spc="-365" dirty="0">
                <a:latin typeface="Tahoma"/>
                <a:cs typeface="Tahoma"/>
              </a:rPr>
              <a:t>gửi</a:t>
            </a:r>
            <a:r>
              <a:rPr sz="4000" spc="-10" dirty="0">
                <a:latin typeface="Tahoma"/>
                <a:cs typeface="Tahoma"/>
              </a:rPr>
              <a:t> </a:t>
            </a:r>
            <a:r>
              <a:rPr sz="4000" spc="-220" dirty="0">
                <a:latin typeface="Tahoma"/>
                <a:cs typeface="Tahoma"/>
              </a:rPr>
              <a:t>đi.</a:t>
            </a:r>
            <a:r>
              <a:rPr sz="4000" spc="-150" dirty="0">
                <a:latin typeface="Tahoma"/>
                <a:cs typeface="Tahoma"/>
              </a:rPr>
              <a:t> </a:t>
            </a:r>
            <a:r>
              <a:rPr sz="4000" spc="-285" dirty="0">
                <a:latin typeface="Tahoma"/>
                <a:cs typeface="Tahoma"/>
              </a:rPr>
              <a:t>Ví</a:t>
            </a:r>
            <a:r>
              <a:rPr sz="4000" spc="-85" dirty="0">
                <a:latin typeface="Tahoma"/>
                <a:cs typeface="Tahoma"/>
              </a:rPr>
              <a:t> </a:t>
            </a:r>
            <a:r>
              <a:rPr sz="4000" spc="-340" dirty="0">
                <a:latin typeface="Tahoma"/>
                <a:cs typeface="Tahoma"/>
              </a:rPr>
              <a:t>dụ</a:t>
            </a:r>
            <a:r>
              <a:rPr sz="4000" spc="-35" dirty="0">
                <a:latin typeface="Tahoma"/>
                <a:cs typeface="Tahoma"/>
              </a:rPr>
              <a:t> </a:t>
            </a:r>
            <a:r>
              <a:rPr sz="4000" spc="-120" dirty="0">
                <a:latin typeface="Tahoma"/>
                <a:cs typeface="Tahoma"/>
              </a:rPr>
              <a:t>email</a:t>
            </a:r>
            <a:r>
              <a:rPr sz="4000" spc="-215" dirty="0">
                <a:latin typeface="Tahoma"/>
                <a:cs typeface="Tahoma"/>
              </a:rPr>
              <a:t> </a:t>
            </a:r>
            <a:r>
              <a:rPr sz="4000" spc="-340" dirty="0">
                <a:latin typeface="Tahoma"/>
                <a:cs typeface="Tahoma"/>
              </a:rPr>
              <a:t>không</a:t>
            </a:r>
            <a:r>
              <a:rPr sz="4000" spc="-25" dirty="0">
                <a:latin typeface="Tahoma"/>
                <a:cs typeface="Tahoma"/>
              </a:rPr>
              <a:t> </a:t>
            </a:r>
            <a:r>
              <a:rPr sz="4000" spc="-110" dirty="0">
                <a:latin typeface="Tahoma"/>
                <a:cs typeface="Tahoma"/>
              </a:rPr>
              <a:t>cần</a:t>
            </a:r>
            <a:r>
              <a:rPr sz="4000" spc="-114" dirty="0">
                <a:latin typeface="Tahoma"/>
                <a:cs typeface="Tahoma"/>
              </a:rPr>
              <a:t> </a:t>
            </a:r>
            <a:r>
              <a:rPr sz="4000" spc="-254" dirty="0">
                <a:latin typeface="Tahoma"/>
                <a:cs typeface="Tahoma"/>
              </a:rPr>
              <a:t>nhập</a:t>
            </a:r>
            <a:r>
              <a:rPr sz="4000" spc="-110" dirty="0">
                <a:latin typeface="Tahoma"/>
                <a:cs typeface="Tahoma"/>
              </a:rPr>
              <a:t> </a:t>
            </a:r>
            <a:r>
              <a:rPr sz="4000" spc="-400" dirty="0">
                <a:latin typeface="Tahoma"/>
                <a:cs typeface="Tahoma"/>
              </a:rPr>
              <a:t>đúng</a:t>
            </a:r>
            <a:r>
              <a:rPr sz="4000" spc="30" dirty="0">
                <a:latin typeface="Tahoma"/>
                <a:cs typeface="Tahoma"/>
              </a:rPr>
              <a:t> </a:t>
            </a:r>
            <a:r>
              <a:rPr sz="4000" spc="-20" dirty="0">
                <a:latin typeface="Tahoma"/>
                <a:cs typeface="Tahoma"/>
              </a:rPr>
              <a:t>định 	</a:t>
            </a:r>
            <a:r>
              <a:rPr sz="4000" spc="-260" dirty="0">
                <a:latin typeface="Tahoma"/>
                <a:cs typeface="Tahoma"/>
              </a:rPr>
              <a:t>dạng</a:t>
            </a:r>
            <a:r>
              <a:rPr sz="4000" spc="-600" dirty="0">
                <a:latin typeface="Tahoma"/>
                <a:cs typeface="Tahoma"/>
              </a:rPr>
              <a:t> </a:t>
            </a:r>
            <a:r>
              <a:rPr sz="4000" spc="-275" dirty="0">
                <a:latin typeface="Tahoma"/>
                <a:cs typeface="Tahoma"/>
              </a:rPr>
              <a:t>vẫn</a:t>
            </a:r>
            <a:r>
              <a:rPr sz="4000" spc="-590" dirty="0">
                <a:latin typeface="Tahoma"/>
                <a:cs typeface="Tahoma"/>
              </a:rPr>
              <a:t> </a:t>
            </a:r>
            <a:r>
              <a:rPr sz="4000" spc="-270" dirty="0">
                <a:latin typeface="Tahoma"/>
                <a:cs typeface="Tahoma"/>
              </a:rPr>
              <a:t>gửi</a:t>
            </a:r>
            <a:r>
              <a:rPr sz="4000" spc="-585" dirty="0">
                <a:latin typeface="Tahoma"/>
                <a:cs typeface="Tahoma"/>
              </a:rPr>
              <a:t> </a:t>
            </a:r>
            <a:r>
              <a:rPr sz="4000" spc="-10" dirty="0">
                <a:latin typeface="Tahoma"/>
                <a:cs typeface="Tahoma"/>
              </a:rPr>
              <a:t>được.</a:t>
            </a:r>
            <a:endParaRPr sz="4000" spc="-1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484" dirty="0"/>
              <a:t>CHƯƠNG</a:t>
            </a:r>
            <a:r>
              <a:rPr spc="-580" dirty="0"/>
              <a:t> </a:t>
            </a:r>
            <a:r>
              <a:rPr spc="-919" dirty="0"/>
              <a:t>II:</a:t>
            </a:r>
            <a:r>
              <a:rPr spc="-575" dirty="0"/>
              <a:t> </a:t>
            </a:r>
            <a:r>
              <a:rPr spc="-715" dirty="0"/>
              <a:t>HTML</a:t>
            </a:r>
            <a:r>
              <a:rPr spc="-585" dirty="0"/>
              <a:t> </a:t>
            </a:r>
            <a:r>
              <a:rPr spc="-905" dirty="0"/>
              <a:t>&amp;</a:t>
            </a:r>
            <a:r>
              <a:rPr spc="-580" dirty="0"/>
              <a:t> </a:t>
            </a:r>
            <a:r>
              <a:rPr spc="-715" dirty="0"/>
              <a:t>HTML5</a:t>
            </a:r>
            <a:endParaRPr spc="-715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  <p:sp>
        <p:nvSpPr>
          <p:cNvPr id="15" name="object 13"/>
          <p:cNvSpPr txBox="1">
            <a:spLocks noGrp="1"/>
          </p:cNvSpPr>
          <p:nvPr>
            <p:ph type="dt" sz="half" idx="6"/>
          </p:nvPr>
        </p:nvSpPr>
        <p:spPr>
          <a:xfrm>
            <a:off x="601345" y="10674350"/>
            <a:ext cx="5245100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85" dirty="0">
                <a:solidFill>
                  <a:schemeClr val="tx1"/>
                </a:solidFill>
              </a:rPr>
              <a:t>THIẾT </a:t>
            </a:r>
            <a:r>
              <a:rPr spc="-110" dirty="0">
                <a:solidFill>
                  <a:schemeClr val="tx1"/>
                </a:solidFill>
              </a:rPr>
              <a:t>KẾ</a:t>
            </a:r>
            <a:r>
              <a:rPr spc="-190" dirty="0">
                <a:solidFill>
                  <a:schemeClr val="tx1"/>
                </a:solidFill>
              </a:rPr>
              <a:t> </a:t>
            </a:r>
            <a:r>
              <a:rPr spc="-110" dirty="0">
                <a:solidFill>
                  <a:schemeClr val="tx1"/>
                </a:solidFill>
              </a:rPr>
              <a:t>WEB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VÀ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45" dirty="0">
                <a:solidFill>
                  <a:schemeClr val="tx1"/>
                </a:solidFill>
              </a:rPr>
              <a:t>TRIỂN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KHAI</a:t>
            </a:r>
            <a:r>
              <a:rPr spc="-200" dirty="0">
                <a:solidFill>
                  <a:schemeClr val="tx1"/>
                </a:solidFill>
              </a:rPr>
              <a:t> </a:t>
            </a:r>
            <a:r>
              <a:rPr spc="-80" dirty="0">
                <a:solidFill>
                  <a:schemeClr val="tx1"/>
                </a:solidFill>
              </a:rPr>
              <a:t>HỆ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95" dirty="0">
                <a:solidFill>
                  <a:schemeClr val="tx1"/>
                </a:solidFill>
              </a:rPr>
              <a:t>THỐNG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75" dirty="0">
                <a:solidFill>
                  <a:schemeClr val="tx1"/>
                </a:solidFill>
              </a:rPr>
              <a:t>PHẦN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25" dirty="0">
                <a:solidFill>
                  <a:schemeClr val="tx1"/>
                </a:solidFill>
              </a:rPr>
              <a:t>MỀM</a:t>
            </a:r>
            <a:endParaRPr spc="-20" dirty="0">
              <a:solidFill>
                <a:schemeClr val="tx1"/>
              </a:solidFill>
            </a:endParaRPr>
          </a:p>
        </p:txBody>
      </p:sp>
      <p:sp>
        <p:nvSpPr>
          <p:cNvPr id="16" name="object 6"/>
          <p:cNvSpPr/>
          <p:nvPr/>
        </p:nvSpPr>
        <p:spPr>
          <a:xfrm>
            <a:off x="523544" y="10447221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8063A1"/>
            </a:solidFill>
          </a:ln>
        </p:spPr>
        <p:txBody>
          <a:bodyPr wrap="square" lIns="0" tIns="0" rIns="0" bIns="0" rtlCol="0"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71926" y="2201978"/>
            <a:ext cx="9552239" cy="2845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33375" y="2682875"/>
            <a:ext cx="18674080" cy="7479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36750">
              <a:lnSpc>
                <a:spcPct val="100000"/>
              </a:lnSpc>
              <a:spcBef>
                <a:spcPts val="100"/>
              </a:spcBef>
            </a:pPr>
            <a:r>
              <a:rPr sz="4000" b="1" spc="-465" dirty="0">
                <a:latin typeface="Tahoma"/>
                <a:cs typeface="Tahoma"/>
              </a:rPr>
              <a:t>2.4</a:t>
            </a:r>
            <a:r>
              <a:rPr sz="4000" b="1" spc="-500" dirty="0">
                <a:latin typeface="Tahoma"/>
                <a:cs typeface="Tahoma"/>
              </a:rPr>
              <a:t> </a:t>
            </a:r>
            <a:r>
              <a:rPr sz="4000" b="1" spc="-265" dirty="0">
                <a:latin typeface="Tahoma"/>
                <a:cs typeface="Tahoma"/>
              </a:rPr>
              <a:t>Các</a:t>
            </a:r>
            <a:r>
              <a:rPr sz="4000" b="1" spc="-490" dirty="0">
                <a:latin typeface="Tahoma"/>
                <a:cs typeface="Tahoma"/>
              </a:rPr>
              <a:t> </a:t>
            </a:r>
            <a:r>
              <a:rPr sz="4000" b="1" spc="-459" dirty="0">
                <a:latin typeface="Tahoma"/>
                <a:cs typeface="Tahoma"/>
              </a:rPr>
              <a:t>thẻ</a:t>
            </a:r>
            <a:r>
              <a:rPr sz="4000" b="1" spc="-495" dirty="0">
                <a:latin typeface="Tahoma"/>
                <a:cs typeface="Tahoma"/>
              </a:rPr>
              <a:t> </a:t>
            </a:r>
            <a:r>
              <a:rPr sz="4000" b="1" spc="-455" dirty="0">
                <a:latin typeface="Tahoma"/>
                <a:cs typeface="Tahoma"/>
              </a:rPr>
              <a:t>tạo</a:t>
            </a:r>
            <a:r>
              <a:rPr sz="4000" b="1" spc="-495" dirty="0">
                <a:latin typeface="Tahoma"/>
                <a:cs typeface="Tahoma"/>
              </a:rPr>
              <a:t> </a:t>
            </a:r>
            <a:r>
              <a:rPr sz="4000" b="1" spc="-405" dirty="0">
                <a:latin typeface="Tahoma"/>
                <a:cs typeface="Tahoma"/>
              </a:rPr>
              <a:t>biểu</a:t>
            </a:r>
            <a:r>
              <a:rPr sz="4000" b="1" spc="-495" dirty="0">
                <a:latin typeface="Tahoma"/>
                <a:cs typeface="Tahoma"/>
              </a:rPr>
              <a:t> </a:t>
            </a:r>
            <a:r>
              <a:rPr sz="4000" b="1" spc="-550" dirty="0">
                <a:latin typeface="Tahoma"/>
                <a:cs typeface="Tahoma"/>
              </a:rPr>
              <a:t>mẫu</a:t>
            </a:r>
            <a:r>
              <a:rPr sz="4000" b="1" spc="-500" dirty="0">
                <a:latin typeface="Tahoma"/>
                <a:cs typeface="Tahoma"/>
              </a:rPr>
              <a:t> </a:t>
            </a:r>
            <a:r>
              <a:rPr sz="4000" b="1" spc="-520" dirty="0">
                <a:latin typeface="Tahoma"/>
                <a:cs typeface="Tahoma"/>
              </a:rPr>
              <a:t>(forms)</a:t>
            </a:r>
            <a:endParaRPr sz="4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200"/>
              </a:spcBef>
            </a:pPr>
            <a:endParaRPr sz="4000">
              <a:latin typeface="Tahoma"/>
              <a:cs typeface="Tahoma"/>
            </a:endParaRPr>
          </a:p>
          <a:p>
            <a:pPr marL="577850" indent="-565150" algn="just">
              <a:lnSpc>
                <a:spcPct val="100000"/>
              </a:lnSpc>
              <a:buSzPct val="29000"/>
              <a:buChar char="•"/>
              <a:tabLst>
                <a:tab pos="577850" algn="l"/>
              </a:tabLst>
            </a:pPr>
            <a:r>
              <a:rPr sz="4000" spc="-250" dirty="0">
                <a:latin typeface="Tahoma"/>
                <a:cs typeface="Tahoma"/>
              </a:rPr>
              <a:t>Những</a:t>
            </a:r>
            <a:r>
              <a:rPr sz="4000" spc="-495" dirty="0">
                <a:latin typeface="Tahoma"/>
                <a:cs typeface="Tahoma"/>
              </a:rPr>
              <a:t> </a:t>
            </a:r>
            <a:r>
              <a:rPr sz="4000" spc="-185" dirty="0">
                <a:latin typeface="Tahoma"/>
                <a:cs typeface="Tahoma"/>
              </a:rPr>
              <a:t>phần</a:t>
            </a:r>
            <a:r>
              <a:rPr sz="4000" spc="-505" dirty="0">
                <a:latin typeface="Tahoma"/>
                <a:cs typeface="Tahoma"/>
              </a:rPr>
              <a:t> </a:t>
            </a:r>
            <a:r>
              <a:rPr sz="4000" spc="-204" dirty="0">
                <a:latin typeface="Tahoma"/>
                <a:cs typeface="Tahoma"/>
              </a:rPr>
              <a:t>tử</a:t>
            </a:r>
            <a:r>
              <a:rPr sz="4000" spc="-484" dirty="0">
                <a:latin typeface="Tahoma"/>
                <a:cs typeface="Tahoma"/>
              </a:rPr>
              <a:t> </a:t>
            </a:r>
            <a:r>
              <a:rPr sz="4000" spc="-254" dirty="0">
                <a:latin typeface="Tahoma"/>
                <a:cs typeface="Tahoma"/>
              </a:rPr>
              <a:t>trong</a:t>
            </a:r>
            <a:r>
              <a:rPr sz="4000" spc="-480" dirty="0">
                <a:latin typeface="Tahoma"/>
                <a:cs typeface="Tahoma"/>
              </a:rPr>
              <a:t> </a:t>
            </a:r>
            <a:r>
              <a:rPr sz="4000" spc="-10" dirty="0">
                <a:latin typeface="Tahoma"/>
                <a:cs typeface="Tahoma"/>
              </a:rPr>
              <a:t>Form:</a:t>
            </a:r>
            <a:endParaRPr sz="4000">
              <a:latin typeface="Tahoma"/>
              <a:cs typeface="Tahoma"/>
            </a:endParaRPr>
          </a:p>
          <a:p>
            <a:pPr marL="1330960" lvl="1" indent="-524510" algn="just">
              <a:lnSpc>
                <a:spcPct val="100000"/>
              </a:lnSpc>
              <a:spcBef>
                <a:spcPts val="1440"/>
              </a:spcBef>
              <a:buSzPct val="33000"/>
              <a:buChar char="•"/>
              <a:tabLst>
                <a:tab pos="1330960" algn="l"/>
              </a:tabLst>
            </a:pPr>
            <a:r>
              <a:rPr sz="3200" spc="-335" dirty="0">
                <a:latin typeface="Tahoma"/>
                <a:cs typeface="Tahoma"/>
              </a:rPr>
              <a:t>&lt;input&gt;</a:t>
            </a:r>
            <a:endParaRPr sz="3200">
              <a:latin typeface="Tahoma"/>
              <a:cs typeface="Tahoma"/>
            </a:endParaRPr>
          </a:p>
          <a:p>
            <a:pPr marL="2085340" lvl="2" indent="-419100" algn="just">
              <a:lnSpc>
                <a:spcPct val="100000"/>
              </a:lnSpc>
              <a:spcBef>
                <a:spcPts val="1240"/>
              </a:spcBef>
              <a:buSzPct val="39000"/>
              <a:buChar char="•"/>
              <a:tabLst>
                <a:tab pos="2084705" algn="l"/>
              </a:tabLst>
            </a:pPr>
            <a:r>
              <a:rPr sz="2800" dirty="0">
                <a:latin typeface="Tahoma"/>
                <a:cs typeface="Tahoma"/>
              </a:rPr>
              <a:t>Có</a:t>
            </a:r>
            <a:r>
              <a:rPr sz="2800" spc="-360" dirty="0">
                <a:latin typeface="Tahoma"/>
                <a:cs typeface="Tahoma"/>
              </a:rPr>
              <a:t> </a:t>
            </a:r>
            <a:r>
              <a:rPr sz="2800" spc="-140" dirty="0">
                <a:latin typeface="Tahoma"/>
                <a:cs typeface="Tahoma"/>
              </a:rPr>
              <a:t>thể</a:t>
            </a:r>
            <a:r>
              <a:rPr sz="2800" spc="-360" dirty="0">
                <a:latin typeface="Tahoma"/>
                <a:cs typeface="Tahoma"/>
              </a:rPr>
              <a:t> </a:t>
            </a:r>
            <a:r>
              <a:rPr sz="2800" spc="-110" dirty="0">
                <a:latin typeface="Tahoma"/>
                <a:cs typeface="Tahoma"/>
              </a:rPr>
              <a:t>được</a:t>
            </a:r>
            <a:r>
              <a:rPr sz="2800" spc="-360" dirty="0">
                <a:latin typeface="Tahoma"/>
                <a:cs typeface="Tahoma"/>
              </a:rPr>
              <a:t> </a:t>
            </a:r>
            <a:r>
              <a:rPr sz="2800" spc="-105" dirty="0">
                <a:latin typeface="Tahoma"/>
                <a:cs typeface="Tahoma"/>
              </a:rPr>
              <a:t>hiển</a:t>
            </a:r>
            <a:r>
              <a:rPr sz="2800" spc="-365" dirty="0">
                <a:latin typeface="Tahoma"/>
                <a:cs typeface="Tahoma"/>
              </a:rPr>
              <a:t> </a:t>
            </a:r>
            <a:r>
              <a:rPr sz="2800" spc="-100" dirty="0">
                <a:latin typeface="Tahoma"/>
                <a:cs typeface="Tahoma"/>
              </a:rPr>
              <a:t>thị</a:t>
            </a:r>
            <a:r>
              <a:rPr sz="2800" spc="-360" dirty="0">
                <a:latin typeface="Tahoma"/>
                <a:cs typeface="Tahoma"/>
              </a:rPr>
              <a:t> </a:t>
            </a:r>
            <a:r>
              <a:rPr sz="2800" spc="-125" dirty="0">
                <a:latin typeface="Tahoma"/>
                <a:cs typeface="Tahoma"/>
              </a:rPr>
              <a:t>theo</a:t>
            </a:r>
            <a:r>
              <a:rPr sz="2800" spc="-360" dirty="0">
                <a:latin typeface="Tahoma"/>
                <a:cs typeface="Tahoma"/>
              </a:rPr>
              <a:t> </a:t>
            </a:r>
            <a:r>
              <a:rPr sz="2800" spc="-130" dirty="0">
                <a:latin typeface="Tahoma"/>
                <a:cs typeface="Tahoma"/>
              </a:rPr>
              <a:t>nhiều</a:t>
            </a:r>
            <a:r>
              <a:rPr sz="2800" spc="-360" dirty="0">
                <a:latin typeface="Tahoma"/>
                <a:cs typeface="Tahoma"/>
              </a:rPr>
              <a:t> </a:t>
            </a:r>
            <a:r>
              <a:rPr sz="2800" spc="-70" dirty="0">
                <a:latin typeface="Tahoma"/>
                <a:cs typeface="Tahoma"/>
              </a:rPr>
              <a:t>cách,</a:t>
            </a:r>
            <a:r>
              <a:rPr sz="2800" spc="-360" dirty="0">
                <a:latin typeface="Tahoma"/>
                <a:cs typeface="Tahoma"/>
              </a:rPr>
              <a:t> </a:t>
            </a:r>
            <a:r>
              <a:rPr sz="2800" spc="-180" dirty="0">
                <a:latin typeface="Tahoma"/>
                <a:cs typeface="Tahoma"/>
              </a:rPr>
              <a:t>tùy</a:t>
            </a:r>
            <a:r>
              <a:rPr sz="2800" spc="-345" dirty="0">
                <a:latin typeface="Tahoma"/>
                <a:cs typeface="Tahoma"/>
              </a:rPr>
              <a:t> </a:t>
            </a:r>
            <a:r>
              <a:rPr sz="2800" spc="-95" dirty="0">
                <a:latin typeface="Tahoma"/>
                <a:cs typeface="Tahoma"/>
              </a:rPr>
              <a:t>thuộc</a:t>
            </a:r>
            <a:r>
              <a:rPr sz="2800" spc="-360" dirty="0">
                <a:latin typeface="Tahoma"/>
                <a:cs typeface="Tahoma"/>
              </a:rPr>
              <a:t> </a:t>
            </a:r>
            <a:r>
              <a:rPr sz="2800" spc="-165" dirty="0">
                <a:latin typeface="Tahoma"/>
                <a:cs typeface="Tahoma"/>
              </a:rPr>
              <a:t>vào</a:t>
            </a:r>
            <a:r>
              <a:rPr sz="2800" spc="-355" dirty="0">
                <a:latin typeface="Tahoma"/>
                <a:cs typeface="Tahoma"/>
              </a:rPr>
              <a:t> </a:t>
            </a:r>
            <a:r>
              <a:rPr sz="2800" spc="-95" dirty="0">
                <a:latin typeface="Tahoma"/>
                <a:cs typeface="Tahoma"/>
              </a:rPr>
              <a:t>thuộc</a:t>
            </a:r>
            <a:r>
              <a:rPr sz="2800" spc="-365" dirty="0">
                <a:latin typeface="Tahoma"/>
                <a:cs typeface="Tahoma"/>
              </a:rPr>
              <a:t> </a:t>
            </a:r>
            <a:r>
              <a:rPr sz="2800" spc="-110" dirty="0">
                <a:latin typeface="Tahoma"/>
                <a:cs typeface="Tahoma"/>
              </a:rPr>
              <a:t>tính</a:t>
            </a:r>
            <a:r>
              <a:rPr sz="2800" spc="-36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type.</a:t>
            </a:r>
            <a:endParaRPr sz="2800">
              <a:latin typeface="Tahoma"/>
              <a:cs typeface="Tahoma"/>
            </a:endParaRPr>
          </a:p>
          <a:p>
            <a:pPr marL="2085340" lvl="2" indent="-419100" algn="just">
              <a:lnSpc>
                <a:spcPct val="100000"/>
              </a:lnSpc>
              <a:spcBef>
                <a:spcPts val="1145"/>
              </a:spcBef>
              <a:buSzPct val="39000"/>
              <a:buChar char="•"/>
              <a:tabLst>
                <a:tab pos="2084705" algn="l"/>
              </a:tabLst>
            </a:pPr>
            <a:r>
              <a:rPr sz="2800" spc="-60" dirty="0">
                <a:latin typeface="Tahoma"/>
                <a:cs typeface="Tahoma"/>
              </a:rPr>
              <a:t>Mặc</a:t>
            </a:r>
            <a:r>
              <a:rPr sz="2800" spc="-355" dirty="0">
                <a:latin typeface="Tahoma"/>
                <a:cs typeface="Tahoma"/>
              </a:rPr>
              <a:t> </a:t>
            </a:r>
            <a:r>
              <a:rPr sz="2800" spc="-125" dirty="0">
                <a:latin typeface="Tahoma"/>
                <a:cs typeface="Tahoma"/>
              </a:rPr>
              <a:t>định</a:t>
            </a:r>
            <a:r>
              <a:rPr sz="2800" spc="-365" dirty="0">
                <a:latin typeface="Tahoma"/>
                <a:cs typeface="Tahoma"/>
              </a:rPr>
              <a:t> </a:t>
            </a:r>
            <a:r>
              <a:rPr sz="2800" spc="-114" dirty="0">
                <a:latin typeface="Tahoma"/>
                <a:cs typeface="Tahoma"/>
              </a:rPr>
              <a:t>type=”text”.</a:t>
            </a:r>
            <a:endParaRPr sz="2800">
              <a:latin typeface="Tahoma"/>
              <a:cs typeface="Tahoma"/>
            </a:endParaRPr>
          </a:p>
          <a:p>
            <a:pPr marL="1330960" lvl="1" indent="-524510" algn="just">
              <a:lnSpc>
                <a:spcPct val="100000"/>
              </a:lnSpc>
              <a:spcBef>
                <a:spcPts val="1240"/>
              </a:spcBef>
              <a:buSzPct val="33000"/>
              <a:buChar char="•"/>
              <a:tabLst>
                <a:tab pos="1330960" algn="l"/>
              </a:tabLst>
            </a:pPr>
            <a:r>
              <a:rPr sz="3200" spc="-285" dirty="0">
                <a:latin typeface="Tahoma"/>
                <a:cs typeface="Tahoma"/>
              </a:rPr>
              <a:t>&lt;label&gt;</a:t>
            </a:r>
            <a:endParaRPr sz="3200">
              <a:latin typeface="Tahoma"/>
              <a:cs typeface="Tahoma"/>
            </a:endParaRPr>
          </a:p>
          <a:p>
            <a:pPr marL="2085340" lvl="2" indent="-419100" algn="just">
              <a:lnSpc>
                <a:spcPct val="100000"/>
              </a:lnSpc>
              <a:spcBef>
                <a:spcPts val="1240"/>
              </a:spcBef>
              <a:buSzPct val="39000"/>
              <a:buChar char="•"/>
              <a:tabLst>
                <a:tab pos="2084705" algn="l"/>
              </a:tabLst>
            </a:pPr>
            <a:r>
              <a:rPr sz="2800" spc="-125" dirty="0">
                <a:latin typeface="Tahoma"/>
                <a:cs typeface="Tahoma"/>
              </a:rPr>
              <a:t>Phần</a:t>
            </a:r>
            <a:r>
              <a:rPr sz="2800" spc="-360" dirty="0">
                <a:latin typeface="Tahoma"/>
                <a:cs typeface="Tahoma"/>
              </a:rPr>
              <a:t> </a:t>
            </a:r>
            <a:r>
              <a:rPr sz="2800" spc="-155" dirty="0">
                <a:latin typeface="Tahoma"/>
                <a:cs typeface="Tahoma"/>
              </a:rPr>
              <a:t>tử</a:t>
            </a:r>
            <a:r>
              <a:rPr sz="2800" spc="-340" dirty="0">
                <a:latin typeface="Tahoma"/>
                <a:cs typeface="Tahoma"/>
              </a:rPr>
              <a:t> </a:t>
            </a:r>
            <a:r>
              <a:rPr sz="2800" spc="-240" dirty="0">
                <a:latin typeface="Tahoma"/>
                <a:cs typeface="Tahoma"/>
              </a:rPr>
              <a:t>&lt;label&gt;</a:t>
            </a:r>
            <a:r>
              <a:rPr sz="2800" spc="-365" dirty="0">
                <a:latin typeface="Tahoma"/>
                <a:cs typeface="Tahoma"/>
              </a:rPr>
              <a:t> </a:t>
            </a:r>
            <a:r>
              <a:rPr sz="2800" spc="-125" dirty="0">
                <a:latin typeface="Tahoma"/>
                <a:cs typeface="Tahoma"/>
              </a:rPr>
              <a:t>xác</a:t>
            </a:r>
            <a:r>
              <a:rPr sz="2800" spc="-350" dirty="0">
                <a:latin typeface="Tahoma"/>
                <a:cs typeface="Tahoma"/>
              </a:rPr>
              <a:t> </a:t>
            </a:r>
            <a:r>
              <a:rPr sz="2800" spc="-125" dirty="0">
                <a:latin typeface="Tahoma"/>
                <a:cs typeface="Tahoma"/>
              </a:rPr>
              <a:t>định</a:t>
            </a:r>
            <a:r>
              <a:rPr sz="2800" spc="-360" dirty="0">
                <a:latin typeface="Tahoma"/>
                <a:cs typeface="Tahoma"/>
              </a:rPr>
              <a:t> </a:t>
            </a:r>
            <a:r>
              <a:rPr sz="2800" spc="-140" dirty="0">
                <a:latin typeface="Tahoma"/>
                <a:cs typeface="Tahoma"/>
              </a:rPr>
              <a:t>nhãn</a:t>
            </a:r>
            <a:r>
              <a:rPr sz="2800" spc="-360" dirty="0">
                <a:latin typeface="Tahoma"/>
                <a:cs typeface="Tahoma"/>
              </a:rPr>
              <a:t> </a:t>
            </a:r>
            <a:r>
              <a:rPr sz="2800" spc="-70" dirty="0">
                <a:latin typeface="Tahoma"/>
                <a:cs typeface="Tahoma"/>
              </a:rPr>
              <a:t>cho</a:t>
            </a:r>
            <a:r>
              <a:rPr sz="2800" spc="-355" dirty="0">
                <a:latin typeface="Tahoma"/>
                <a:cs typeface="Tahoma"/>
              </a:rPr>
              <a:t> </a:t>
            </a:r>
            <a:r>
              <a:rPr sz="2800" spc="-135" dirty="0">
                <a:latin typeface="Tahoma"/>
                <a:cs typeface="Tahoma"/>
              </a:rPr>
              <a:t>một</a:t>
            </a:r>
            <a:r>
              <a:rPr sz="2800" spc="-350" dirty="0">
                <a:latin typeface="Tahoma"/>
                <a:cs typeface="Tahoma"/>
              </a:rPr>
              <a:t> </a:t>
            </a:r>
            <a:r>
              <a:rPr sz="2800" spc="-70" dirty="0">
                <a:latin typeface="Tahoma"/>
                <a:cs typeface="Tahoma"/>
              </a:rPr>
              <a:t>số</a:t>
            </a:r>
            <a:r>
              <a:rPr sz="2800" spc="-355" dirty="0">
                <a:latin typeface="Tahoma"/>
                <a:cs typeface="Tahoma"/>
              </a:rPr>
              <a:t> </a:t>
            </a:r>
            <a:r>
              <a:rPr sz="2800" spc="-120" dirty="0">
                <a:latin typeface="Tahoma"/>
                <a:cs typeface="Tahoma"/>
              </a:rPr>
              <a:t>element</a:t>
            </a:r>
            <a:r>
              <a:rPr sz="2800" spc="-355" dirty="0">
                <a:latin typeface="Tahoma"/>
                <a:cs typeface="Tahoma"/>
              </a:rPr>
              <a:t> </a:t>
            </a:r>
            <a:r>
              <a:rPr sz="2800" spc="-185" dirty="0">
                <a:latin typeface="Tahoma"/>
                <a:cs typeface="Tahoma"/>
              </a:rPr>
              <a:t>trong</a:t>
            </a:r>
            <a:r>
              <a:rPr sz="2800" spc="-360" dirty="0">
                <a:latin typeface="Tahoma"/>
                <a:cs typeface="Tahoma"/>
              </a:rPr>
              <a:t> </a:t>
            </a:r>
            <a:r>
              <a:rPr sz="2800" spc="-110" dirty="0">
                <a:latin typeface="Tahoma"/>
                <a:cs typeface="Tahoma"/>
              </a:rPr>
              <a:t>biểu</a:t>
            </a:r>
            <a:r>
              <a:rPr sz="2800" spc="-355" dirty="0">
                <a:latin typeface="Tahoma"/>
                <a:cs typeface="Tahoma"/>
              </a:rPr>
              <a:t> </a:t>
            </a:r>
            <a:r>
              <a:rPr sz="2800" spc="-145" dirty="0">
                <a:latin typeface="Tahoma"/>
                <a:cs typeface="Tahoma"/>
              </a:rPr>
              <a:t>mẫu.</a:t>
            </a:r>
            <a:r>
              <a:rPr sz="2800" spc="-350" dirty="0">
                <a:latin typeface="Tahoma"/>
                <a:cs typeface="Tahoma"/>
              </a:rPr>
              <a:t> </a:t>
            </a:r>
            <a:r>
              <a:rPr sz="2800" spc="-175" dirty="0">
                <a:latin typeface="Tahoma"/>
                <a:cs typeface="Tahoma"/>
              </a:rPr>
              <a:t>Để</a:t>
            </a:r>
            <a:r>
              <a:rPr sz="2800" spc="-355" dirty="0">
                <a:latin typeface="Tahoma"/>
                <a:cs typeface="Tahoma"/>
              </a:rPr>
              <a:t> </a:t>
            </a:r>
            <a:r>
              <a:rPr sz="2800" spc="-165" dirty="0">
                <a:latin typeface="Tahoma"/>
                <a:cs typeface="Tahoma"/>
              </a:rPr>
              <a:t>người</a:t>
            </a:r>
            <a:r>
              <a:rPr sz="2800" spc="-355" dirty="0">
                <a:latin typeface="Tahoma"/>
                <a:cs typeface="Tahoma"/>
              </a:rPr>
              <a:t> </a:t>
            </a:r>
            <a:r>
              <a:rPr sz="2800" spc="-175" dirty="0">
                <a:latin typeface="Tahoma"/>
                <a:cs typeface="Tahoma"/>
              </a:rPr>
              <a:t>dùng</a:t>
            </a:r>
            <a:r>
              <a:rPr sz="2800" spc="-355" dirty="0">
                <a:latin typeface="Tahoma"/>
                <a:cs typeface="Tahoma"/>
              </a:rPr>
              <a:t> </a:t>
            </a:r>
            <a:r>
              <a:rPr sz="2800" spc="-110" dirty="0">
                <a:latin typeface="Tahoma"/>
                <a:cs typeface="Tahoma"/>
              </a:rPr>
              <a:t>hiểu</a:t>
            </a:r>
            <a:r>
              <a:rPr sz="2800" spc="-355" dirty="0">
                <a:latin typeface="Tahoma"/>
                <a:cs typeface="Tahoma"/>
              </a:rPr>
              <a:t> </a:t>
            </a:r>
            <a:r>
              <a:rPr sz="2800" spc="-145" dirty="0">
                <a:latin typeface="Tahoma"/>
                <a:cs typeface="Tahoma"/>
              </a:rPr>
              <a:t>hơn</a:t>
            </a:r>
            <a:r>
              <a:rPr sz="2800" spc="-345" dirty="0">
                <a:latin typeface="Tahoma"/>
                <a:cs typeface="Tahoma"/>
              </a:rPr>
              <a:t> </a:t>
            </a:r>
            <a:r>
              <a:rPr sz="2800" spc="-190" dirty="0">
                <a:latin typeface="Tahoma"/>
                <a:cs typeface="Tahoma"/>
              </a:rPr>
              <a:t>về</a:t>
            </a:r>
            <a:r>
              <a:rPr sz="2800" spc="-345" dirty="0">
                <a:latin typeface="Tahoma"/>
                <a:cs typeface="Tahoma"/>
              </a:rPr>
              <a:t> </a:t>
            </a:r>
            <a:r>
              <a:rPr sz="2800" spc="-120" dirty="0">
                <a:latin typeface="Tahoma"/>
                <a:cs typeface="Tahoma"/>
              </a:rPr>
              <a:t>element</a:t>
            </a:r>
            <a:r>
              <a:rPr sz="2800" spc="-355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đó.</a:t>
            </a:r>
            <a:endParaRPr sz="2800">
              <a:latin typeface="Tahoma"/>
              <a:cs typeface="Tahoma"/>
            </a:endParaRPr>
          </a:p>
          <a:p>
            <a:pPr marL="2085340" marR="5080" lvl="2" indent="-419735" algn="just">
              <a:lnSpc>
                <a:spcPct val="131000"/>
              </a:lnSpc>
              <a:buSzPct val="39000"/>
              <a:buChar char="•"/>
              <a:tabLst>
                <a:tab pos="2084705" algn="l"/>
              </a:tabLst>
            </a:pPr>
            <a:r>
              <a:rPr sz="2800" spc="-150" dirty="0">
                <a:latin typeface="Tahoma"/>
                <a:cs typeface="Tahoma"/>
              </a:rPr>
              <a:t>Thuộc</a:t>
            </a:r>
            <a:r>
              <a:rPr sz="2800" spc="-185" dirty="0">
                <a:latin typeface="Tahoma"/>
                <a:cs typeface="Tahoma"/>
              </a:rPr>
              <a:t> </a:t>
            </a:r>
            <a:r>
              <a:rPr sz="2800" spc="-105" dirty="0">
                <a:latin typeface="Tahoma"/>
                <a:cs typeface="Tahoma"/>
              </a:rPr>
              <a:t>tính</a:t>
            </a:r>
            <a:r>
              <a:rPr sz="2800" spc="-180" dirty="0">
                <a:latin typeface="Tahoma"/>
                <a:cs typeface="Tahoma"/>
              </a:rPr>
              <a:t> </a:t>
            </a:r>
            <a:r>
              <a:rPr sz="2800" spc="-140" dirty="0">
                <a:latin typeface="Tahoma"/>
                <a:cs typeface="Tahoma"/>
              </a:rPr>
              <a:t>for</a:t>
            </a:r>
            <a:r>
              <a:rPr sz="2800" spc="-185" dirty="0">
                <a:latin typeface="Tahoma"/>
                <a:cs typeface="Tahoma"/>
              </a:rPr>
              <a:t> </a:t>
            </a:r>
            <a:r>
              <a:rPr sz="2800" spc="-70" dirty="0">
                <a:latin typeface="Tahoma"/>
                <a:cs typeface="Tahoma"/>
              </a:rPr>
              <a:t>của</a:t>
            </a:r>
            <a:r>
              <a:rPr sz="2800" spc="-170" dirty="0">
                <a:latin typeface="Tahoma"/>
                <a:cs typeface="Tahoma"/>
              </a:rPr>
              <a:t> </a:t>
            </a:r>
            <a:r>
              <a:rPr sz="2800" spc="-135" dirty="0">
                <a:latin typeface="Tahoma"/>
                <a:cs typeface="Tahoma"/>
              </a:rPr>
              <a:t>thẻ</a:t>
            </a:r>
            <a:r>
              <a:rPr sz="2800" spc="-180" dirty="0">
                <a:latin typeface="Tahoma"/>
                <a:cs typeface="Tahoma"/>
              </a:rPr>
              <a:t> </a:t>
            </a:r>
            <a:r>
              <a:rPr sz="2800" spc="-235" dirty="0">
                <a:latin typeface="Tahoma"/>
                <a:cs typeface="Tahoma"/>
              </a:rPr>
              <a:t>&lt;label&gt;</a:t>
            </a:r>
            <a:r>
              <a:rPr sz="2800" spc="-180" dirty="0">
                <a:latin typeface="Tahoma"/>
                <a:cs typeface="Tahoma"/>
              </a:rPr>
              <a:t> </a:t>
            </a:r>
            <a:r>
              <a:rPr sz="2800" spc="-105" dirty="0">
                <a:latin typeface="Tahoma"/>
                <a:cs typeface="Tahoma"/>
              </a:rPr>
              <a:t>phải</a:t>
            </a:r>
            <a:r>
              <a:rPr sz="2800" spc="-180" dirty="0">
                <a:latin typeface="Tahoma"/>
                <a:cs typeface="Tahoma"/>
              </a:rPr>
              <a:t> </a:t>
            </a:r>
            <a:r>
              <a:rPr sz="2800" spc="-185" dirty="0">
                <a:latin typeface="Tahoma"/>
                <a:cs typeface="Tahoma"/>
              </a:rPr>
              <a:t>bằng</a:t>
            </a:r>
            <a:r>
              <a:rPr sz="2800" spc="-175" dirty="0">
                <a:latin typeface="Tahoma"/>
                <a:cs typeface="Tahoma"/>
              </a:rPr>
              <a:t> </a:t>
            </a:r>
            <a:r>
              <a:rPr sz="2800" spc="-90" dirty="0">
                <a:latin typeface="Tahoma"/>
                <a:cs typeface="Tahoma"/>
              </a:rPr>
              <a:t>thuộc</a:t>
            </a:r>
            <a:r>
              <a:rPr sz="2800" spc="-190" dirty="0">
                <a:latin typeface="Tahoma"/>
                <a:cs typeface="Tahoma"/>
              </a:rPr>
              <a:t> </a:t>
            </a:r>
            <a:r>
              <a:rPr sz="2800" spc="-105" dirty="0">
                <a:latin typeface="Tahoma"/>
                <a:cs typeface="Tahoma"/>
              </a:rPr>
              <a:t>tính</a:t>
            </a:r>
            <a:r>
              <a:rPr sz="2800" spc="-180" dirty="0">
                <a:latin typeface="Tahoma"/>
                <a:cs typeface="Tahoma"/>
              </a:rPr>
              <a:t> </a:t>
            </a:r>
            <a:r>
              <a:rPr sz="2800" spc="-65" dirty="0">
                <a:latin typeface="Tahoma"/>
                <a:cs typeface="Tahoma"/>
              </a:rPr>
              <a:t>id</a:t>
            </a:r>
            <a:r>
              <a:rPr sz="2800" spc="-180" dirty="0">
                <a:latin typeface="Tahoma"/>
                <a:cs typeface="Tahoma"/>
              </a:rPr>
              <a:t> </a:t>
            </a:r>
            <a:r>
              <a:rPr sz="2800" spc="-70" dirty="0">
                <a:latin typeface="Tahoma"/>
                <a:cs typeface="Tahoma"/>
              </a:rPr>
              <a:t>của</a:t>
            </a:r>
            <a:r>
              <a:rPr sz="2800" spc="-170" dirty="0">
                <a:latin typeface="Tahoma"/>
                <a:cs typeface="Tahoma"/>
              </a:rPr>
              <a:t> </a:t>
            </a:r>
            <a:r>
              <a:rPr sz="2800" spc="-140" dirty="0">
                <a:latin typeface="Tahoma"/>
                <a:cs typeface="Tahoma"/>
              </a:rPr>
              <a:t>phần</a:t>
            </a:r>
            <a:r>
              <a:rPr sz="2800" spc="-175" dirty="0">
                <a:latin typeface="Tahoma"/>
                <a:cs typeface="Tahoma"/>
              </a:rPr>
              <a:t> </a:t>
            </a:r>
            <a:r>
              <a:rPr sz="2800" spc="-150" dirty="0">
                <a:latin typeface="Tahoma"/>
                <a:cs typeface="Tahoma"/>
              </a:rPr>
              <a:t>tử</a:t>
            </a:r>
            <a:r>
              <a:rPr sz="2800" spc="-185" dirty="0">
                <a:latin typeface="Tahoma"/>
                <a:cs typeface="Tahoma"/>
              </a:rPr>
              <a:t> </a:t>
            </a:r>
            <a:r>
              <a:rPr sz="2800" spc="-270" dirty="0">
                <a:latin typeface="Tahoma"/>
                <a:cs typeface="Tahoma"/>
              </a:rPr>
              <a:t>&lt;input&gt;</a:t>
            </a:r>
            <a:r>
              <a:rPr sz="2800" spc="-170" dirty="0">
                <a:latin typeface="Tahoma"/>
                <a:cs typeface="Tahoma"/>
              </a:rPr>
              <a:t> </a:t>
            </a:r>
            <a:r>
              <a:rPr sz="2800" spc="-155" dirty="0">
                <a:latin typeface="Tahoma"/>
                <a:cs typeface="Tahoma"/>
              </a:rPr>
              <a:t>để</a:t>
            </a:r>
            <a:r>
              <a:rPr sz="2800" spc="-175" dirty="0">
                <a:latin typeface="Tahoma"/>
                <a:cs typeface="Tahoma"/>
              </a:rPr>
              <a:t> </a:t>
            </a:r>
            <a:r>
              <a:rPr sz="2800" spc="-70" dirty="0">
                <a:latin typeface="Tahoma"/>
                <a:cs typeface="Tahoma"/>
              </a:rPr>
              <a:t>liên</a:t>
            </a:r>
            <a:r>
              <a:rPr sz="2800" spc="-175" dirty="0">
                <a:latin typeface="Tahoma"/>
                <a:cs typeface="Tahoma"/>
              </a:rPr>
              <a:t> </a:t>
            </a:r>
            <a:r>
              <a:rPr sz="2800" spc="-130" dirty="0">
                <a:latin typeface="Tahoma"/>
                <a:cs typeface="Tahoma"/>
              </a:rPr>
              <a:t>kết</a:t>
            </a:r>
            <a:r>
              <a:rPr sz="2800" spc="-175" dirty="0">
                <a:latin typeface="Tahoma"/>
                <a:cs typeface="Tahoma"/>
              </a:rPr>
              <a:t> </a:t>
            </a:r>
            <a:r>
              <a:rPr sz="2800" spc="-135" dirty="0">
                <a:latin typeface="Tahoma"/>
                <a:cs typeface="Tahoma"/>
              </a:rPr>
              <a:t>chúng</a:t>
            </a:r>
            <a:r>
              <a:rPr sz="2800" spc="-180" dirty="0">
                <a:latin typeface="Tahoma"/>
                <a:cs typeface="Tahoma"/>
              </a:rPr>
              <a:t> </a:t>
            </a:r>
            <a:r>
              <a:rPr sz="2800" spc="-35" dirty="0">
                <a:latin typeface="Tahoma"/>
                <a:cs typeface="Tahoma"/>
              </a:rPr>
              <a:t>lại</a:t>
            </a:r>
            <a:r>
              <a:rPr sz="2800" spc="-180" dirty="0">
                <a:latin typeface="Tahoma"/>
                <a:cs typeface="Tahoma"/>
              </a:rPr>
              <a:t> </a:t>
            </a:r>
            <a:r>
              <a:rPr sz="2800" spc="-135" dirty="0">
                <a:latin typeface="Tahoma"/>
                <a:cs typeface="Tahoma"/>
              </a:rPr>
              <a:t>với</a:t>
            </a:r>
            <a:r>
              <a:rPr sz="2800" spc="-175" dirty="0">
                <a:latin typeface="Tahoma"/>
                <a:cs typeface="Tahoma"/>
              </a:rPr>
              <a:t> </a:t>
            </a:r>
            <a:r>
              <a:rPr sz="2800" spc="-140" dirty="0">
                <a:latin typeface="Tahoma"/>
                <a:cs typeface="Tahoma"/>
              </a:rPr>
              <a:t>nhau.</a:t>
            </a:r>
            <a:r>
              <a:rPr sz="2800" spc="-135" dirty="0">
                <a:latin typeface="Tahoma"/>
                <a:cs typeface="Tahoma"/>
              </a:rPr>
              <a:t> </a:t>
            </a:r>
            <a:r>
              <a:rPr sz="2800" spc="-114" dirty="0">
                <a:latin typeface="Tahoma"/>
                <a:cs typeface="Tahoma"/>
              </a:rPr>
              <a:t>Khi</a:t>
            </a:r>
            <a:r>
              <a:rPr sz="2800" spc="-270" dirty="0">
                <a:latin typeface="Tahoma"/>
                <a:cs typeface="Tahoma"/>
              </a:rPr>
              <a:t> </a:t>
            </a:r>
            <a:r>
              <a:rPr sz="2800" spc="-165" dirty="0">
                <a:latin typeface="Tahoma"/>
                <a:cs typeface="Tahoma"/>
              </a:rPr>
              <a:t>đó,</a:t>
            </a:r>
            <a:r>
              <a:rPr sz="2800" spc="-26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click</a:t>
            </a:r>
            <a:r>
              <a:rPr sz="2800" spc="-270" dirty="0">
                <a:latin typeface="Tahoma"/>
                <a:cs typeface="Tahoma"/>
              </a:rPr>
              <a:t> </a:t>
            </a:r>
            <a:r>
              <a:rPr sz="2800" spc="-160" dirty="0">
                <a:latin typeface="Tahoma"/>
                <a:cs typeface="Tahoma"/>
              </a:rPr>
              <a:t>vào</a:t>
            </a:r>
            <a:r>
              <a:rPr sz="2800" spc="-270" dirty="0">
                <a:latin typeface="Tahoma"/>
                <a:cs typeface="Tahoma"/>
              </a:rPr>
              <a:t> </a:t>
            </a:r>
            <a:r>
              <a:rPr sz="2800" spc="-235" dirty="0">
                <a:latin typeface="Tahoma"/>
                <a:cs typeface="Tahoma"/>
              </a:rPr>
              <a:t>&lt;label&gt;</a:t>
            </a:r>
            <a:r>
              <a:rPr sz="2800" spc="-285" dirty="0">
                <a:latin typeface="Tahoma"/>
                <a:cs typeface="Tahoma"/>
              </a:rPr>
              <a:t> </a:t>
            </a:r>
            <a:r>
              <a:rPr sz="2800" spc="-95" dirty="0">
                <a:latin typeface="Tahoma"/>
                <a:cs typeface="Tahoma"/>
              </a:rPr>
              <a:t>thì</a:t>
            </a:r>
            <a:r>
              <a:rPr sz="2800" spc="-270" dirty="0">
                <a:latin typeface="Tahoma"/>
                <a:cs typeface="Tahoma"/>
              </a:rPr>
              <a:t> </a:t>
            </a:r>
            <a:r>
              <a:rPr sz="2800" spc="-65" dirty="0">
                <a:latin typeface="Tahoma"/>
                <a:cs typeface="Tahoma"/>
              </a:rPr>
              <a:t>con</a:t>
            </a:r>
            <a:r>
              <a:rPr sz="2800" spc="-270" dirty="0">
                <a:latin typeface="Tahoma"/>
                <a:cs typeface="Tahoma"/>
              </a:rPr>
              <a:t> </a:t>
            </a:r>
            <a:r>
              <a:rPr sz="2800" spc="-130" dirty="0">
                <a:latin typeface="Tahoma"/>
                <a:cs typeface="Tahoma"/>
              </a:rPr>
              <a:t>trỏ</a:t>
            </a:r>
            <a:r>
              <a:rPr sz="2800" spc="-270" dirty="0">
                <a:latin typeface="Tahoma"/>
                <a:cs typeface="Tahoma"/>
              </a:rPr>
              <a:t> </a:t>
            </a:r>
            <a:r>
              <a:rPr sz="2800" spc="-65" dirty="0">
                <a:latin typeface="Tahoma"/>
                <a:cs typeface="Tahoma"/>
              </a:rPr>
              <a:t>sẽ</a:t>
            </a:r>
            <a:r>
              <a:rPr sz="2800" spc="-265" dirty="0">
                <a:latin typeface="Tahoma"/>
                <a:cs typeface="Tahoma"/>
              </a:rPr>
              <a:t> </a:t>
            </a:r>
            <a:r>
              <a:rPr sz="2800" spc="-145" dirty="0">
                <a:latin typeface="Tahoma"/>
                <a:cs typeface="Tahoma"/>
              </a:rPr>
              <a:t>tự</a:t>
            </a:r>
            <a:r>
              <a:rPr sz="2800" spc="-270" dirty="0">
                <a:latin typeface="Tahoma"/>
                <a:cs typeface="Tahoma"/>
              </a:rPr>
              <a:t> </a:t>
            </a:r>
            <a:r>
              <a:rPr sz="2800" spc="-190" dirty="0">
                <a:latin typeface="Tahoma"/>
                <a:cs typeface="Tahoma"/>
              </a:rPr>
              <a:t>động</a:t>
            </a:r>
            <a:r>
              <a:rPr sz="2800" spc="-270" dirty="0">
                <a:latin typeface="Tahoma"/>
                <a:cs typeface="Tahoma"/>
              </a:rPr>
              <a:t> </a:t>
            </a:r>
            <a:r>
              <a:rPr sz="2800" spc="-75" dirty="0">
                <a:latin typeface="Tahoma"/>
                <a:cs typeface="Tahoma"/>
              </a:rPr>
              <a:t>focus</a:t>
            </a:r>
            <a:r>
              <a:rPr sz="2800" spc="-265" dirty="0">
                <a:latin typeface="Tahoma"/>
                <a:cs typeface="Tahoma"/>
              </a:rPr>
              <a:t> </a:t>
            </a:r>
            <a:r>
              <a:rPr sz="2800" spc="-160" dirty="0">
                <a:latin typeface="Tahoma"/>
                <a:cs typeface="Tahoma"/>
              </a:rPr>
              <a:t>vào</a:t>
            </a:r>
            <a:r>
              <a:rPr sz="2800" spc="-270" dirty="0">
                <a:latin typeface="Tahoma"/>
                <a:cs typeface="Tahoma"/>
              </a:rPr>
              <a:t> </a:t>
            </a:r>
            <a:r>
              <a:rPr sz="2800" spc="-100" dirty="0">
                <a:latin typeface="Tahoma"/>
                <a:cs typeface="Tahoma"/>
              </a:rPr>
              <a:t>ô</a:t>
            </a:r>
            <a:r>
              <a:rPr sz="2800" spc="-265" dirty="0">
                <a:latin typeface="Tahoma"/>
                <a:cs typeface="Tahoma"/>
              </a:rPr>
              <a:t> </a:t>
            </a:r>
            <a:r>
              <a:rPr sz="2800" spc="-114" dirty="0">
                <a:latin typeface="Tahoma"/>
                <a:cs typeface="Tahoma"/>
              </a:rPr>
              <a:t>input</a:t>
            </a:r>
            <a:r>
              <a:rPr sz="2800" spc="-270" dirty="0">
                <a:latin typeface="Tahoma"/>
                <a:cs typeface="Tahoma"/>
              </a:rPr>
              <a:t> </a:t>
            </a:r>
            <a:r>
              <a:rPr sz="2800" spc="-140" dirty="0">
                <a:latin typeface="Tahoma"/>
                <a:cs typeface="Tahoma"/>
              </a:rPr>
              <a:t>đó</a:t>
            </a:r>
            <a:r>
              <a:rPr sz="2800" spc="-270" dirty="0">
                <a:latin typeface="Tahoma"/>
                <a:cs typeface="Tahoma"/>
              </a:rPr>
              <a:t> </a:t>
            </a:r>
            <a:r>
              <a:rPr sz="2800" spc="-180" dirty="0">
                <a:latin typeface="Tahoma"/>
                <a:cs typeface="Tahoma"/>
              </a:rPr>
              <a:t>(Mở</a:t>
            </a:r>
            <a:r>
              <a:rPr sz="2800" spc="-275" dirty="0">
                <a:latin typeface="Tahoma"/>
                <a:cs typeface="Tahoma"/>
              </a:rPr>
              <a:t> </a:t>
            </a:r>
            <a:r>
              <a:rPr sz="2800" spc="-185" dirty="0">
                <a:latin typeface="Tahoma"/>
                <a:cs typeface="Tahoma"/>
              </a:rPr>
              <a:t>rộng</a:t>
            </a:r>
            <a:r>
              <a:rPr sz="2800" spc="-275" dirty="0">
                <a:latin typeface="Tahoma"/>
                <a:cs typeface="Tahoma"/>
              </a:rPr>
              <a:t> </a:t>
            </a:r>
            <a:r>
              <a:rPr sz="2800" spc="-180" dirty="0">
                <a:latin typeface="Tahoma"/>
                <a:cs typeface="Tahoma"/>
              </a:rPr>
              <a:t>ra</a:t>
            </a:r>
            <a:r>
              <a:rPr sz="2800" spc="-265" dirty="0">
                <a:latin typeface="Tahoma"/>
                <a:cs typeface="Tahoma"/>
              </a:rPr>
              <a:t> </a:t>
            </a:r>
            <a:r>
              <a:rPr sz="2800" spc="-20" dirty="0">
                <a:latin typeface="Tahoma"/>
                <a:cs typeface="Tahoma"/>
              </a:rPr>
              <a:t>có</a:t>
            </a:r>
            <a:r>
              <a:rPr sz="2800" spc="-270" dirty="0">
                <a:latin typeface="Tahoma"/>
                <a:cs typeface="Tahoma"/>
              </a:rPr>
              <a:t> </a:t>
            </a:r>
            <a:r>
              <a:rPr sz="2800" spc="-135" dirty="0">
                <a:latin typeface="Tahoma"/>
                <a:cs typeface="Tahoma"/>
              </a:rPr>
              <a:t>thể</a:t>
            </a:r>
            <a:r>
              <a:rPr sz="2800" spc="-265" dirty="0">
                <a:latin typeface="Tahoma"/>
                <a:cs typeface="Tahoma"/>
              </a:rPr>
              <a:t> </a:t>
            </a:r>
            <a:r>
              <a:rPr sz="2800" spc="-120" dirty="0">
                <a:latin typeface="Tahoma"/>
                <a:cs typeface="Tahoma"/>
              </a:rPr>
              <a:t>áp</a:t>
            </a:r>
            <a:r>
              <a:rPr sz="2800" spc="-270" dirty="0">
                <a:latin typeface="Tahoma"/>
                <a:cs typeface="Tahoma"/>
              </a:rPr>
              <a:t> </a:t>
            </a:r>
            <a:r>
              <a:rPr sz="2800" spc="-170" dirty="0">
                <a:latin typeface="Tahoma"/>
                <a:cs typeface="Tahoma"/>
              </a:rPr>
              <a:t>dụng</a:t>
            </a:r>
            <a:r>
              <a:rPr sz="2800" spc="-275" dirty="0">
                <a:latin typeface="Tahoma"/>
                <a:cs typeface="Tahoma"/>
              </a:rPr>
              <a:t> </a:t>
            </a:r>
            <a:r>
              <a:rPr sz="2800" spc="-65" dirty="0">
                <a:latin typeface="Tahoma"/>
                <a:cs typeface="Tahoma"/>
              </a:rPr>
              <a:t>cho</a:t>
            </a:r>
            <a:r>
              <a:rPr sz="2800" spc="-275" dirty="0">
                <a:latin typeface="Tahoma"/>
                <a:cs typeface="Tahoma"/>
              </a:rPr>
              <a:t> </a:t>
            </a:r>
            <a:r>
              <a:rPr sz="2800" spc="-130" dirty="0">
                <a:latin typeface="Tahoma"/>
                <a:cs typeface="Tahoma"/>
              </a:rPr>
              <a:t>một</a:t>
            </a:r>
            <a:r>
              <a:rPr sz="2800" spc="-280" dirty="0">
                <a:latin typeface="Tahoma"/>
                <a:cs typeface="Tahoma"/>
              </a:rPr>
              <a:t> </a:t>
            </a:r>
            <a:r>
              <a:rPr sz="2800" spc="-65" dirty="0">
                <a:latin typeface="Tahoma"/>
                <a:cs typeface="Tahoma"/>
              </a:rPr>
              <a:t>số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spc="-114" dirty="0">
                <a:latin typeface="Tahoma"/>
                <a:cs typeface="Tahoma"/>
              </a:rPr>
              <a:t>kiểu</a:t>
            </a:r>
            <a:r>
              <a:rPr sz="2800" spc="-375" dirty="0">
                <a:latin typeface="Tahoma"/>
                <a:cs typeface="Tahoma"/>
              </a:rPr>
              <a:t> </a:t>
            </a:r>
            <a:r>
              <a:rPr sz="2800" spc="-114" dirty="0">
                <a:latin typeface="Tahoma"/>
                <a:cs typeface="Tahoma"/>
              </a:rPr>
              <a:t>element</a:t>
            </a:r>
            <a:r>
              <a:rPr sz="2800" spc="-390" dirty="0">
                <a:latin typeface="Tahoma"/>
                <a:cs typeface="Tahoma"/>
              </a:rPr>
              <a:t> </a:t>
            </a:r>
            <a:r>
              <a:rPr sz="2800" spc="-120" dirty="0">
                <a:latin typeface="Tahoma"/>
                <a:cs typeface="Tahoma"/>
              </a:rPr>
              <a:t>khác,</a:t>
            </a:r>
            <a:r>
              <a:rPr sz="2800" spc="-385" dirty="0">
                <a:latin typeface="Tahoma"/>
                <a:cs typeface="Tahoma"/>
              </a:rPr>
              <a:t> </a:t>
            </a:r>
            <a:r>
              <a:rPr sz="2800" spc="-170" dirty="0">
                <a:latin typeface="Tahoma"/>
                <a:cs typeface="Tahoma"/>
              </a:rPr>
              <a:t>không</a:t>
            </a:r>
            <a:r>
              <a:rPr sz="2800" spc="-385" dirty="0">
                <a:latin typeface="Tahoma"/>
                <a:cs typeface="Tahoma"/>
              </a:rPr>
              <a:t> </a:t>
            </a:r>
            <a:r>
              <a:rPr sz="2800" spc="-45" dirty="0">
                <a:latin typeface="Tahoma"/>
                <a:cs typeface="Tahoma"/>
              </a:rPr>
              <a:t>chỉ</a:t>
            </a:r>
            <a:r>
              <a:rPr sz="2800" spc="-385" dirty="0">
                <a:latin typeface="Tahoma"/>
                <a:cs typeface="Tahoma"/>
              </a:rPr>
              <a:t> </a:t>
            </a:r>
            <a:r>
              <a:rPr sz="2800" spc="-120" dirty="0">
                <a:latin typeface="Tahoma"/>
                <a:cs typeface="Tahoma"/>
              </a:rPr>
              <a:t>áp</a:t>
            </a:r>
            <a:r>
              <a:rPr sz="2800" spc="-390" dirty="0">
                <a:latin typeface="Tahoma"/>
                <a:cs typeface="Tahoma"/>
              </a:rPr>
              <a:t> </a:t>
            </a:r>
            <a:r>
              <a:rPr sz="2800" spc="-170" dirty="0">
                <a:latin typeface="Tahoma"/>
                <a:cs typeface="Tahoma"/>
              </a:rPr>
              <a:t>dụng</a:t>
            </a:r>
            <a:r>
              <a:rPr sz="2800" spc="-390" dirty="0">
                <a:latin typeface="Tahoma"/>
                <a:cs typeface="Tahoma"/>
              </a:rPr>
              <a:t> </a:t>
            </a:r>
            <a:r>
              <a:rPr sz="2800" spc="-65" dirty="0">
                <a:latin typeface="Tahoma"/>
                <a:cs typeface="Tahoma"/>
              </a:rPr>
              <a:t>cho</a:t>
            </a:r>
            <a:r>
              <a:rPr sz="2800" spc="-380" dirty="0">
                <a:latin typeface="Tahoma"/>
                <a:cs typeface="Tahoma"/>
              </a:rPr>
              <a:t> </a:t>
            </a:r>
            <a:r>
              <a:rPr sz="2800" spc="-140" dirty="0">
                <a:latin typeface="Tahoma"/>
                <a:cs typeface="Tahoma"/>
              </a:rPr>
              <a:t>input).</a:t>
            </a:r>
            <a:endParaRPr sz="2800" spc="-14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484" dirty="0"/>
              <a:t>CHƯƠNG</a:t>
            </a:r>
            <a:r>
              <a:rPr spc="-580" dirty="0"/>
              <a:t> </a:t>
            </a:r>
            <a:r>
              <a:rPr spc="-919" dirty="0"/>
              <a:t>II:</a:t>
            </a:r>
            <a:r>
              <a:rPr spc="-575" dirty="0"/>
              <a:t> </a:t>
            </a:r>
            <a:r>
              <a:rPr spc="-715" dirty="0"/>
              <a:t>HTML</a:t>
            </a:r>
            <a:r>
              <a:rPr spc="-585" dirty="0"/>
              <a:t> </a:t>
            </a:r>
            <a:r>
              <a:rPr spc="-905" dirty="0"/>
              <a:t>&amp;</a:t>
            </a:r>
            <a:r>
              <a:rPr spc="-580" dirty="0"/>
              <a:t> </a:t>
            </a:r>
            <a:r>
              <a:rPr spc="-715" dirty="0"/>
              <a:t>HTML5</a:t>
            </a:r>
            <a:endParaRPr spc="-715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  <p:sp>
        <p:nvSpPr>
          <p:cNvPr id="15" name="object 13"/>
          <p:cNvSpPr txBox="1">
            <a:spLocks noGrp="1"/>
          </p:cNvSpPr>
          <p:nvPr>
            <p:ph type="dt" sz="half" idx="6"/>
          </p:nvPr>
        </p:nvSpPr>
        <p:spPr>
          <a:xfrm>
            <a:off x="601345" y="10674350"/>
            <a:ext cx="5245100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85" dirty="0">
                <a:solidFill>
                  <a:schemeClr val="tx1"/>
                </a:solidFill>
              </a:rPr>
              <a:t>THIẾT </a:t>
            </a:r>
            <a:r>
              <a:rPr spc="-110" dirty="0">
                <a:solidFill>
                  <a:schemeClr val="tx1"/>
                </a:solidFill>
              </a:rPr>
              <a:t>KẾ</a:t>
            </a:r>
            <a:r>
              <a:rPr spc="-190" dirty="0">
                <a:solidFill>
                  <a:schemeClr val="tx1"/>
                </a:solidFill>
              </a:rPr>
              <a:t> </a:t>
            </a:r>
            <a:r>
              <a:rPr spc="-110" dirty="0">
                <a:solidFill>
                  <a:schemeClr val="tx1"/>
                </a:solidFill>
              </a:rPr>
              <a:t>WEB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VÀ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45" dirty="0">
                <a:solidFill>
                  <a:schemeClr val="tx1"/>
                </a:solidFill>
              </a:rPr>
              <a:t>TRIỂN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KHAI</a:t>
            </a:r>
            <a:r>
              <a:rPr spc="-200" dirty="0">
                <a:solidFill>
                  <a:schemeClr val="tx1"/>
                </a:solidFill>
              </a:rPr>
              <a:t> </a:t>
            </a:r>
            <a:r>
              <a:rPr spc="-80" dirty="0">
                <a:solidFill>
                  <a:schemeClr val="tx1"/>
                </a:solidFill>
              </a:rPr>
              <a:t>HỆ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95" dirty="0">
                <a:solidFill>
                  <a:schemeClr val="tx1"/>
                </a:solidFill>
              </a:rPr>
              <a:t>THỐNG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75" dirty="0">
                <a:solidFill>
                  <a:schemeClr val="tx1"/>
                </a:solidFill>
              </a:rPr>
              <a:t>PHẦN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25" dirty="0">
                <a:solidFill>
                  <a:schemeClr val="tx1"/>
                </a:solidFill>
              </a:rPr>
              <a:t>MỀM</a:t>
            </a:r>
            <a:endParaRPr spc="-20" dirty="0">
              <a:solidFill>
                <a:schemeClr val="tx1"/>
              </a:solidFill>
            </a:endParaRPr>
          </a:p>
        </p:txBody>
      </p:sp>
      <p:sp>
        <p:nvSpPr>
          <p:cNvPr id="16" name="object 6"/>
          <p:cNvSpPr/>
          <p:nvPr/>
        </p:nvSpPr>
        <p:spPr>
          <a:xfrm>
            <a:off x="523544" y="10447221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8063A1"/>
            </a:solidFill>
          </a:ln>
        </p:spPr>
        <p:txBody>
          <a:bodyPr wrap="square" lIns="0" tIns="0" rIns="0" bIns="0" rtlCol="0"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71926" y="2201978"/>
            <a:ext cx="9552239" cy="2845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23380" y="2301755"/>
            <a:ext cx="18632805" cy="7802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36750">
              <a:lnSpc>
                <a:spcPct val="100000"/>
              </a:lnSpc>
              <a:spcBef>
                <a:spcPts val="100"/>
              </a:spcBef>
            </a:pPr>
            <a:r>
              <a:rPr sz="3600" b="1" spc="-465" dirty="0">
                <a:latin typeface="Tahoma"/>
                <a:cs typeface="Tahoma"/>
              </a:rPr>
              <a:t>2.4</a:t>
            </a:r>
            <a:r>
              <a:rPr sz="3600" b="1" spc="-500" dirty="0">
                <a:latin typeface="Tahoma"/>
                <a:cs typeface="Tahoma"/>
              </a:rPr>
              <a:t> </a:t>
            </a:r>
            <a:r>
              <a:rPr sz="3600" b="1" spc="-265" dirty="0">
                <a:latin typeface="Tahoma"/>
                <a:cs typeface="Tahoma"/>
              </a:rPr>
              <a:t>Các</a:t>
            </a:r>
            <a:r>
              <a:rPr sz="3600" b="1" spc="-490" dirty="0">
                <a:latin typeface="Tahoma"/>
                <a:cs typeface="Tahoma"/>
              </a:rPr>
              <a:t> </a:t>
            </a:r>
            <a:r>
              <a:rPr sz="3600" b="1" spc="-459" dirty="0">
                <a:latin typeface="Tahoma"/>
                <a:cs typeface="Tahoma"/>
              </a:rPr>
              <a:t>thẻ</a:t>
            </a:r>
            <a:r>
              <a:rPr sz="3600" b="1" spc="-495" dirty="0">
                <a:latin typeface="Tahoma"/>
                <a:cs typeface="Tahoma"/>
              </a:rPr>
              <a:t> </a:t>
            </a:r>
            <a:r>
              <a:rPr sz="3600" b="1" spc="-455" dirty="0">
                <a:latin typeface="Tahoma"/>
                <a:cs typeface="Tahoma"/>
              </a:rPr>
              <a:t>tạo</a:t>
            </a:r>
            <a:r>
              <a:rPr sz="3600" b="1" spc="-495" dirty="0">
                <a:latin typeface="Tahoma"/>
                <a:cs typeface="Tahoma"/>
              </a:rPr>
              <a:t> </a:t>
            </a:r>
            <a:r>
              <a:rPr sz="3600" b="1" spc="-405" dirty="0">
                <a:latin typeface="Tahoma"/>
                <a:cs typeface="Tahoma"/>
              </a:rPr>
              <a:t>biểu</a:t>
            </a:r>
            <a:r>
              <a:rPr sz="3600" b="1" spc="-495" dirty="0">
                <a:latin typeface="Tahoma"/>
                <a:cs typeface="Tahoma"/>
              </a:rPr>
              <a:t> </a:t>
            </a:r>
            <a:r>
              <a:rPr sz="3600" b="1" spc="-550" dirty="0">
                <a:latin typeface="Tahoma"/>
                <a:cs typeface="Tahoma"/>
              </a:rPr>
              <a:t>mẫu</a:t>
            </a:r>
            <a:r>
              <a:rPr sz="3600" b="1" spc="-500" dirty="0">
                <a:latin typeface="Tahoma"/>
                <a:cs typeface="Tahoma"/>
              </a:rPr>
              <a:t> </a:t>
            </a:r>
            <a:r>
              <a:rPr sz="3600" b="1" spc="-520" dirty="0">
                <a:latin typeface="Tahoma"/>
                <a:cs typeface="Tahoma"/>
              </a:rPr>
              <a:t>(forms)</a:t>
            </a:r>
            <a:endParaRPr sz="3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065"/>
              </a:spcBef>
            </a:pPr>
            <a:endParaRPr sz="3600">
              <a:latin typeface="Tahoma"/>
              <a:cs typeface="Tahoma"/>
            </a:endParaRPr>
          </a:p>
          <a:p>
            <a:pPr marL="577850" indent="-565150" algn="just">
              <a:lnSpc>
                <a:spcPct val="100000"/>
              </a:lnSpc>
              <a:spcBef>
                <a:spcPts val="5"/>
              </a:spcBef>
              <a:buSzPts val="1200"/>
              <a:buChar char="•"/>
              <a:tabLst>
                <a:tab pos="577850" algn="l"/>
              </a:tabLst>
            </a:pPr>
            <a:r>
              <a:rPr sz="4800" spc="-325" dirty="0">
                <a:latin typeface="Tahoma"/>
                <a:cs typeface="Tahoma"/>
              </a:rPr>
              <a:t>Những</a:t>
            </a:r>
            <a:r>
              <a:rPr sz="4800" spc="-675" dirty="0">
                <a:latin typeface="Tahoma"/>
                <a:cs typeface="Tahoma"/>
              </a:rPr>
              <a:t> </a:t>
            </a:r>
            <a:r>
              <a:rPr sz="4800" spc="-270" dirty="0">
                <a:latin typeface="Tahoma"/>
                <a:cs typeface="Tahoma"/>
              </a:rPr>
              <a:t>phần</a:t>
            </a:r>
            <a:r>
              <a:rPr sz="4800" spc="-700" dirty="0">
                <a:latin typeface="Tahoma"/>
                <a:cs typeface="Tahoma"/>
              </a:rPr>
              <a:t> </a:t>
            </a:r>
            <a:r>
              <a:rPr sz="4800" spc="-285" dirty="0">
                <a:latin typeface="Tahoma"/>
                <a:cs typeface="Tahoma"/>
              </a:rPr>
              <a:t>tử</a:t>
            </a:r>
            <a:r>
              <a:rPr sz="4800" spc="-680" dirty="0">
                <a:latin typeface="Tahoma"/>
                <a:cs typeface="Tahoma"/>
              </a:rPr>
              <a:t> </a:t>
            </a:r>
            <a:r>
              <a:rPr sz="4800" spc="-335" dirty="0">
                <a:latin typeface="Tahoma"/>
                <a:cs typeface="Tahoma"/>
              </a:rPr>
              <a:t>trong</a:t>
            </a:r>
            <a:r>
              <a:rPr sz="4800" spc="-675" dirty="0">
                <a:latin typeface="Tahoma"/>
                <a:cs typeface="Tahoma"/>
              </a:rPr>
              <a:t> </a:t>
            </a:r>
            <a:r>
              <a:rPr sz="4800" spc="-360" dirty="0">
                <a:latin typeface="Tahoma"/>
                <a:cs typeface="Tahoma"/>
              </a:rPr>
              <a:t>Form:</a:t>
            </a:r>
            <a:endParaRPr sz="4800">
              <a:latin typeface="Tahoma"/>
              <a:cs typeface="Tahoma"/>
            </a:endParaRPr>
          </a:p>
          <a:p>
            <a:pPr marL="1330960" lvl="1" indent="-524510" algn="just">
              <a:lnSpc>
                <a:spcPct val="100000"/>
              </a:lnSpc>
              <a:spcBef>
                <a:spcPts val="1875"/>
              </a:spcBef>
              <a:buSzPct val="25000"/>
              <a:buChar char="•"/>
              <a:tabLst>
                <a:tab pos="1330960" algn="l"/>
              </a:tabLst>
            </a:pPr>
            <a:r>
              <a:rPr sz="4000" spc="-320" dirty="0">
                <a:latin typeface="Tahoma"/>
                <a:cs typeface="Tahoma"/>
              </a:rPr>
              <a:t>&lt;select&gt;</a:t>
            </a:r>
            <a:endParaRPr sz="4000">
              <a:latin typeface="Tahoma"/>
              <a:cs typeface="Tahoma"/>
            </a:endParaRPr>
          </a:p>
          <a:p>
            <a:pPr marL="2085340" lvl="2" indent="-419100" algn="just">
              <a:lnSpc>
                <a:spcPct val="100000"/>
              </a:lnSpc>
              <a:spcBef>
                <a:spcPts val="1630"/>
              </a:spcBef>
              <a:buSzPct val="30000"/>
              <a:buChar char="•"/>
              <a:tabLst>
                <a:tab pos="2084705" algn="l"/>
              </a:tabLst>
            </a:pPr>
            <a:r>
              <a:rPr sz="3600" spc="-130" dirty="0">
                <a:latin typeface="Tahoma"/>
                <a:cs typeface="Tahoma"/>
              </a:rPr>
              <a:t>Hiển</a:t>
            </a:r>
            <a:r>
              <a:rPr sz="3600" spc="-484" dirty="0">
                <a:latin typeface="Tahoma"/>
                <a:cs typeface="Tahoma"/>
              </a:rPr>
              <a:t> </a:t>
            </a:r>
            <a:r>
              <a:rPr sz="3600" spc="-130" dirty="0">
                <a:latin typeface="Tahoma"/>
                <a:cs typeface="Tahoma"/>
              </a:rPr>
              <a:t>thị</a:t>
            </a:r>
            <a:r>
              <a:rPr sz="3600" spc="-484" dirty="0">
                <a:latin typeface="Tahoma"/>
                <a:cs typeface="Tahoma"/>
              </a:rPr>
              <a:t> </a:t>
            </a:r>
            <a:r>
              <a:rPr sz="3600" spc="-250" dirty="0">
                <a:latin typeface="Tahoma"/>
                <a:cs typeface="Tahoma"/>
              </a:rPr>
              <a:t>dạng</a:t>
            </a:r>
            <a:r>
              <a:rPr sz="3600" spc="-500" dirty="0">
                <a:latin typeface="Tahoma"/>
                <a:cs typeface="Tahoma"/>
              </a:rPr>
              <a:t> </a:t>
            </a:r>
            <a:r>
              <a:rPr sz="3600" spc="-185" dirty="0">
                <a:latin typeface="Tahoma"/>
                <a:cs typeface="Tahoma"/>
              </a:rPr>
              <a:t>danh</a:t>
            </a:r>
            <a:r>
              <a:rPr sz="3600" spc="-490" dirty="0">
                <a:latin typeface="Tahoma"/>
                <a:cs typeface="Tahoma"/>
              </a:rPr>
              <a:t> </a:t>
            </a:r>
            <a:r>
              <a:rPr sz="3600" spc="-90" dirty="0">
                <a:latin typeface="Tahoma"/>
                <a:cs typeface="Tahoma"/>
              </a:rPr>
              <a:t>sách</a:t>
            </a:r>
            <a:r>
              <a:rPr sz="3600" spc="-490" dirty="0">
                <a:latin typeface="Tahoma"/>
                <a:cs typeface="Tahoma"/>
              </a:rPr>
              <a:t> </a:t>
            </a:r>
            <a:r>
              <a:rPr sz="3600" spc="-185" dirty="0">
                <a:latin typeface="Tahoma"/>
                <a:cs typeface="Tahoma"/>
              </a:rPr>
              <a:t>thả</a:t>
            </a:r>
            <a:r>
              <a:rPr sz="3600" spc="-490" dirty="0">
                <a:latin typeface="Tahoma"/>
                <a:cs typeface="Tahoma"/>
              </a:rPr>
              <a:t> </a:t>
            </a:r>
            <a:r>
              <a:rPr sz="3600" spc="-275" dirty="0">
                <a:latin typeface="Tahoma"/>
                <a:cs typeface="Tahoma"/>
              </a:rPr>
              <a:t>xuống</a:t>
            </a:r>
            <a:r>
              <a:rPr sz="3600" spc="-490" dirty="0">
                <a:latin typeface="Tahoma"/>
                <a:cs typeface="Tahoma"/>
              </a:rPr>
              <a:t> </a:t>
            </a:r>
            <a:r>
              <a:rPr sz="3600" spc="-105" dirty="0">
                <a:latin typeface="Tahoma"/>
                <a:cs typeface="Tahoma"/>
              </a:rPr>
              <a:t>(dropdown)</a:t>
            </a:r>
            <a:endParaRPr sz="3600">
              <a:latin typeface="Tahoma"/>
              <a:cs typeface="Tahoma"/>
            </a:endParaRPr>
          </a:p>
          <a:p>
            <a:pPr marL="2085340" marR="5080" lvl="2" indent="-419735" algn="just">
              <a:lnSpc>
                <a:spcPts val="6350"/>
              </a:lnSpc>
              <a:spcBef>
                <a:spcPts val="455"/>
              </a:spcBef>
              <a:buSzPct val="30000"/>
              <a:buChar char="•"/>
              <a:tabLst>
                <a:tab pos="2084705" algn="l"/>
              </a:tabLst>
            </a:pPr>
            <a:r>
              <a:rPr sz="3600" dirty="0">
                <a:latin typeface="Tahoma"/>
                <a:cs typeface="Tahoma"/>
              </a:rPr>
              <a:t>Các</a:t>
            </a:r>
            <a:r>
              <a:rPr sz="3600" spc="-320" dirty="0">
                <a:latin typeface="Tahoma"/>
                <a:cs typeface="Tahoma"/>
              </a:rPr>
              <a:t> </a:t>
            </a:r>
            <a:r>
              <a:rPr sz="3600" spc="-265" dirty="0">
                <a:latin typeface="Tahoma"/>
                <a:cs typeface="Tahoma"/>
              </a:rPr>
              <a:t>thẻ</a:t>
            </a:r>
            <a:r>
              <a:rPr sz="3600" spc="-45" dirty="0">
                <a:latin typeface="Tahoma"/>
                <a:cs typeface="Tahoma"/>
              </a:rPr>
              <a:t> </a:t>
            </a:r>
            <a:r>
              <a:rPr sz="3600" spc="-390" dirty="0">
                <a:latin typeface="Tahoma"/>
                <a:cs typeface="Tahoma"/>
              </a:rPr>
              <a:t>&lt;option&gt;</a:t>
            </a:r>
            <a:r>
              <a:rPr sz="3600" spc="75" dirty="0">
                <a:latin typeface="Tahoma"/>
                <a:cs typeface="Tahoma"/>
              </a:rPr>
              <a:t> </a:t>
            </a:r>
            <a:r>
              <a:rPr sz="3600" spc="-235" dirty="0">
                <a:latin typeface="Tahoma"/>
                <a:cs typeface="Tahoma"/>
              </a:rPr>
              <a:t>xác</a:t>
            </a:r>
            <a:r>
              <a:rPr sz="3600" spc="-80" dirty="0">
                <a:latin typeface="Tahoma"/>
                <a:cs typeface="Tahoma"/>
              </a:rPr>
              <a:t> </a:t>
            </a:r>
            <a:r>
              <a:rPr sz="3600" spc="-229" dirty="0">
                <a:latin typeface="Tahoma"/>
                <a:cs typeface="Tahoma"/>
              </a:rPr>
              <a:t>định</a:t>
            </a:r>
            <a:r>
              <a:rPr sz="3600" spc="-90" dirty="0">
                <a:latin typeface="Tahoma"/>
                <a:cs typeface="Tahoma"/>
              </a:rPr>
              <a:t> </a:t>
            </a:r>
            <a:r>
              <a:rPr sz="3600" spc="-280" dirty="0">
                <a:latin typeface="Tahoma"/>
                <a:cs typeface="Tahoma"/>
              </a:rPr>
              <a:t>một</a:t>
            </a:r>
            <a:r>
              <a:rPr sz="3600" spc="-35" dirty="0">
                <a:latin typeface="Tahoma"/>
                <a:cs typeface="Tahoma"/>
              </a:rPr>
              <a:t> </a:t>
            </a:r>
            <a:r>
              <a:rPr sz="3600" spc="-345" dirty="0">
                <a:latin typeface="Tahoma"/>
                <a:cs typeface="Tahoma"/>
              </a:rPr>
              <a:t>tùy</a:t>
            </a:r>
            <a:r>
              <a:rPr sz="3600" spc="30" dirty="0">
                <a:latin typeface="Tahoma"/>
                <a:cs typeface="Tahoma"/>
              </a:rPr>
              <a:t> </a:t>
            </a:r>
            <a:r>
              <a:rPr sz="3600" spc="-175" dirty="0">
                <a:latin typeface="Tahoma"/>
                <a:cs typeface="Tahoma"/>
              </a:rPr>
              <a:t>chọn</a:t>
            </a:r>
            <a:r>
              <a:rPr sz="3600" spc="-140" dirty="0">
                <a:latin typeface="Tahoma"/>
                <a:cs typeface="Tahoma"/>
              </a:rPr>
              <a:t> </a:t>
            </a:r>
            <a:r>
              <a:rPr sz="3600" spc="-75" dirty="0">
                <a:latin typeface="Tahoma"/>
                <a:cs typeface="Tahoma"/>
              </a:rPr>
              <a:t>có</a:t>
            </a:r>
            <a:r>
              <a:rPr sz="3600" spc="-185" dirty="0">
                <a:latin typeface="Tahoma"/>
                <a:cs typeface="Tahoma"/>
              </a:rPr>
              <a:t> </a:t>
            </a:r>
            <a:r>
              <a:rPr sz="3600" spc="-265" dirty="0">
                <a:latin typeface="Tahoma"/>
                <a:cs typeface="Tahoma"/>
              </a:rPr>
              <a:t>thể</a:t>
            </a:r>
            <a:r>
              <a:rPr sz="3600" spc="-50" dirty="0">
                <a:latin typeface="Tahoma"/>
                <a:cs typeface="Tahoma"/>
              </a:rPr>
              <a:t> </a:t>
            </a:r>
            <a:r>
              <a:rPr sz="3600" spc="-210" dirty="0">
                <a:latin typeface="Tahoma"/>
                <a:cs typeface="Tahoma"/>
              </a:rPr>
              <a:t>được</a:t>
            </a:r>
            <a:r>
              <a:rPr sz="3600" spc="-85" dirty="0">
                <a:latin typeface="Tahoma"/>
                <a:cs typeface="Tahoma"/>
              </a:rPr>
              <a:t> </a:t>
            </a:r>
            <a:r>
              <a:rPr sz="3600" spc="-170" dirty="0">
                <a:latin typeface="Tahoma"/>
                <a:cs typeface="Tahoma"/>
              </a:rPr>
              <a:t>chọn.</a:t>
            </a:r>
            <a:r>
              <a:rPr sz="3600" spc="-65" dirty="0">
                <a:latin typeface="Tahoma"/>
                <a:cs typeface="Tahoma"/>
              </a:rPr>
              <a:t> </a:t>
            </a:r>
            <a:r>
              <a:rPr sz="3600" spc="-385" dirty="0">
                <a:latin typeface="Tahoma"/>
                <a:cs typeface="Tahoma"/>
              </a:rPr>
              <a:t>Theo</a:t>
            </a:r>
            <a:r>
              <a:rPr sz="3600" spc="70" dirty="0">
                <a:latin typeface="Tahoma"/>
                <a:cs typeface="Tahoma"/>
              </a:rPr>
              <a:t> </a:t>
            </a:r>
            <a:r>
              <a:rPr sz="3600" spc="-160" dirty="0">
                <a:latin typeface="Tahoma"/>
                <a:cs typeface="Tahoma"/>
              </a:rPr>
              <a:t>mặc</a:t>
            </a:r>
            <a:r>
              <a:rPr sz="3600" spc="-90" dirty="0">
                <a:latin typeface="Tahoma"/>
                <a:cs typeface="Tahoma"/>
              </a:rPr>
              <a:t> </a:t>
            </a:r>
            <a:r>
              <a:rPr sz="3600" spc="-235" dirty="0">
                <a:latin typeface="Tahoma"/>
                <a:cs typeface="Tahoma"/>
              </a:rPr>
              <a:t>định,</a:t>
            </a:r>
            <a:r>
              <a:rPr sz="3600" spc="-65" dirty="0">
                <a:latin typeface="Tahoma"/>
                <a:cs typeface="Tahoma"/>
              </a:rPr>
              <a:t> </a:t>
            </a:r>
            <a:r>
              <a:rPr sz="3600" spc="-25" dirty="0">
                <a:latin typeface="Tahoma"/>
                <a:cs typeface="Tahoma"/>
              </a:rPr>
              <a:t>mục </a:t>
            </a:r>
            <a:r>
              <a:rPr sz="3600" spc="-375" dirty="0">
                <a:latin typeface="Tahoma"/>
                <a:cs typeface="Tahoma"/>
              </a:rPr>
              <a:t>đầu</a:t>
            </a:r>
            <a:r>
              <a:rPr sz="3600" spc="50" dirty="0">
                <a:latin typeface="Tahoma"/>
                <a:cs typeface="Tahoma"/>
              </a:rPr>
              <a:t> </a:t>
            </a:r>
            <a:r>
              <a:rPr sz="3600" spc="-225" dirty="0">
                <a:latin typeface="Tahoma"/>
                <a:cs typeface="Tahoma"/>
              </a:rPr>
              <a:t>tiên</a:t>
            </a:r>
            <a:r>
              <a:rPr sz="3600" spc="-90" dirty="0">
                <a:latin typeface="Tahoma"/>
                <a:cs typeface="Tahoma"/>
              </a:rPr>
              <a:t> </a:t>
            </a:r>
            <a:r>
              <a:rPr sz="3600" spc="-345" dirty="0">
                <a:latin typeface="Tahoma"/>
                <a:cs typeface="Tahoma"/>
              </a:rPr>
              <a:t>trong</a:t>
            </a:r>
            <a:r>
              <a:rPr sz="3600" spc="30" dirty="0">
                <a:latin typeface="Tahoma"/>
                <a:cs typeface="Tahoma"/>
              </a:rPr>
              <a:t> </a:t>
            </a:r>
            <a:r>
              <a:rPr sz="3600" spc="-285" dirty="0">
                <a:latin typeface="Tahoma"/>
                <a:cs typeface="Tahoma"/>
              </a:rPr>
              <a:t>danh</a:t>
            </a:r>
            <a:r>
              <a:rPr sz="3600" spc="-30" dirty="0">
                <a:latin typeface="Tahoma"/>
                <a:cs typeface="Tahoma"/>
              </a:rPr>
              <a:t> </a:t>
            </a:r>
            <a:r>
              <a:rPr sz="3600" spc="-165" dirty="0">
                <a:latin typeface="Tahoma"/>
                <a:cs typeface="Tahoma"/>
              </a:rPr>
              <a:t>sách</a:t>
            </a:r>
            <a:r>
              <a:rPr sz="3600" spc="-155" dirty="0">
                <a:latin typeface="Tahoma"/>
                <a:cs typeface="Tahoma"/>
              </a:rPr>
              <a:t> </a:t>
            </a:r>
            <a:r>
              <a:rPr sz="3600" spc="-335" dirty="0">
                <a:latin typeface="Tahoma"/>
                <a:cs typeface="Tahoma"/>
              </a:rPr>
              <a:t>thả</a:t>
            </a:r>
            <a:r>
              <a:rPr sz="3600" spc="20" dirty="0">
                <a:latin typeface="Tahoma"/>
                <a:cs typeface="Tahoma"/>
              </a:rPr>
              <a:t> </a:t>
            </a:r>
            <a:r>
              <a:rPr sz="3600" spc="-380" dirty="0">
                <a:latin typeface="Tahoma"/>
                <a:cs typeface="Tahoma"/>
              </a:rPr>
              <a:t>xuống</a:t>
            </a:r>
            <a:r>
              <a:rPr sz="3600" spc="65" dirty="0">
                <a:latin typeface="Tahoma"/>
                <a:cs typeface="Tahoma"/>
              </a:rPr>
              <a:t> </a:t>
            </a:r>
            <a:r>
              <a:rPr sz="3600" spc="-335" dirty="0">
                <a:latin typeface="Tahoma"/>
                <a:cs typeface="Tahoma"/>
              </a:rPr>
              <a:t>sẽ</a:t>
            </a:r>
            <a:r>
              <a:rPr sz="3600" spc="20" dirty="0">
                <a:latin typeface="Tahoma"/>
                <a:cs typeface="Tahoma"/>
              </a:rPr>
              <a:t> </a:t>
            </a:r>
            <a:r>
              <a:rPr sz="3600" spc="-254" dirty="0">
                <a:latin typeface="Tahoma"/>
                <a:cs typeface="Tahoma"/>
              </a:rPr>
              <a:t>được</a:t>
            </a:r>
            <a:r>
              <a:rPr sz="3600" spc="-60" dirty="0">
                <a:latin typeface="Tahoma"/>
                <a:cs typeface="Tahoma"/>
              </a:rPr>
              <a:t> </a:t>
            </a:r>
            <a:r>
              <a:rPr sz="3600" spc="-210" dirty="0">
                <a:latin typeface="Tahoma"/>
                <a:cs typeface="Tahoma"/>
              </a:rPr>
              <a:t>chọn.</a:t>
            </a:r>
            <a:r>
              <a:rPr sz="3600" spc="-105" dirty="0">
                <a:latin typeface="Tahoma"/>
                <a:cs typeface="Tahoma"/>
              </a:rPr>
              <a:t> </a:t>
            </a:r>
            <a:r>
              <a:rPr sz="3600" spc="-590" dirty="0">
                <a:latin typeface="Tahoma"/>
                <a:cs typeface="Tahoma"/>
              </a:rPr>
              <a:t>Để</a:t>
            </a:r>
            <a:r>
              <a:rPr sz="3600" spc="275" dirty="0">
                <a:latin typeface="Tahoma"/>
                <a:cs typeface="Tahoma"/>
              </a:rPr>
              <a:t> </a:t>
            </a:r>
            <a:r>
              <a:rPr sz="3600" spc="-345" dirty="0">
                <a:latin typeface="Tahoma"/>
                <a:cs typeface="Tahoma"/>
              </a:rPr>
              <a:t>thay</a:t>
            </a:r>
            <a:r>
              <a:rPr sz="3600" spc="30" dirty="0">
                <a:latin typeface="Tahoma"/>
                <a:cs typeface="Tahoma"/>
              </a:rPr>
              <a:t> </a:t>
            </a:r>
            <a:r>
              <a:rPr sz="3600" spc="-295" dirty="0">
                <a:latin typeface="Tahoma"/>
                <a:cs typeface="Tahoma"/>
              </a:rPr>
              <a:t>đổi</a:t>
            </a:r>
            <a:r>
              <a:rPr sz="3600" spc="-25" dirty="0">
                <a:latin typeface="Tahoma"/>
                <a:cs typeface="Tahoma"/>
              </a:rPr>
              <a:t> </a:t>
            </a:r>
            <a:r>
              <a:rPr sz="3600" spc="-225" dirty="0">
                <a:latin typeface="Tahoma"/>
                <a:cs typeface="Tahoma"/>
              </a:rPr>
              <a:t>mặc</a:t>
            </a:r>
            <a:r>
              <a:rPr sz="3600" spc="-45" dirty="0">
                <a:latin typeface="Tahoma"/>
                <a:cs typeface="Tahoma"/>
              </a:rPr>
              <a:t> </a:t>
            </a:r>
            <a:r>
              <a:rPr sz="3600" spc="-275" dirty="0">
                <a:latin typeface="Tahoma"/>
                <a:cs typeface="Tahoma"/>
              </a:rPr>
              <a:t>định</a:t>
            </a:r>
            <a:r>
              <a:rPr sz="3600" spc="15" dirty="0">
                <a:latin typeface="Tahoma"/>
                <a:cs typeface="Tahoma"/>
              </a:rPr>
              <a:t> </a:t>
            </a:r>
            <a:r>
              <a:rPr sz="3600" spc="-240" dirty="0">
                <a:latin typeface="Tahoma"/>
                <a:cs typeface="Tahoma"/>
              </a:rPr>
              <a:t>lựa</a:t>
            </a:r>
            <a:r>
              <a:rPr sz="3600" spc="15" dirty="0">
                <a:latin typeface="Tahoma"/>
                <a:cs typeface="Tahoma"/>
              </a:rPr>
              <a:t> </a:t>
            </a:r>
            <a:r>
              <a:rPr sz="3600" spc="-20" dirty="0">
                <a:latin typeface="Tahoma"/>
                <a:cs typeface="Tahoma"/>
              </a:rPr>
              <a:t>chọn </a:t>
            </a:r>
            <a:r>
              <a:rPr sz="3600" spc="-130" dirty="0">
                <a:latin typeface="Tahoma"/>
                <a:cs typeface="Tahoma"/>
              </a:rPr>
              <a:t>thì</a:t>
            </a:r>
            <a:r>
              <a:rPr sz="3600" spc="-480" dirty="0">
                <a:latin typeface="Tahoma"/>
                <a:cs typeface="Tahoma"/>
              </a:rPr>
              <a:t> </a:t>
            </a:r>
            <a:r>
              <a:rPr sz="3600" spc="-195" dirty="0">
                <a:latin typeface="Tahoma"/>
                <a:cs typeface="Tahoma"/>
              </a:rPr>
              <a:t>thêm</a:t>
            </a:r>
            <a:r>
              <a:rPr sz="3600" spc="-475" dirty="0">
                <a:latin typeface="Tahoma"/>
                <a:cs typeface="Tahoma"/>
              </a:rPr>
              <a:t> </a:t>
            </a:r>
            <a:r>
              <a:rPr sz="3600" spc="-145" dirty="0">
                <a:latin typeface="Tahoma"/>
                <a:cs typeface="Tahoma"/>
              </a:rPr>
              <a:t>thuộc</a:t>
            </a:r>
            <a:r>
              <a:rPr sz="3600" spc="-490" dirty="0">
                <a:latin typeface="Tahoma"/>
                <a:cs typeface="Tahoma"/>
              </a:rPr>
              <a:t> </a:t>
            </a:r>
            <a:r>
              <a:rPr sz="3600" spc="-160" dirty="0">
                <a:latin typeface="Tahoma"/>
                <a:cs typeface="Tahoma"/>
              </a:rPr>
              <a:t>tính</a:t>
            </a:r>
            <a:r>
              <a:rPr sz="3600" spc="-650" dirty="0">
                <a:latin typeface="Tahoma"/>
                <a:cs typeface="Tahoma"/>
              </a:rPr>
              <a:t> </a:t>
            </a:r>
            <a:r>
              <a:rPr sz="3600" spc="-75" dirty="0">
                <a:latin typeface="Tahoma"/>
                <a:cs typeface="Tahoma"/>
              </a:rPr>
              <a:t>“selected”</a:t>
            </a:r>
            <a:r>
              <a:rPr sz="3600" spc="-640" dirty="0">
                <a:latin typeface="Tahoma"/>
                <a:cs typeface="Tahoma"/>
              </a:rPr>
              <a:t> </a:t>
            </a:r>
            <a:r>
              <a:rPr sz="3600" spc="-220" dirty="0">
                <a:latin typeface="Tahoma"/>
                <a:cs typeface="Tahoma"/>
              </a:rPr>
              <a:t>vào</a:t>
            </a:r>
            <a:r>
              <a:rPr sz="3600" spc="-475" dirty="0">
                <a:latin typeface="Tahoma"/>
                <a:cs typeface="Tahoma"/>
              </a:rPr>
              <a:t> </a:t>
            </a:r>
            <a:r>
              <a:rPr sz="3600" spc="-345" dirty="0">
                <a:latin typeface="Tahoma"/>
                <a:cs typeface="Tahoma"/>
              </a:rPr>
              <a:t>&lt;option&gt;</a:t>
            </a:r>
            <a:r>
              <a:rPr sz="3600" spc="-475" dirty="0">
                <a:latin typeface="Tahoma"/>
                <a:cs typeface="Tahoma"/>
              </a:rPr>
              <a:t> </a:t>
            </a:r>
            <a:r>
              <a:rPr sz="3600" spc="-210" dirty="0">
                <a:latin typeface="Tahoma"/>
                <a:cs typeface="Tahoma"/>
              </a:rPr>
              <a:t>muốn</a:t>
            </a:r>
            <a:r>
              <a:rPr sz="3600" spc="-490" dirty="0">
                <a:latin typeface="Tahoma"/>
                <a:cs typeface="Tahoma"/>
              </a:rPr>
              <a:t> </a:t>
            </a:r>
            <a:r>
              <a:rPr sz="3600" spc="-135" dirty="0">
                <a:latin typeface="Tahoma"/>
                <a:cs typeface="Tahoma"/>
              </a:rPr>
              <a:t>chọn</a:t>
            </a:r>
            <a:r>
              <a:rPr sz="3600" spc="-480" dirty="0">
                <a:latin typeface="Tahoma"/>
                <a:cs typeface="Tahoma"/>
              </a:rPr>
              <a:t> </a:t>
            </a:r>
            <a:r>
              <a:rPr sz="3600" spc="-105" dirty="0">
                <a:latin typeface="Tahoma"/>
                <a:cs typeface="Tahoma"/>
              </a:rPr>
              <a:t>mặc</a:t>
            </a:r>
            <a:r>
              <a:rPr sz="3600" spc="-480" dirty="0">
                <a:latin typeface="Tahoma"/>
                <a:cs typeface="Tahoma"/>
              </a:rPr>
              <a:t> </a:t>
            </a:r>
            <a:r>
              <a:rPr sz="3600" spc="-20" dirty="0">
                <a:latin typeface="Tahoma"/>
                <a:cs typeface="Tahoma"/>
              </a:rPr>
              <a:t>định.</a:t>
            </a:r>
            <a:endParaRPr sz="3600">
              <a:latin typeface="Tahoma"/>
              <a:cs typeface="Tahoma"/>
            </a:endParaRPr>
          </a:p>
          <a:p>
            <a:pPr marL="2085340" lvl="2" indent="-419100" algn="just">
              <a:lnSpc>
                <a:spcPct val="100000"/>
              </a:lnSpc>
              <a:spcBef>
                <a:spcPts val="1015"/>
              </a:spcBef>
              <a:buSzPct val="30000"/>
              <a:buChar char="•"/>
              <a:tabLst>
                <a:tab pos="2084705" algn="l"/>
              </a:tabLst>
            </a:pPr>
            <a:r>
              <a:rPr sz="3600" spc="-200" dirty="0">
                <a:latin typeface="Tahoma"/>
                <a:cs typeface="Tahoma"/>
              </a:rPr>
              <a:t>Sử</a:t>
            </a:r>
            <a:r>
              <a:rPr sz="3600" spc="-484" dirty="0">
                <a:latin typeface="Tahoma"/>
                <a:cs typeface="Tahoma"/>
              </a:rPr>
              <a:t> </a:t>
            </a:r>
            <a:r>
              <a:rPr sz="3600" spc="-254" dirty="0">
                <a:latin typeface="Tahoma"/>
                <a:cs typeface="Tahoma"/>
              </a:rPr>
              <a:t>dụng</a:t>
            </a:r>
            <a:r>
              <a:rPr sz="3600" spc="-495" dirty="0">
                <a:latin typeface="Tahoma"/>
                <a:cs typeface="Tahoma"/>
              </a:rPr>
              <a:t> </a:t>
            </a:r>
            <a:r>
              <a:rPr sz="3600" spc="-145" dirty="0">
                <a:latin typeface="Tahoma"/>
                <a:cs typeface="Tahoma"/>
              </a:rPr>
              <a:t>thuộc</a:t>
            </a:r>
            <a:r>
              <a:rPr sz="3600" spc="-490" dirty="0">
                <a:latin typeface="Tahoma"/>
                <a:cs typeface="Tahoma"/>
              </a:rPr>
              <a:t> </a:t>
            </a:r>
            <a:r>
              <a:rPr sz="3600" spc="-160" dirty="0">
                <a:latin typeface="Tahoma"/>
                <a:cs typeface="Tahoma"/>
              </a:rPr>
              <a:t>tính</a:t>
            </a:r>
            <a:r>
              <a:rPr sz="3600" spc="-490" dirty="0">
                <a:latin typeface="Tahoma"/>
                <a:cs typeface="Tahoma"/>
              </a:rPr>
              <a:t> </a:t>
            </a:r>
            <a:r>
              <a:rPr sz="3600" spc="-125" dirty="0">
                <a:latin typeface="Tahoma"/>
                <a:cs typeface="Tahoma"/>
              </a:rPr>
              <a:t>size</a:t>
            </a:r>
            <a:r>
              <a:rPr sz="3600" spc="-484" dirty="0">
                <a:latin typeface="Tahoma"/>
                <a:cs typeface="Tahoma"/>
              </a:rPr>
              <a:t> </a:t>
            </a:r>
            <a:r>
              <a:rPr sz="3600" spc="-210" dirty="0">
                <a:latin typeface="Tahoma"/>
                <a:cs typeface="Tahoma"/>
              </a:rPr>
              <a:t>để</a:t>
            </a:r>
            <a:r>
              <a:rPr sz="3600" spc="-484" dirty="0">
                <a:latin typeface="Tahoma"/>
                <a:cs typeface="Tahoma"/>
              </a:rPr>
              <a:t> </a:t>
            </a:r>
            <a:r>
              <a:rPr sz="3600" spc="-60" dirty="0">
                <a:latin typeface="Tahoma"/>
                <a:cs typeface="Tahoma"/>
              </a:rPr>
              <a:t>chỉ</a:t>
            </a:r>
            <a:r>
              <a:rPr sz="3600" spc="-475" dirty="0">
                <a:latin typeface="Tahoma"/>
                <a:cs typeface="Tahoma"/>
              </a:rPr>
              <a:t> </a:t>
            </a:r>
            <a:r>
              <a:rPr sz="3600" spc="-180" dirty="0">
                <a:latin typeface="Tahoma"/>
                <a:cs typeface="Tahoma"/>
              </a:rPr>
              <a:t>định</a:t>
            </a:r>
            <a:r>
              <a:rPr sz="3600" spc="-484" dirty="0">
                <a:latin typeface="Tahoma"/>
                <a:cs typeface="Tahoma"/>
              </a:rPr>
              <a:t> </a:t>
            </a:r>
            <a:r>
              <a:rPr sz="3600" spc="-90" dirty="0">
                <a:latin typeface="Tahoma"/>
                <a:cs typeface="Tahoma"/>
              </a:rPr>
              <a:t>số</a:t>
            </a:r>
            <a:r>
              <a:rPr sz="3600" spc="-480" dirty="0">
                <a:latin typeface="Tahoma"/>
                <a:cs typeface="Tahoma"/>
              </a:rPr>
              <a:t> </a:t>
            </a:r>
            <a:r>
              <a:rPr sz="3600" spc="-210" dirty="0">
                <a:latin typeface="Tahoma"/>
                <a:cs typeface="Tahoma"/>
              </a:rPr>
              <a:t>lượng</a:t>
            </a:r>
            <a:r>
              <a:rPr sz="3600" spc="-495" dirty="0">
                <a:latin typeface="Tahoma"/>
                <a:cs typeface="Tahoma"/>
              </a:rPr>
              <a:t> </a:t>
            </a:r>
            <a:r>
              <a:rPr sz="3600" spc="-204" dirty="0">
                <a:latin typeface="Tahoma"/>
                <a:cs typeface="Tahoma"/>
              </a:rPr>
              <a:t>giá</a:t>
            </a:r>
            <a:r>
              <a:rPr sz="3600" spc="-484" dirty="0">
                <a:latin typeface="Tahoma"/>
                <a:cs typeface="Tahoma"/>
              </a:rPr>
              <a:t> </a:t>
            </a:r>
            <a:r>
              <a:rPr sz="3600" spc="-130" dirty="0">
                <a:latin typeface="Tahoma"/>
                <a:cs typeface="Tahoma"/>
              </a:rPr>
              <a:t>trị</a:t>
            </a:r>
            <a:r>
              <a:rPr sz="3600" spc="-484" dirty="0">
                <a:latin typeface="Tahoma"/>
                <a:cs typeface="Tahoma"/>
              </a:rPr>
              <a:t> </a:t>
            </a:r>
            <a:r>
              <a:rPr sz="3600" spc="-160" dirty="0">
                <a:latin typeface="Tahoma"/>
                <a:cs typeface="Tahoma"/>
              </a:rPr>
              <a:t>hiển</a:t>
            </a:r>
            <a:r>
              <a:rPr sz="3600" spc="-480" dirty="0">
                <a:latin typeface="Tahoma"/>
                <a:cs typeface="Tahoma"/>
              </a:rPr>
              <a:t> </a:t>
            </a:r>
            <a:r>
              <a:rPr sz="3600" spc="-20" dirty="0">
                <a:latin typeface="Tahoma"/>
                <a:cs typeface="Tahoma"/>
              </a:rPr>
              <a:t>thị.</a:t>
            </a:r>
            <a:endParaRPr sz="3600">
              <a:latin typeface="Tahoma"/>
              <a:cs typeface="Tahoma"/>
            </a:endParaRPr>
          </a:p>
          <a:p>
            <a:pPr marL="2085340" lvl="2" indent="-419100" algn="just">
              <a:lnSpc>
                <a:spcPct val="100000"/>
              </a:lnSpc>
              <a:spcBef>
                <a:spcPts val="1490"/>
              </a:spcBef>
              <a:buSzPct val="30000"/>
              <a:buChar char="•"/>
              <a:tabLst>
                <a:tab pos="2084705" algn="l"/>
              </a:tabLst>
            </a:pPr>
            <a:r>
              <a:rPr sz="3600" spc="-200" dirty="0">
                <a:latin typeface="Tahoma"/>
                <a:cs typeface="Tahoma"/>
              </a:rPr>
              <a:t>Sử</a:t>
            </a:r>
            <a:r>
              <a:rPr sz="3600" spc="-475" dirty="0">
                <a:latin typeface="Tahoma"/>
                <a:cs typeface="Tahoma"/>
              </a:rPr>
              <a:t> </a:t>
            </a:r>
            <a:r>
              <a:rPr sz="3600" spc="-254" dirty="0">
                <a:latin typeface="Tahoma"/>
                <a:cs typeface="Tahoma"/>
              </a:rPr>
              <a:t>dụng</a:t>
            </a:r>
            <a:r>
              <a:rPr sz="3600" spc="-490" dirty="0">
                <a:latin typeface="Tahoma"/>
                <a:cs typeface="Tahoma"/>
              </a:rPr>
              <a:t> </a:t>
            </a:r>
            <a:r>
              <a:rPr sz="3600" spc="-145" dirty="0">
                <a:latin typeface="Tahoma"/>
                <a:cs typeface="Tahoma"/>
              </a:rPr>
              <a:t>thuộc</a:t>
            </a:r>
            <a:r>
              <a:rPr sz="3600" spc="-484" dirty="0">
                <a:latin typeface="Tahoma"/>
                <a:cs typeface="Tahoma"/>
              </a:rPr>
              <a:t> </a:t>
            </a:r>
            <a:r>
              <a:rPr sz="3600" spc="-160" dirty="0">
                <a:latin typeface="Tahoma"/>
                <a:cs typeface="Tahoma"/>
              </a:rPr>
              <a:t>tính</a:t>
            </a:r>
            <a:r>
              <a:rPr sz="3600" spc="-650" dirty="0">
                <a:latin typeface="Tahoma"/>
                <a:cs typeface="Tahoma"/>
              </a:rPr>
              <a:t> </a:t>
            </a:r>
            <a:r>
              <a:rPr sz="3600" spc="-65" dirty="0">
                <a:latin typeface="Tahoma"/>
                <a:cs typeface="Tahoma"/>
              </a:rPr>
              <a:t>“multiple”</a:t>
            </a:r>
            <a:r>
              <a:rPr sz="3600" spc="-645" dirty="0">
                <a:latin typeface="Tahoma"/>
                <a:cs typeface="Tahoma"/>
              </a:rPr>
              <a:t> </a:t>
            </a:r>
            <a:r>
              <a:rPr sz="3600" spc="-210" dirty="0">
                <a:latin typeface="Tahoma"/>
                <a:cs typeface="Tahoma"/>
              </a:rPr>
              <a:t>để</a:t>
            </a:r>
            <a:r>
              <a:rPr sz="3600" spc="-480" dirty="0">
                <a:latin typeface="Tahoma"/>
                <a:cs typeface="Tahoma"/>
              </a:rPr>
              <a:t> </a:t>
            </a:r>
            <a:r>
              <a:rPr sz="3600" spc="-114" dirty="0">
                <a:latin typeface="Tahoma"/>
                <a:cs typeface="Tahoma"/>
              </a:rPr>
              <a:t>cho</a:t>
            </a:r>
            <a:r>
              <a:rPr sz="3600" spc="-470" dirty="0">
                <a:latin typeface="Tahoma"/>
                <a:cs typeface="Tahoma"/>
              </a:rPr>
              <a:t> </a:t>
            </a:r>
            <a:r>
              <a:rPr sz="3600" spc="-190" dirty="0">
                <a:latin typeface="Tahoma"/>
                <a:cs typeface="Tahoma"/>
              </a:rPr>
              <a:t>phép</a:t>
            </a:r>
            <a:r>
              <a:rPr sz="3600" spc="-490" dirty="0">
                <a:latin typeface="Tahoma"/>
                <a:cs typeface="Tahoma"/>
              </a:rPr>
              <a:t> </a:t>
            </a:r>
            <a:r>
              <a:rPr sz="3600" spc="-215" dirty="0">
                <a:latin typeface="Tahoma"/>
                <a:cs typeface="Tahoma"/>
              </a:rPr>
              <a:t>người</a:t>
            </a:r>
            <a:r>
              <a:rPr sz="3600" spc="-475" dirty="0">
                <a:latin typeface="Tahoma"/>
                <a:cs typeface="Tahoma"/>
              </a:rPr>
              <a:t> </a:t>
            </a:r>
            <a:r>
              <a:rPr sz="3600" spc="-254" dirty="0">
                <a:latin typeface="Tahoma"/>
                <a:cs typeface="Tahoma"/>
              </a:rPr>
              <a:t>dùng</a:t>
            </a:r>
            <a:r>
              <a:rPr sz="3600" spc="-484" dirty="0">
                <a:latin typeface="Tahoma"/>
                <a:cs typeface="Tahoma"/>
              </a:rPr>
              <a:t> </a:t>
            </a:r>
            <a:r>
              <a:rPr sz="3600" spc="-135" dirty="0">
                <a:latin typeface="Tahoma"/>
                <a:cs typeface="Tahoma"/>
              </a:rPr>
              <a:t>chọn</a:t>
            </a:r>
            <a:r>
              <a:rPr sz="3600" spc="-480" dirty="0">
                <a:latin typeface="Tahoma"/>
                <a:cs typeface="Tahoma"/>
              </a:rPr>
              <a:t> </a:t>
            </a:r>
            <a:r>
              <a:rPr sz="3600" spc="-170" dirty="0">
                <a:latin typeface="Tahoma"/>
                <a:cs typeface="Tahoma"/>
              </a:rPr>
              <a:t>nhiều</a:t>
            </a:r>
            <a:r>
              <a:rPr sz="3600" spc="-475" dirty="0">
                <a:latin typeface="Tahoma"/>
                <a:cs typeface="Tahoma"/>
              </a:rPr>
              <a:t> </a:t>
            </a:r>
            <a:r>
              <a:rPr sz="3600" spc="-204" dirty="0">
                <a:latin typeface="Tahoma"/>
                <a:cs typeface="Tahoma"/>
              </a:rPr>
              <a:t>giá</a:t>
            </a:r>
            <a:r>
              <a:rPr sz="3600" spc="-475" dirty="0">
                <a:latin typeface="Tahoma"/>
                <a:cs typeface="Tahoma"/>
              </a:rPr>
              <a:t> </a:t>
            </a:r>
            <a:r>
              <a:rPr sz="3600" spc="-20" dirty="0">
                <a:latin typeface="Tahoma"/>
                <a:cs typeface="Tahoma"/>
              </a:rPr>
              <a:t>trị.</a:t>
            </a:r>
            <a:endParaRPr sz="3600" spc="-2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484" dirty="0"/>
              <a:t>CHƯƠNG</a:t>
            </a:r>
            <a:r>
              <a:rPr spc="-580" dirty="0"/>
              <a:t> </a:t>
            </a:r>
            <a:r>
              <a:rPr spc="-919" dirty="0"/>
              <a:t>II:</a:t>
            </a:r>
            <a:r>
              <a:rPr spc="-575" dirty="0"/>
              <a:t> </a:t>
            </a:r>
            <a:r>
              <a:rPr spc="-715" dirty="0"/>
              <a:t>HTML</a:t>
            </a:r>
            <a:r>
              <a:rPr spc="-585" dirty="0"/>
              <a:t> </a:t>
            </a:r>
            <a:r>
              <a:rPr spc="-905" dirty="0"/>
              <a:t>&amp;</a:t>
            </a:r>
            <a:r>
              <a:rPr spc="-580" dirty="0"/>
              <a:t> </a:t>
            </a:r>
            <a:r>
              <a:rPr spc="-715" dirty="0"/>
              <a:t>HTML5</a:t>
            </a:r>
            <a:endParaRPr spc="-715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  <p:sp>
        <p:nvSpPr>
          <p:cNvPr id="15" name="object 13"/>
          <p:cNvSpPr txBox="1">
            <a:spLocks noGrp="1"/>
          </p:cNvSpPr>
          <p:nvPr>
            <p:ph type="dt" sz="half" idx="6"/>
          </p:nvPr>
        </p:nvSpPr>
        <p:spPr>
          <a:xfrm>
            <a:off x="601345" y="10674350"/>
            <a:ext cx="5245100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85" dirty="0">
                <a:solidFill>
                  <a:schemeClr val="tx1"/>
                </a:solidFill>
              </a:rPr>
              <a:t>THIẾT </a:t>
            </a:r>
            <a:r>
              <a:rPr spc="-110" dirty="0">
                <a:solidFill>
                  <a:schemeClr val="tx1"/>
                </a:solidFill>
              </a:rPr>
              <a:t>KẾ</a:t>
            </a:r>
            <a:r>
              <a:rPr spc="-190" dirty="0">
                <a:solidFill>
                  <a:schemeClr val="tx1"/>
                </a:solidFill>
              </a:rPr>
              <a:t> </a:t>
            </a:r>
            <a:r>
              <a:rPr spc="-110" dirty="0">
                <a:solidFill>
                  <a:schemeClr val="tx1"/>
                </a:solidFill>
              </a:rPr>
              <a:t>WEB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VÀ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45" dirty="0">
                <a:solidFill>
                  <a:schemeClr val="tx1"/>
                </a:solidFill>
              </a:rPr>
              <a:t>TRIỂN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KHAI</a:t>
            </a:r>
            <a:r>
              <a:rPr spc="-200" dirty="0">
                <a:solidFill>
                  <a:schemeClr val="tx1"/>
                </a:solidFill>
              </a:rPr>
              <a:t> </a:t>
            </a:r>
            <a:r>
              <a:rPr spc="-80" dirty="0">
                <a:solidFill>
                  <a:schemeClr val="tx1"/>
                </a:solidFill>
              </a:rPr>
              <a:t>HỆ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95" dirty="0">
                <a:solidFill>
                  <a:schemeClr val="tx1"/>
                </a:solidFill>
              </a:rPr>
              <a:t>THỐNG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75" dirty="0">
                <a:solidFill>
                  <a:schemeClr val="tx1"/>
                </a:solidFill>
              </a:rPr>
              <a:t>PHẦN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25" dirty="0">
                <a:solidFill>
                  <a:schemeClr val="tx1"/>
                </a:solidFill>
              </a:rPr>
              <a:t>MỀM</a:t>
            </a:r>
            <a:endParaRPr spc="-20" dirty="0">
              <a:solidFill>
                <a:schemeClr val="tx1"/>
              </a:solidFill>
            </a:endParaRPr>
          </a:p>
        </p:txBody>
      </p:sp>
      <p:sp>
        <p:nvSpPr>
          <p:cNvPr id="16" name="object 6"/>
          <p:cNvSpPr/>
          <p:nvPr/>
        </p:nvSpPr>
        <p:spPr>
          <a:xfrm>
            <a:off x="523544" y="10447221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8063A1"/>
            </a:solidFill>
          </a:ln>
        </p:spPr>
        <p:txBody>
          <a:bodyPr wrap="square" lIns="0" tIns="0" rIns="0" bIns="0" rtlCol="0"/>
          <a:p/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71926" y="2201978"/>
            <a:ext cx="9552239" cy="2845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79450" y="2360930"/>
            <a:ext cx="16144875" cy="8079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36750">
              <a:lnSpc>
                <a:spcPct val="100000"/>
              </a:lnSpc>
              <a:spcBef>
                <a:spcPts val="100"/>
              </a:spcBef>
            </a:pPr>
            <a:r>
              <a:rPr sz="4000" b="1" spc="-465" dirty="0">
                <a:latin typeface="Tahoma"/>
                <a:cs typeface="Tahoma"/>
              </a:rPr>
              <a:t>2.4</a:t>
            </a:r>
            <a:r>
              <a:rPr sz="4000" b="1" spc="-500" dirty="0">
                <a:latin typeface="Tahoma"/>
                <a:cs typeface="Tahoma"/>
              </a:rPr>
              <a:t> </a:t>
            </a:r>
            <a:r>
              <a:rPr sz="4000" b="1" spc="-265" dirty="0">
                <a:latin typeface="Tahoma"/>
                <a:cs typeface="Tahoma"/>
              </a:rPr>
              <a:t>Các</a:t>
            </a:r>
            <a:r>
              <a:rPr sz="4000" b="1" spc="-490" dirty="0">
                <a:latin typeface="Tahoma"/>
                <a:cs typeface="Tahoma"/>
              </a:rPr>
              <a:t> </a:t>
            </a:r>
            <a:r>
              <a:rPr sz="4000" b="1" spc="-459" dirty="0">
                <a:latin typeface="Tahoma"/>
                <a:cs typeface="Tahoma"/>
              </a:rPr>
              <a:t>thẻ</a:t>
            </a:r>
            <a:r>
              <a:rPr sz="4000" b="1" spc="-495" dirty="0">
                <a:latin typeface="Tahoma"/>
                <a:cs typeface="Tahoma"/>
              </a:rPr>
              <a:t> </a:t>
            </a:r>
            <a:r>
              <a:rPr sz="4000" b="1" spc="-455" dirty="0">
                <a:latin typeface="Tahoma"/>
                <a:cs typeface="Tahoma"/>
              </a:rPr>
              <a:t>tạo</a:t>
            </a:r>
            <a:r>
              <a:rPr sz="4000" b="1" spc="-495" dirty="0">
                <a:latin typeface="Tahoma"/>
                <a:cs typeface="Tahoma"/>
              </a:rPr>
              <a:t> </a:t>
            </a:r>
            <a:r>
              <a:rPr sz="4000" b="1" spc="-405" dirty="0">
                <a:latin typeface="Tahoma"/>
                <a:cs typeface="Tahoma"/>
              </a:rPr>
              <a:t>biểu</a:t>
            </a:r>
            <a:r>
              <a:rPr sz="4000" b="1" spc="-495" dirty="0">
                <a:latin typeface="Tahoma"/>
                <a:cs typeface="Tahoma"/>
              </a:rPr>
              <a:t> </a:t>
            </a:r>
            <a:r>
              <a:rPr sz="4000" b="1" spc="-550" dirty="0">
                <a:latin typeface="Tahoma"/>
                <a:cs typeface="Tahoma"/>
              </a:rPr>
              <a:t>mẫu</a:t>
            </a:r>
            <a:r>
              <a:rPr sz="4000" b="1" spc="-500" dirty="0">
                <a:latin typeface="Tahoma"/>
                <a:cs typeface="Tahoma"/>
              </a:rPr>
              <a:t> </a:t>
            </a:r>
            <a:r>
              <a:rPr sz="4000" b="1" spc="-520" dirty="0">
                <a:latin typeface="Tahoma"/>
                <a:cs typeface="Tahoma"/>
              </a:rPr>
              <a:t>(forms)</a:t>
            </a:r>
            <a:endParaRPr sz="4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495"/>
              </a:spcBef>
            </a:pPr>
            <a:endParaRPr sz="4000">
              <a:latin typeface="Tahoma"/>
              <a:cs typeface="Tahoma"/>
            </a:endParaRPr>
          </a:p>
          <a:p>
            <a:pPr marL="577850" indent="-565150">
              <a:lnSpc>
                <a:spcPct val="100000"/>
              </a:lnSpc>
              <a:spcBef>
                <a:spcPts val="5"/>
              </a:spcBef>
              <a:buSzPct val="29000"/>
              <a:buChar char="•"/>
              <a:tabLst>
                <a:tab pos="577850" algn="l"/>
              </a:tabLst>
            </a:pPr>
            <a:r>
              <a:rPr sz="4000" spc="-250" dirty="0">
                <a:latin typeface="Tahoma"/>
                <a:cs typeface="Tahoma"/>
              </a:rPr>
              <a:t>Những</a:t>
            </a:r>
            <a:r>
              <a:rPr sz="4000" spc="-490" dirty="0">
                <a:latin typeface="Tahoma"/>
                <a:cs typeface="Tahoma"/>
              </a:rPr>
              <a:t> </a:t>
            </a:r>
            <a:r>
              <a:rPr sz="4000" spc="-185" dirty="0">
                <a:latin typeface="Tahoma"/>
                <a:cs typeface="Tahoma"/>
              </a:rPr>
              <a:t>phần</a:t>
            </a:r>
            <a:r>
              <a:rPr sz="4000" spc="-500" dirty="0">
                <a:latin typeface="Tahoma"/>
                <a:cs typeface="Tahoma"/>
              </a:rPr>
              <a:t> </a:t>
            </a:r>
            <a:r>
              <a:rPr sz="4000" spc="-204" dirty="0">
                <a:latin typeface="Tahoma"/>
                <a:cs typeface="Tahoma"/>
              </a:rPr>
              <a:t>tử</a:t>
            </a:r>
            <a:r>
              <a:rPr sz="4000" spc="-484" dirty="0">
                <a:latin typeface="Tahoma"/>
                <a:cs typeface="Tahoma"/>
              </a:rPr>
              <a:t> </a:t>
            </a:r>
            <a:r>
              <a:rPr sz="4000" spc="-254" dirty="0">
                <a:latin typeface="Tahoma"/>
                <a:cs typeface="Tahoma"/>
              </a:rPr>
              <a:t>trong</a:t>
            </a:r>
            <a:r>
              <a:rPr sz="4000" spc="-475" dirty="0">
                <a:latin typeface="Tahoma"/>
                <a:cs typeface="Tahoma"/>
              </a:rPr>
              <a:t> </a:t>
            </a:r>
            <a:r>
              <a:rPr sz="4000" spc="-10" dirty="0">
                <a:latin typeface="Tahoma"/>
                <a:cs typeface="Tahoma"/>
              </a:rPr>
              <a:t>Form:</a:t>
            </a:r>
            <a:endParaRPr sz="4000">
              <a:latin typeface="Tahoma"/>
              <a:cs typeface="Tahoma"/>
            </a:endParaRPr>
          </a:p>
          <a:p>
            <a:pPr marL="1331595" lvl="1" indent="-525145">
              <a:lnSpc>
                <a:spcPct val="100000"/>
              </a:lnSpc>
              <a:spcBef>
                <a:spcPts val="1435"/>
              </a:spcBef>
              <a:buSzPct val="33000"/>
              <a:buChar char="•"/>
              <a:tabLst>
                <a:tab pos="1331595" algn="l"/>
              </a:tabLst>
            </a:pPr>
            <a:r>
              <a:rPr sz="3200" spc="-315" dirty="0">
                <a:latin typeface="Tahoma"/>
                <a:cs typeface="Tahoma"/>
              </a:rPr>
              <a:t>&lt;textarea&gt;</a:t>
            </a:r>
            <a:endParaRPr sz="3200">
              <a:latin typeface="Tahoma"/>
              <a:cs typeface="Tahoma"/>
            </a:endParaRPr>
          </a:p>
          <a:p>
            <a:pPr marL="2085340" lvl="2" indent="-419100">
              <a:lnSpc>
                <a:spcPct val="100000"/>
              </a:lnSpc>
              <a:spcBef>
                <a:spcPts val="1245"/>
              </a:spcBef>
              <a:buSzPct val="39000"/>
              <a:buChar char="•"/>
              <a:tabLst>
                <a:tab pos="2084705" algn="l"/>
              </a:tabLst>
            </a:pPr>
            <a:r>
              <a:rPr sz="2800" spc="-250" dirty="0">
                <a:latin typeface="Tahoma"/>
                <a:cs typeface="Tahoma"/>
              </a:rPr>
              <a:t>Thẻ</a:t>
            </a:r>
            <a:r>
              <a:rPr sz="2800" spc="-355" dirty="0">
                <a:latin typeface="Tahoma"/>
                <a:cs typeface="Tahoma"/>
              </a:rPr>
              <a:t> </a:t>
            </a:r>
            <a:r>
              <a:rPr sz="2800" spc="-254" dirty="0">
                <a:latin typeface="Tahoma"/>
                <a:cs typeface="Tahoma"/>
              </a:rPr>
              <a:t>&lt;textarea&gt;</a:t>
            </a:r>
            <a:r>
              <a:rPr sz="2800" spc="-360" dirty="0">
                <a:latin typeface="Tahoma"/>
                <a:cs typeface="Tahoma"/>
              </a:rPr>
              <a:t> </a:t>
            </a:r>
            <a:r>
              <a:rPr sz="2800" spc="-125" dirty="0">
                <a:latin typeface="Tahoma"/>
                <a:cs typeface="Tahoma"/>
              </a:rPr>
              <a:t>xác</a:t>
            </a:r>
            <a:r>
              <a:rPr sz="2800" spc="-350" dirty="0">
                <a:latin typeface="Tahoma"/>
                <a:cs typeface="Tahoma"/>
              </a:rPr>
              <a:t> </a:t>
            </a:r>
            <a:r>
              <a:rPr sz="2800" spc="-125" dirty="0">
                <a:latin typeface="Tahoma"/>
                <a:cs typeface="Tahoma"/>
              </a:rPr>
              <a:t>định</a:t>
            </a:r>
            <a:r>
              <a:rPr sz="2800" spc="-360" dirty="0">
                <a:latin typeface="Tahoma"/>
                <a:cs typeface="Tahoma"/>
              </a:rPr>
              <a:t> </a:t>
            </a:r>
            <a:r>
              <a:rPr sz="2800" spc="-175" dirty="0">
                <a:latin typeface="Tahoma"/>
                <a:cs typeface="Tahoma"/>
              </a:rPr>
              <a:t>trường</a:t>
            </a:r>
            <a:r>
              <a:rPr sz="2800" spc="-355" dirty="0">
                <a:latin typeface="Tahoma"/>
                <a:cs typeface="Tahoma"/>
              </a:rPr>
              <a:t> </a:t>
            </a:r>
            <a:r>
              <a:rPr sz="2800" spc="-145" dirty="0">
                <a:latin typeface="Tahoma"/>
                <a:cs typeface="Tahoma"/>
              </a:rPr>
              <a:t>nhập</a:t>
            </a:r>
            <a:r>
              <a:rPr sz="2800" spc="-350" dirty="0">
                <a:latin typeface="Tahoma"/>
                <a:cs typeface="Tahoma"/>
              </a:rPr>
              <a:t> </a:t>
            </a:r>
            <a:r>
              <a:rPr sz="2800" spc="-70" dirty="0">
                <a:latin typeface="Tahoma"/>
                <a:cs typeface="Tahoma"/>
              </a:rPr>
              <a:t>liệu</a:t>
            </a:r>
            <a:r>
              <a:rPr sz="2800" spc="-355" dirty="0">
                <a:latin typeface="Tahoma"/>
                <a:cs typeface="Tahoma"/>
              </a:rPr>
              <a:t> </a:t>
            </a:r>
            <a:r>
              <a:rPr sz="2800" spc="-130" dirty="0">
                <a:latin typeface="Tahoma"/>
                <a:cs typeface="Tahoma"/>
              </a:rPr>
              <a:t>nhiều</a:t>
            </a:r>
            <a:r>
              <a:rPr sz="2800" spc="-35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dòng.</a:t>
            </a:r>
            <a:endParaRPr sz="2800">
              <a:latin typeface="Tahoma"/>
              <a:cs typeface="Tahoma"/>
            </a:endParaRPr>
          </a:p>
          <a:p>
            <a:pPr marL="2085340" lvl="2" indent="-419100">
              <a:lnSpc>
                <a:spcPct val="100000"/>
              </a:lnSpc>
              <a:spcBef>
                <a:spcPts val="1140"/>
              </a:spcBef>
              <a:buSzPct val="39000"/>
              <a:buChar char="•"/>
              <a:tabLst>
                <a:tab pos="2084705" algn="l"/>
              </a:tabLst>
            </a:pPr>
            <a:r>
              <a:rPr sz="2800" spc="-155" dirty="0">
                <a:latin typeface="Tahoma"/>
                <a:cs typeface="Tahoma"/>
              </a:rPr>
              <a:t>Thuộc</a:t>
            </a:r>
            <a:r>
              <a:rPr sz="2800" spc="-365" dirty="0">
                <a:latin typeface="Tahoma"/>
                <a:cs typeface="Tahoma"/>
              </a:rPr>
              <a:t> </a:t>
            </a:r>
            <a:r>
              <a:rPr sz="2800" spc="-110" dirty="0">
                <a:latin typeface="Tahoma"/>
                <a:cs typeface="Tahoma"/>
              </a:rPr>
              <a:t>tính</a:t>
            </a:r>
            <a:r>
              <a:rPr sz="2800" spc="-355" dirty="0">
                <a:latin typeface="Tahoma"/>
                <a:cs typeface="Tahoma"/>
              </a:rPr>
              <a:t> </a:t>
            </a:r>
            <a:r>
              <a:rPr sz="2800" spc="-155" dirty="0">
                <a:latin typeface="Tahoma"/>
                <a:cs typeface="Tahoma"/>
              </a:rPr>
              <a:t>rows</a:t>
            </a:r>
            <a:r>
              <a:rPr sz="2800" spc="-370" dirty="0">
                <a:latin typeface="Tahoma"/>
                <a:cs typeface="Tahoma"/>
              </a:rPr>
              <a:t> </a:t>
            </a:r>
            <a:r>
              <a:rPr sz="2800" spc="-50" dirty="0">
                <a:latin typeface="Tahoma"/>
                <a:cs typeface="Tahoma"/>
              </a:rPr>
              <a:t>chỉ</a:t>
            </a:r>
            <a:r>
              <a:rPr sz="2800" spc="-355" dirty="0">
                <a:latin typeface="Tahoma"/>
                <a:cs typeface="Tahoma"/>
              </a:rPr>
              <a:t> </a:t>
            </a:r>
            <a:r>
              <a:rPr sz="2800" spc="-125" dirty="0">
                <a:latin typeface="Tahoma"/>
                <a:cs typeface="Tahoma"/>
              </a:rPr>
              <a:t>định</a:t>
            </a:r>
            <a:r>
              <a:rPr sz="2800" spc="-360" dirty="0">
                <a:latin typeface="Tahoma"/>
                <a:cs typeface="Tahoma"/>
              </a:rPr>
              <a:t> </a:t>
            </a:r>
            <a:r>
              <a:rPr sz="2800" spc="-70" dirty="0">
                <a:latin typeface="Tahoma"/>
                <a:cs typeface="Tahoma"/>
              </a:rPr>
              <a:t>số</a:t>
            </a:r>
            <a:r>
              <a:rPr sz="2800" spc="-355" dirty="0">
                <a:latin typeface="Tahoma"/>
                <a:cs typeface="Tahoma"/>
              </a:rPr>
              <a:t> </a:t>
            </a:r>
            <a:r>
              <a:rPr sz="2800" spc="-175" dirty="0">
                <a:latin typeface="Tahoma"/>
                <a:cs typeface="Tahoma"/>
              </a:rPr>
              <a:t>dòng</a:t>
            </a:r>
            <a:r>
              <a:rPr sz="2800" spc="-370" dirty="0">
                <a:latin typeface="Tahoma"/>
                <a:cs typeface="Tahoma"/>
              </a:rPr>
              <a:t> </a:t>
            </a:r>
            <a:r>
              <a:rPr sz="2800" spc="-105" dirty="0">
                <a:latin typeface="Tahoma"/>
                <a:cs typeface="Tahoma"/>
              </a:rPr>
              <a:t>hiển</a:t>
            </a:r>
            <a:r>
              <a:rPr sz="2800" spc="-360" dirty="0">
                <a:latin typeface="Tahoma"/>
                <a:cs typeface="Tahoma"/>
              </a:rPr>
              <a:t> </a:t>
            </a:r>
            <a:r>
              <a:rPr sz="2800" spc="-100" dirty="0">
                <a:latin typeface="Tahoma"/>
                <a:cs typeface="Tahoma"/>
              </a:rPr>
              <a:t>thị</a:t>
            </a:r>
            <a:r>
              <a:rPr sz="2800" spc="-360" dirty="0">
                <a:latin typeface="Tahoma"/>
                <a:cs typeface="Tahoma"/>
              </a:rPr>
              <a:t> </a:t>
            </a:r>
            <a:r>
              <a:rPr sz="2800" spc="-185" dirty="0">
                <a:latin typeface="Tahoma"/>
                <a:cs typeface="Tahoma"/>
              </a:rPr>
              <a:t>trong</a:t>
            </a:r>
            <a:r>
              <a:rPr sz="2800" spc="-350" dirty="0">
                <a:latin typeface="Tahoma"/>
                <a:cs typeface="Tahoma"/>
              </a:rPr>
              <a:t> </a:t>
            </a:r>
            <a:r>
              <a:rPr sz="2800" spc="-135" dirty="0">
                <a:latin typeface="Tahoma"/>
                <a:cs typeface="Tahoma"/>
              </a:rPr>
              <a:t>một</a:t>
            </a:r>
            <a:r>
              <a:rPr sz="2800" spc="-350" dirty="0">
                <a:latin typeface="Tahoma"/>
                <a:cs typeface="Tahoma"/>
              </a:rPr>
              <a:t> </a:t>
            </a:r>
            <a:r>
              <a:rPr sz="2800" spc="-220" dirty="0">
                <a:latin typeface="Tahoma"/>
                <a:cs typeface="Tahoma"/>
              </a:rPr>
              <a:t>vùng</a:t>
            </a:r>
            <a:r>
              <a:rPr sz="2800" spc="-360" dirty="0">
                <a:latin typeface="Tahoma"/>
                <a:cs typeface="Tahoma"/>
              </a:rPr>
              <a:t> </a:t>
            </a:r>
            <a:r>
              <a:rPr sz="2800" spc="-185" dirty="0">
                <a:latin typeface="Tahoma"/>
                <a:cs typeface="Tahoma"/>
              </a:rPr>
              <a:t>văn</a:t>
            </a:r>
            <a:r>
              <a:rPr sz="2800" spc="-355" dirty="0">
                <a:latin typeface="Tahoma"/>
                <a:cs typeface="Tahoma"/>
              </a:rPr>
              <a:t> </a:t>
            </a:r>
            <a:r>
              <a:rPr sz="2800" spc="-20" dirty="0">
                <a:latin typeface="Tahoma"/>
                <a:cs typeface="Tahoma"/>
              </a:rPr>
              <a:t>bản.</a:t>
            </a:r>
            <a:endParaRPr sz="2800">
              <a:latin typeface="Tahoma"/>
              <a:cs typeface="Tahoma"/>
            </a:endParaRPr>
          </a:p>
          <a:p>
            <a:pPr marL="2085340" lvl="2" indent="-419100">
              <a:lnSpc>
                <a:spcPct val="100000"/>
              </a:lnSpc>
              <a:spcBef>
                <a:spcPts val="1140"/>
              </a:spcBef>
              <a:buSzPct val="39000"/>
              <a:buChar char="•"/>
              <a:tabLst>
                <a:tab pos="2084705" algn="l"/>
              </a:tabLst>
            </a:pPr>
            <a:r>
              <a:rPr sz="2800" spc="-155" dirty="0">
                <a:latin typeface="Tahoma"/>
                <a:cs typeface="Tahoma"/>
              </a:rPr>
              <a:t>Thuộc</a:t>
            </a:r>
            <a:r>
              <a:rPr sz="2800" spc="-365" dirty="0">
                <a:latin typeface="Tahoma"/>
                <a:cs typeface="Tahoma"/>
              </a:rPr>
              <a:t> </a:t>
            </a:r>
            <a:r>
              <a:rPr sz="2800" spc="-110" dirty="0">
                <a:latin typeface="Tahoma"/>
                <a:cs typeface="Tahoma"/>
              </a:rPr>
              <a:t>tính</a:t>
            </a:r>
            <a:r>
              <a:rPr sz="2800" spc="-3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cols</a:t>
            </a:r>
            <a:r>
              <a:rPr sz="2800" spc="-355" dirty="0">
                <a:latin typeface="Tahoma"/>
                <a:cs typeface="Tahoma"/>
              </a:rPr>
              <a:t> </a:t>
            </a:r>
            <a:r>
              <a:rPr sz="2800" spc="-50" dirty="0">
                <a:latin typeface="Tahoma"/>
                <a:cs typeface="Tahoma"/>
              </a:rPr>
              <a:t>chỉ</a:t>
            </a:r>
            <a:r>
              <a:rPr sz="2800" spc="-360" dirty="0">
                <a:latin typeface="Tahoma"/>
                <a:cs typeface="Tahoma"/>
              </a:rPr>
              <a:t> </a:t>
            </a:r>
            <a:r>
              <a:rPr sz="2800" spc="-125" dirty="0">
                <a:latin typeface="Tahoma"/>
                <a:cs typeface="Tahoma"/>
              </a:rPr>
              <a:t>định</a:t>
            </a:r>
            <a:r>
              <a:rPr sz="2800" spc="-365" dirty="0">
                <a:latin typeface="Tahoma"/>
                <a:cs typeface="Tahoma"/>
              </a:rPr>
              <a:t> </a:t>
            </a:r>
            <a:r>
              <a:rPr sz="2800" spc="-85" dirty="0">
                <a:latin typeface="Tahoma"/>
                <a:cs typeface="Tahoma"/>
              </a:rPr>
              <a:t>chiều</a:t>
            </a:r>
            <a:r>
              <a:rPr sz="2800" spc="-355" dirty="0">
                <a:latin typeface="Tahoma"/>
                <a:cs typeface="Tahoma"/>
              </a:rPr>
              <a:t> </a:t>
            </a:r>
            <a:r>
              <a:rPr sz="2800" spc="-190" dirty="0">
                <a:latin typeface="Tahoma"/>
                <a:cs typeface="Tahoma"/>
              </a:rPr>
              <a:t>rộng</a:t>
            </a:r>
            <a:r>
              <a:rPr sz="2800" spc="-370" dirty="0">
                <a:latin typeface="Tahoma"/>
                <a:cs typeface="Tahoma"/>
              </a:rPr>
              <a:t> </a:t>
            </a:r>
            <a:r>
              <a:rPr sz="2800" spc="-105" dirty="0">
                <a:latin typeface="Tahoma"/>
                <a:cs typeface="Tahoma"/>
              </a:rPr>
              <a:t>hiển</a:t>
            </a:r>
            <a:r>
              <a:rPr sz="2800" spc="-365" dirty="0">
                <a:latin typeface="Tahoma"/>
                <a:cs typeface="Tahoma"/>
              </a:rPr>
              <a:t> </a:t>
            </a:r>
            <a:r>
              <a:rPr sz="2800" spc="-100" dirty="0">
                <a:latin typeface="Tahoma"/>
                <a:cs typeface="Tahoma"/>
              </a:rPr>
              <a:t>thị</a:t>
            </a:r>
            <a:r>
              <a:rPr sz="2800" spc="-355" dirty="0">
                <a:latin typeface="Tahoma"/>
                <a:cs typeface="Tahoma"/>
              </a:rPr>
              <a:t> </a:t>
            </a:r>
            <a:r>
              <a:rPr sz="2800" spc="-75" dirty="0">
                <a:latin typeface="Tahoma"/>
                <a:cs typeface="Tahoma"/>
              </a:rPr>
              <a:t>của</a:t>
            </a:r>
            <a:r>
              <a:rPr sz="2800" spc="-350" dirty="0">
                <a:latin typeface="Tahoma"/>
                <a:cs typeface="Tahoma"/>
              </a:rPr>
              <a:t> </a:t>
            </a:r>
            <a:r>
              <a:rPr sz="2800" spc="-220" dirty="0">
                <a:latin typeface="Tahoma"/>
                <a:cs typeface="Tahoma"/>
              </a:rPr>
              <a:t>vùng</a:t>
            </a:r>
            <a:r>
              <a:rPr sz="2800" spc="-360" dirty="0">
                <a:latin typeface="Tahoma"/>
                <a:cs typeface="Tahoma"/>
              </a:rPr>
              <a:t> </a:t>
            </a:r>
            <a:r>
              <a:rPr sz="2800" spc="-185" dirty="0">
                <a:latin typeface="Tahoma"/>
                <a:cs typeface="Tahoma"/>
              </a:rPr>
              <a:t>văn</a:t>
            </a:r>
            <a:r>
              <a:rPr sz="2800" spc="-360" dirty="0">
                <a:latin typeface="Tahoma"/>
                <a:cs typeface="Tahoma"/>
              </a:rPr>
              <a:t> </a:t>
            </a:r>
            <a:r>
              <a:rPr sz="2800" spc="-20" dirty="0">
                <a:latin typeface="Tahoma"/>
                <a:cs typeface="Tahoma"/>
              </a:rPr>
              <a:t>bản.</a:t>
            </a:r>
            <a:endParaRPr sz="2800">
              <a:latin typeface="Tahoma"/>
              <a:cs typeface="Tahoma"/>
            </a:endParaRPr>
          </a:p>
          <a:p>
            <a:pPr marL="1331595" lvl="1" indent="-525145">
              <a:lnSpc>
                <a:spcPct val="100000"/>
              </a:lnSpc>
              <a:spcBef>
                <a:spcPts val="1240"/>
              </a:spcBef>
              <a:buSzPct val="33000"/>
              <a:buChar char="•"/>
              <a:tabLst>
                <a:tab pos="1331595" algn="l"/>
              </a:tabLst>
            </a:pPr>
            <a:r>
              <a:rPr sz="3200" spc="-325" dirty="0">
                <a:latin typeface="Tahoma"/>
                <a:cs typeface="Tahoma"/>
              </a:rPr>
              <a:t>&lt;button&gt;</a:t>
            </a:r>
            <a:endParaRPr sz="3200">
              <a:latin typeface="Tahoma"/>
              <a:cs typeface="Tahoma"/>
            </a:endParaRPr>
          </a:p>
          <a:p>
            <a:pPr marL="2085340" lvl="2" indent="-419100">
              <a:lnSpc>
                <a:spcPct val="100000"/>
              </a:lnSpc>
              <a:spcBef>
                <a:spcPts val="1245"/>
              </a:spcBef>
              <a:buSzPct val="39000"/>
              <a:buChar char="•"/>
              <a:tabLst>
                <a:tab pos="2084705" algn="l"/>
              </a:tabLst>
            </a:pPr>
            <a:r>
              <a:rPr sz="2800" spc="-250" dirty="0">
                <a:latin typeface="Tahoma"/>
                <a:cs typeface="Tahoma"/>
              </a:rPr>
              <a:t>Thẻ</a:t>
            </a:r>
            <a:r>
              <a:rPr sz="2800" spc="-365" dirty="0">
                <a:latin typeface="Tahoma"/>
                <a:cs typeface="Tahoma"/>
              </a:rPr>
              <a:t> </a:t>
            </a:r>
            <a:r>
              <a:rPr sz="2800" spc="-270" dirty="0">
                <a:latin typeface="Tahoma"/>
                <a:cs typeface="Tahoma"/>
              </a:rPr>
              <a:t>&lt;button&gt;</a:t>
            </a:r>
            <a:r>
              <a:rPr sz="2800" spc="-350" dirty="0">
                <a:latin typeface="Tahoma"/>
                <a:cs typeface="Tahoma"/>
              </a:rPr>
              <a:t> </a:t>
            </a:r>
            <a:r>
              <a:rPr sz="2800" spc="-125" dirty="0">
                <a:latin typeface="Tahoma"/>
                <a:cs typeface="Tahoma"/>
              </a:rPr>
              <a:t>xác</a:t>
            </a:r>
            <a:r>
              <a:rPr sz="2800" spc="-360" dirty="0">
                <a:latin typeface="Tahoma"/>
                <a:cs typeface="Tahoma"/>
              </a:rPr>
              <a:t> </a:t>
            </a:r>
            <a:r>
              <a:rPr sz="2800" spc="-125" dirty="0">
                <a:latin typeface="Tahoma"/>
                <a:cs typeface="Tahoma"/>
              </a:rPr>
              <a:t>định</a:t>
            </a:r>
            <a:r>
              <a:rPr sz="2800" spc="-365" dirty="0">
                <a:latin typeface="Tahoma"/>
                <a:cs typeface="Tahoma"/>
              </a:rPr>
              <a:t> </a:t>
            </a:r>
            <a:r>
              <a:rPr sz="2800" spc="-145" dirty="0">
                <a:latin typeface="Tahoma"/>
                <a:cs typeface="Tahoma"/>
              </a:rPr>
              <a:t>nút</a:t>
            </a:r>
            <a:r>
              <a:rPr sz="2800" spc="-350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có</a:t>
            </a:r>
            <a:r>
              <a:rPr sz="2800" spc="-360" dirty="0">
                <a:latin typeface="Tahoma"/>
                <a:cs typeface="Tahoma"/>
              </a:rPr>
              <a:t> </a:t>
            </a:r>
            <a:r>
              <a:rPr sz="2800" spc="-140" dirty="0">
                <a:latin typeface="Tahoma"/>
                <a:cs typeface="Tahoma"/>
              </a:rPr>
              <a:t>thể</a:t>
            </a:r>
            <a:r>
              <a:rPr sz="2800" spc="-35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nhấp.</a:t>
            </a:r>
            <a:endParaRPr sz="2800">
              <a:latin typeface="Tahoma"/>
              <a:cs typeface="Tahoma"/>
            </a:endParaRPr>
          </a:p>
          <a:p>
            <a:pPr marL="1331595" lvl="1" indent="-525145">
              <a:lnSpc>
                <a:spcPct val="100000"/>
              </a:lnSpc>
              <a:spcBef>
                <a:spcPts val="1235"/>
              </a:spcBef>
              <a:buSzPct val="33000"/>
              <a:buChar char="•"/>
              <a:tabLst>
                <a:tab pos="1331595" algn="l"/>
              </a:tabLst>
            </a:pPr>
            <a:r>
              <a:rPr sz="3200" spc="-245" dirty="0">
                <a:latin typeface="Tahoma"/>
                <a:cs typeface="Tahoma"/>
              </a:rPr>
              <a:t>&lt;input</a:t>
            </a:r>
            <a:r>
              <a:rPr sz="3200" spc="-420" dirty="0">
                <a:latin typeface="Tahoma"/>
                <a:cs typeface="Tahoma"/>
              </a:rPr>
              <a:t> </a:t>
            </a:r>
            <a:r>
              <a:rPr sz="3200" spc="-305" dirty="0">
                <a:latin typeface="Tahoma"/>
                <a:cs typeface="Tahoma"/>
              </a:rPr>
              <a:t>type="text"&gt;:</a:t>
            </a:r>
            <a:r>
              <a:rPr sz="3200" spc="-434" dirty="0">
                <a:latin typeface="Tahoma"/>
                <a:cs typeface="Tahoma"/>
              </a:rPr>
              <a:t> </a:t>
            </a:r>
            <a:r>
              <a:rPr sz="3200" spc="-240" dirty="0">
                <a:latin typeface="Tahoma"/>
                <a:cs typeface="Tahoma"/>
              </a:rPr>
              <a:t>Dùng</a:t>
            </a:r>
            <a:r>
              <a:rPr sz="3200" spc="-425" dirty="0">
                <a:latin typeface="Tahoma"/>
                <a:cs typeface="Tahoma"/>
              </a:rPr>
              <a:t> </a:t>
            </a:r>
            <a:r>
              <a:rPr sz="3200" spc="-185" dirty="0">
                <a:latin typeface="Tahoma"/>
                <a:cs typeface="Tahoma"/>
              </a:rPr>
              <a:t>để</a:t>
            </a:r>
            <a:r>
              <a:rPr sz="3200" spc="-420" dirty="0">
                <a:latin typeface="Tahoma"/>
                <a:cs typeface="Tahoma"/>
              </a:rPr>
              <a:t> </a:t>
            </a:r>
            <a:r>
              <a:rPr sz="3200" spc="-165" dirty="0">
                <a:latin typeface="Tahoma"/>
                <a:cs typeface="Tahoma"/>
              </a:rPr>
              <a:t>nhập</a:t>
            </a:r>
            <a:r>
              <a:rPr sz="3200" spc="-409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text.</a:t>
            </a:r>
            <a:endParaRPr sz="3200">
              <a:latin typeface="Tahoma"/>
              <a:cs typeface="Tahoma"/>
            </a:endParaRPr>
          </a:p>
          <a:p>
            <a:pPr marL="1331595" lvl="1" indent="-525145">
              <a:lnSpc>
                <a:spcPct val="100000"/>
              </a:lnSpc>
              <a:spcBef>
                <a:spcPts val="1340"/>
              </a:spcBef>
              <a:buSzPct val="33000"/>
              <a:buChar char="•"/>
              <a:tabLst>
                <a:tab pos="1331595" algn="l"/>
              </a:tabLst>
            </a:pPr>
            <a:r>
              <a:rPr sz="3200" spc="-245" dirty="0">
                <a:latin typeface="Tahoma"/>
                <a:cs typeface="Tahoma"/>
              </a:rPr>
              <a:t>&lt;input</a:t>
            </a:r>
            <a:r>
              <a:rPr sz="3200" spc="-420" dirty="0">
                <a:latin typeface="Tahoma"/>
                <a:cs typeface="Tahoma"/>
              </a:rPr>
              <a:t> </a:t>
            </a:r>
            <a:r>
              <a:rPr sz="3200" spc="-265" dirty="0">
                <a:latin typeface="Tahoma"/>
                <a:cs typeface="Tahoma"/>
              </a:rPr>
              <a:t>type="email"&gt;:</a:t>
            </a:r>
            <a:r>
              <a:rPr sz="3200" spc="-425" dirty="0">
                <a:latin typeface="Tahoma"/>
                <a:cs typeface="Tahoma"/>
              </a:rPr>
              <a:t> </a:t>
            </a:r>
            <a:r>
              <a:rPr sz="3200" spc="-240" dirty="0">
                <a:latin typeface="Tahoma"/>
                <a:cs typeface="Tahoma"/>
              </a:rPr>
              <a:t>Dùng</a:t>
            </a:r>
            <a:r>
              <a:rPr sz="3200" spc="-425" dirty="0">
                <a:latin typeface="Tahoma"/>
                <a:cs typeface="Tahoma"/>
              </a:rPr>
              <a:t> </a:t>
            </a:r>
            <a:r>
              <a:rPr sz="3200" spc="-185" dirty="0">
                <a:latin typeface="Tahoma"/>
                <a:cs typeface="Tahoma"/>
              </a:rPr>
              <a:t>để</a:t>
            </a:r>
            <a:r>
              <a:rPr sz="3200" spc="-405" dirty="0">
                <a:latin typeface="Tahoma"/>
                <a:cs typeface="Tahoma"/>
              </a:rPr>
              <a:t> </a:t>
            </a:r>
            <a:r>
              <a:rPr sz="3200" spc="-170" dirty="0">
                <a:latin typeface="Tahoma"/>
                <a:cs typeface="Tahoma"/>
              </a:rPr>
              <a:t>nhập</a:t>
            </a:r>
            <a:r>
              <a:rPr sz="3200" spc="-409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email.</a:t>
            </a:r>
            <a:endParaRPr sz="3200">
              <a:latin typeface="Tahoma"/>
              <a:cs typeface="Tahoma"/>
            </a:endParaRPr>
          </a:p>
          <a:p>
            <a:pPr marL="1331595" lvl="1" indent="-525145">
              <a:lnSpc>
                <a:spcPct val="100000"/>
              </a:lnSpc>
              <a:spcBef>
                <a:spcPts val="1345"/>
              </a:spcBef>
              <a:buSzPct val="33000"/>
              <a:buChar char="•"/>
              <a:tabLst>
                <a:tab pos="1331595" algn="l"/>
              </a:tabLst>
            </a:pPr>
            <a:r>
              <a:rPr sz="3200" spc="-245" dirty="0">
                <a:latin typeface="Tahoma"/>
                <a:cs typeface="Tahoma"/>
              </a:rPr>
              <a:t>&lt;input</a:t>
            </a:r>
            <a:r>
              <a:rPr sz="3200" spc="-415" dirty="0">
                <a:latin typeface="Tahoma"/>
                <a:cs typeface="Tahoma"/>
              </a:rPr>
              <a:t> </a:t>
            </a:r>
            <a:r>
              <a:rPr sz="3200" spc="-254" dirty="0">
                <a:latin typeface="Tahoma"/>
                <a:cs typeface="Tahoma"/>
              </a:rPr>
              <a:t>type="password"&gt;:</a:t>
            </a:r>
            <a:r>
              <a:rPr sz="3200" spc="-434" dirty="0">
                <a:latin typeface="Tahoma"/>
                <a:cs typeface="Tahoma"/>
              </a:rPr>
              <a:t> </a:t>
            </a:r>
            <a:r>
              <a:rPr sz="3200" spc="-240" dirty="0">
                <a:latin typeface="Tahoma"/>
                <a:cs typeface="Tahoma"/>
              </a:rPr>
              <a:t>Dùng</a:t>
            </a:r>
            <a:r>
              <a:rPr sz="3200" spc="-420" dirty="0">
                <a:latin typeface="Tahoma"/>
                <a:cs typeface="Tahoma"/>
              </a:rPr>
              <a:t> </a:t>
            </a:r>
            <a:r>
              <a:rPr sz="3200" spc="-185" dirty="0">
                <a:latin typeface="Tahoma"/>
                <a:cs typeface="Tahoma"/>
              </a:rPr>
              <a:t>để</a:t>
            </a:r>
            <a:r>
              <a:rPr sz="3200" spc="-420" dirty="0">
                <a:latin typeface="Tahoma"/>
                <a:cs typeface="Tahoma"/>
              </a:rPr>
              <a:t> </a:t>
            </a:r>
            <a:r>
              <a:rPr sz="3200" spc="-165" dirty="0">
                <a:latin typeface="Tahoma"/>
                <a:cs typeface="Tahoma"/>
              </a:rPr>
              <a:t>nhập</a:t>
            </a:r>
            <a:r>
              <a:rPr sz="3200" spc="-415" dirty="0">
                <a:latin typeface="Tahoma"/>
                <a:cs typeface="Tahoma"/>
              </a:rPr>
              <a:t> </a:t>
            </a:r>
            <a:r>
              <a:rPr sz="3200" spc="-155" dirty="0">
                <a:latin typeface="Tahoma"/>
                <a:cs typeface="Tahoma"/>
              </a:rPr>
              <a:t>mật</a:t>
            </a:r>
            <a:r>
              <a:rPr sz="3200" spc="-409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khẩu.</a:t>
            </a:r>
            <a:endParaRPr sz="3200" spc="-1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484" dirty="0"/>
              <a:t>CHƯƠNG</a:t>
            </a:r>
            <a:r>
              <a:rPr spc="-580" dirty="0"/>
              <a:t> </a:t>
            </a:r>
            <a:r>
              <a:rPr spc="-919" dirty="0"/>
              <a:t>II:</a:t>
            </a:r>
            <a:r>
              <a:rPr spc="-575" dirty="0"/>
              <a:t> </a:t>
            </a:r>
            <a:r>
              <a:rPr spc="-715" dirty="0"/>
              <a:t>HTML</a:t>
            </a:r>
            <a:r>
              <a:rPr spc="-585" dirty="0"/>
              <a:t> </a:t>
            </a:r>
            <a:r>
              <a:rPr spc="-905" dirty="0"/>
              <a:t>&amp;</a:t>
            </a:r>
            <a:r>
              <a:rPr spc="-580" dirty="0"/>
              <a:t> </a:t>
            </a:r>
            <a:r>
              <a:rPr spc="-715" dirty="0"/>
              <a:t>HTML5</a:t>
            </a:r>
            <a:endParaRPr spc="-715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  <p:sp>
        <p:nvSpPr>
          <p:cNvPr id="15" name="object 13"/>
          <p:cNvSpPr txBox="1">
            <a:spLocks noGrp="1"/>
          </p:cNvSpPr>
          <p:nvPr>
            <p:ph type="dt" sz="half" idx="6"/>
          </p:nvPr>
        </p:nvSpPr>
        <p:spPr>
          <a:xfrm>
            <a:off x="601345" y="10674350"/>
            <a:ext cx="5245100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85" dirty="0">
                <a:solidFill>
                  <a:schemeClr val="tx1"/>
                </a:solidFill>
              </a:rPr>
              <a:t>THIẾT </a:t>
            </a:r>
            <a:r>
              <a:rPr spc="-110" dirty="0">
                <a:solidFill>
                  <a:schemeClr val="tx1"/>
                </a:solidFill>
              </a:rPr>
              <a:t>KẾ</a:t>
            </a:r>
            <a:r>
              <a:rPr spc="-190" dirty="0">
                <a:solidFill>
                  <a:schemeClr val="tx1"/>
                </a:solidFill>
              </a:rPr>
              <a:t> </a:t>
            </a:r>
            <a:r>
              <a:rPr spc="-110" dirty="0">
                <a:solidFill>
                  <a:schemeClr val="tx1"/>
                </a:solidFill>
              </a:rPr>
              <a:t>WEB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VÀ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45" dirty="0">
                <a:solidFill>
                  <a:schemeClr val="tx1"/>
                </a:solidFill>
              </a:rPr>
              <a:t>TRIỂN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KHAI</a:t>
            </a:r>
            <a:r>
              <a:rPr spc="-200" dirty="0">
                <a:solidFill>
                  <a:schemeClr val="tx1"/>
                </a:solidFill>
              </a:rPr>
              <a:t> </a:t>
            </a:r>
            <a:r>
              <a:rPr spc="-80" dirty="0">
                <a:solidFill>
                  <a:schemeClr val="tx1"/>
                </a:solidFill>
              </a:rPr>
              <a:t>HỆ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95" dirty="0">
                <a:solidFill>
                  <a:schemeClr val="tx1"/>
                </a:solidFill>
              </a:rPr>
              <a:t>THỐNG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75" dirty="0">
                <a:solidFill>
                  <a:schemeClr val="tx1"/>
                </a:solidFill>
              </a:rPr>
              <a:t>PHẦN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25" dirty="0">
                <a:solidFill>
                  <a:schemeClr val="tx1"/>
                </a:solidFill>
              </a:rPr>
              <a:t>MỀM</a:t>
            </a:r>
            <a:endParaRPr spc="-20" dirty="0">
              <a:solidFill>
                <a:schemeClr val="tx1"/>
              </a:solidFill>
            </a:endParaRPr>
          </a:p>
        </p:txBody>
      </p:sp>
      <p:sp>
        <p:nvSpPr>
          <p:cNvPr id="16" name="object 6"/>
          <p:cNvSpPr/>
          <p:nvPr/>
        </p:nvSpPr>
        <p:spPr>
          <a:xfrm>
            <a:off x="523544" y="10447221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8063A1"/>
            </a:solidFill>
          </a:ln>
        </p:spPr>
        <p:txBody>
          <a:bodyPr wrap="square" lIns="0" tIns="0" rIns="0" bIns="0" rtlCol="0"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71926" y="2201978"/>
            <a:ext cx="9552239" cy="2845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23380" y="2334775"/>
            <a:ext cx="18630900" cy="7884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36750">
              <a:lnSpc>
                <a:spcPct val="100000"/>
              </a:lnSpc>
              <a:spcBef>
                <a:spcPts val="100"/>
              </a:spcBef>
            </a:pPr>
            <a:r>
              <a:rPr sz="4000" b="1" spc="-465" dirty="0">
                <a:latin typeface="Tahoma"/>
                <a:cs typeface="Tahoma"/>
              </a:rPr>
              <a:t>2.4</a:t>
            </a:r>
            <a:r>
              <a:rPr sz="4000" b="1" spc="-500" dirty="0">
                <a:latin typeface="Tahoma"/>
                <a:cs typeface="Tahoma"/>
              </a:rPr>
              <a:t> </a:t>
            </a:r>
            <a:r>
              <a:rPr sz="4000" b="1" spc="-265" dirty="0">
                <a:latin typeface="Tahoma"/>
                <a:cs typeface="Tahoma"/>
              </a:rPr>
              <a:t>Các</a:t>
            </a:r>
            <a:r>
              <a:rPr sz="4000" b="1" spc="-490" dirty="0">
                <a:latin typeface="Tahoma"/>
                <a:cs typeface="Tahoma"/>
              </a:rPr>
              <a:t> </a:t>
            </a:r>
            <a:r>
              <a:rPr sz="4000" b="1" spc="-459" dirty="0">
                <a:latin typeface="Tahoma"/>
                <a:cs typeface="Tahoma"/>
              </a:rPr>
              <a:t>thẻ</a:t>
            </a:r>
            <a:r>
              <a:rPr sz="4000" b="1" spc="-495" dirty="0">
                <a:latin typeface="Tahoma"/>
                <a:cs typeface="Tahoma"/>
              </a:rPr>
              <a:t> </a:t>
            </a:r>
            <a:r>
              <a:rPr sz="4000" b="1" spc="-455" dirty="0">
                <a:latin typeface="Tahoma"/>
                <a:cs typeface="Tahoma"/>
              </a:rPr>
              <a:t>tạo</a:t>
            </a:r>
            <a:r>
              <a:rPr sz="4000" b="1" spc="-495" dirty="0">
                <a:latin typeface="Tahoma"/>
                <a:cs typeface="Tahoma"/>
              </a:rPr>
              <a:t> </a:t>
            </a:r>
            <a:r>
              <a:rPr sz="4000" b="1" spc="-405" dirty="0">
                <a:latin typeface="Tahoma"/>
                <a:cs typeface="Tahoma"/>
              </a:rPr>
              <a:t>biểu</a:t>
            </a:r>
            <a:r>
              <a:rPr sz="4000" b="1" spc="-495" dirty="0">
                <a:latin typeface="Tahoma"/>
                <a:cs typeface="Tahoma"/>
              </a:rPr>
              <a:t> </a:t>
            </a:r>
            <a:r>
              <a:rPr sz="4000" b="1" spc="-550" dirty="0">
                <a:latin typeface="Tahoma"/>
                <a:cs typeface="Tahoma"/>
              </a:rPr>
              <a:t>mẫu</a:t>
            </a:r>
            <a:r>
              <a:rPr sz="4000" b="1" spc="-500" dirty="0">
                <a:latin typeface="Tahoma"/>
                <a:cs typeface="Tahoma"/>
              </a:rPr>
              <a:t> </a:t>
            </a:r>
            <a:r>
              <a:rPr sz="4000" b="1" spc="-520" dirty="0">
                <a:latin typeface="Tahoma"/>
                <a:cs typeface="Tahoma"/>
              </a:rPr>
              <a:t>(forms)</a:t>
            </a:r>
            <a:endParaRPr sz="4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950"/>
              </a:spcBef>
            </a:pPr>
            <a:endParaRPr sz="4000">
              <a:latin typeface="Tahoma"/>
              <a:cs typeface="Tahoma"/>
            </a:endParaRPr>
          </a:p>
          <a:p>
            <a:pPr marL="577850" indent="-565150">
              <a:lnSpc>
                <a:spcPct val="100000"/>
              </a:lnSpc>
              <a:spcBef>
                <a:spcPts val="5"/>
              </a:spcBef>
              <a:buSzPct val="37000"/>
              <a:buChar char="•"/>
              <a:tabLst>
                <a:tab pos="577850" algn="l"/>
              </a:tabLst>
            </a:pPr>
            <a:r>
              <a:rPr sz="3200" spc="-200" dirty="0">
                <a:latin typeface="Tahoma"/>
                <a:cs typeface="Tahoma"/>
              </a:rPr>
              <a:t>Những</a:t>
            </a:r>
            <a:r>
              <a:rPr sz="3200" spc="-395" dirty="0">
                <a:latin typeface="Tahoma"/>
                <a:cs typeface="Tahoma"/>
              </a:rPr>
              <a:t> </a:t>
            </a:r>
            <a:r>
              <a:rPr sz="3200" spc="-170" dirty="0">
                <a:latin typeface="Tahoma"/>
                <a:cs typeface="Tahoma"/>
              </a:rPr>
              <a:t>phần</a:t>
            </a:r>
            <a:r>
              <a:rPr sz="3200" spc="-375" dirty="0">
                <a:latin typeface="Tahoma"/>
                <a:cs typeface="Tahoma"/>
              </a:rPr>
              <a:t> </a:t>
            </a:r>
            <a:r>
              <a:rPr sz="3200" spc="-180" dirty="0">
                <a:latin typeface="Tahoma"/>
                <a:cs typeface="Tahoma"/>
              </a:rPr>
              <a:t>tử</a:t>
            </a:r>
            <a:r>
              <a:rPr sz="3200" spc="-375" dirty="0">
                <a:latin typeface="Tahoma"/>
                <a:cs typeface="Tahoma"/>
              </a:rPr>
              <a:t> </a:t>
            </a:r>
            <a:r>
              <a:rPr sz="3200" spc="-210" dirty="0">
                <a:latin typeface="Tahoma"/>
                <a:cs typeface="Tahoma"/>
              </a:rPr>
              <a:t>trong</a:t>
            </a:r>
            <a:r>
              <a:rPr sz="3200" spc="-390" dirty="0">
                <a:latin typeface="Tahoma"/>
                <a:cs typeface="Tahoma"/>
              </a:rPr>
              <a:t> </a:t>
            </a:r>
            <a:r>
              <a:rPr sz="3200" spc="-10" dirty="0">
                <a:latin typeface="Tahoma"/>
                <a:cs typeface="Tahoma"/>
              </a:rPr>
              <a:t>Form:</a:t>
            </a:r>
            <a:endParaRPr sz="3200">
              <a:latin typeface="Tahoma"/>
              <a:cs typeface="Tahoma"/>
            </a:endParaRPr>
          </a:p>
          <a:p>
            <a:pPr marL="1331595" lvl="1" indent="-525145">
              <a:lnSpc>
                <a:spcPct val="100000"/>
              </a:lnSpc>
              <a:spcBef>
                <a:spcPts val="1110"/>
              </a:spcBef>
              <a:buSzPct val="42000"/>
              <a:buChar char="•"/>
              <a:tabLst>
                <a:tab pos="1331595" algn="l"/>
              </a:tabLst>
            </a:pPr>
            <a:r>
              <a:rPr sz="2800" spc="-210" dirty="0">
                <a:latin typeface="Tahoma"/>
                <a:cs typeface="Tahoma"/>
              </a:rPr>
              <a:t>&lt;input</a:t>
            </a:r>
            <a:r>
              <a:rPr sz="2800" spc="-310" dirty="0">
                <a:latin typeface="Tahoma"/>
                <a:cs typeface="Tahoma"/>
              </a:rPr>
              <a:t> </a:t>
            </a:r>
            <a:r>
              <a:rPr sz="2800" spc="-229" dirty="0">
                <a:latin typeface="Tahoma"/>
                <a:cs typeface="Tahoma"/>
              </a:rPr>
              <a:t>type="number"&gt;:</a:t>
            </a:r>
            <a:r>
              <a:rPr sz="2800" spc="-305" dirty="0">
                <a:latin typeface="Tahoma"/>
                <a:cs typeface="Tahoma"/>
              </a:rPr>
              <a:t> </a:t>
            </a:r>
            <a:r>
              <a:rPr sz="2800" spc="-190" dirty="0">
                <a:latin typeface="Tahoma"/>
                <a:cs typeface="Tahoma"/>
              </a:rPr>
              <a:t>Dùng</a:t>
            </a:r>
            <a:r>
              <a:rPr sz="2800" spc="-315" dirty="0">
                <a:latin typeface="Tahoma"/>
                <a:cs typeface="Tahoma"/>
              </a:rPr>
              <a:t> </a:t>
            </a:r>
            <a:r>
              <a:rPr sz="2800" spc="-165" dirty="0">
                <a:latin typeface="Tahoma"/>
                <a:cs typeface="Tahoma"/>
              </a:rPr>
              <a:t>để</a:t>
            </a:r>
            <a:r>
              <a:rPr sz="2800" spc="-320" dirty="0">
                <a:latin typeface="Tahoma"/>
                <a:cs typeface="Tahoma"/>
              </a:rPr>
              <a:t> </a:t>
            </a:r>
            <a:r>
              <a:rPr sz="2800" spc="-135" dirty="0">
                <a:latin typeface="Tahoma"/>
                <a:cs typeface="Tahoma"/>
              </a:rPr>
              <a:t>nhập</a:t>
            </a:r>
            <a:r>
              <a:rPr sz="2800" spc="-300" dirty="0">
                <a:latin typeface="Tahoma"/>
                <a:cs typeface="Tahoma"/>
              </a:rPr>
              <a:t> </a:t>
            </a:r>
            <a:r>
              <a:rPr sz="2800" spc="-95" dirty="0">
                <a:latin typeface="Tahoma"/>
                <a:cs typeface="Tahoma"/>
              </a:rPr>
              <a:t>số,</a:t>
            </a:r>
            <a:r>
              <a:rPr sz="2800" spc="-320" dirty="0">
                <a:latin typeface="Tahoma"/>
                <a:cs typeface="Tahoma"/>
              </a:rPr>
              <a:t> </a:t>
            </a:r>
            <a:r>
              <a:rPr sz="2800" spc="-175" dirty="0">
                <a:latin typeface="Tahoma"/>
                <a:cs typeface="Tahoma"/>
              </a:rPr>
              <a:t>không</a:t>
            </a:r>
            <a:r>
              <a:rPr sz="2800" spc="-315" dirty="0">
                <a:latin typeface="Tahoma"/>
                <a:cs typeface="Tahoma"/>
              </a:rPr>
              <a:t> </a:t>
            </a:r>
            <a:r>
              <a:rPr sz="2800" spc="-135" dirty="0">
                <a:latin typeface="Tahoma"/>
                <a:cs typeface="Tahoma"/>
              </a:rPr>
              <a:t>nhập</a:t>
            </a:r>
            <a:r>
              <a:rPr sz="2800" spc="-315" dirty="0">
                <a:latin typeface="Tahoma"/>
                <a:cs typeface="Tahoma"/>
              </a:rPr>
              <a:t> </a:t>
            </a:r>
            <a:r>
              <a:rPr sz="2800" spc="-114" dirty="0">
                <a:latin typeface="Tahoma"/>
                <a:cs typeface="Tahoma"/>
              </a:rPr>
              <a:t>được</a:t>
            </a:r>
            <a:r>
              <a:rPr sz="2800" spc="-320" dirty="0">
                <a:latin typeface="Tahoma"/>
                <a:cs typeface="Tahoma"/>
              </a:rPr>
              <a:t> </a:t>
            </a:r>
            <a:r>
              <a:rPr sz="2800" spc="-105" dirty="0">
                <a:latin typeface="Tahoma"/>
                <a:cs typeface="Tahoma"/>
              </a:rPr>
              <a:t>chữ</a:t>
            </a:r>
            <a:r>
              <a:rPr sz="2800" spc="-320" dirty="0">
                <a:latin typeface="Tahoma"/>
                <a:cs typeface="Tahoma"/>
              </a:rPr>
              <a:t> </a:t>
            </a:r>
            <a:r>
              <a:rPr sz="2800" spc="-20" dirty="0">
                <a:latin typeface="Tahoma"/>
                <a:cs typeface="Tahoma"/>
              </a:rPr>
              <a:t>cái.</a:t>
            </a:r>
            <a:endParaRPr sz="2800">
              <a:latin typeface="Tahoma"/>
              <a:cs typeface="Tahoma"/>
            </a:endParaRPr>
          </a:p>
          <a:p>
            <a:pPr marL="1331595" lvl="1" indent="-525145">
              <a:lnSpc>
                <a:spcPct val="100000"/>
              </a:lnSpc>
              <a:spcBef>
                <a:spcPts val="1035"/>
              </a:spcBef>
              <a:buSzPct val="42000"/>
              <a:buChar char="•"/>
              <a:tabLst>
                <a:tab pos="1331595" algn="l"/>
              </a:tabLst>
            </a:pPr>
            <a:r>
              <a:rPr sz="2800" spc="-200" dirty="0">
                <a:latin typeface="Tahoma"/>
                <a:cs typeface="Tahoma"/>
              </a:rPr>
              <a:t>&lt;input</a:t>
            </a:r>
            <a:r>
              <a:rPr sz="2800" spc="-305" dirty="0">
                <a:latin typeface="Tahoma"/>
                <a:cs typeface="Tahoma"/>
              </a:rPr>
              <a:t> </a:t>
            </a:r>
            <a:r>
              <a:rPr sz="2800" spc="-245" dirty="0">
                <a:latin typeface="Tahoma"/>
                <a:cs typeface="Tahoma"/>
              </a:rPr>
              <a:t>type="date"&gt;:</a:t>
            </a:r>
            <a:r>
              <a:rPr sz="2800" spc="-305" dirty="0">
                <a:latin typeface="Tahoma"/>
                <a:cs typeface="Tahoma"/>
              </a:rPr>
              <a:t> </a:t>
            </a:r>
            <a:r>
              <a:rPr sz="2800" spc="-190" dirty="0">
                <a:latin typeface="Tahoma"/>
                <a:cs typeface="Tahoma"/>
              </a:rPr>
              <a:t>Dùng</a:t>
            </a:r>
            <a:r>
              <a:rPr sz="2800" spc="-315" dirty="0">
                <a:latin typeface="Tahoma"/>
                <a:cs typeface="Tahoma"/>
              </a:rPr>
              <a:t> </a:t>
            </a:r>
            <a:r>
              <a:rPr sz="2800" spc="-150" dirty="0">
                <a:latin typeface="Tahoma"/>
                <a:cs typeface="Tahoma"/>
              </a:rPr>
              <a:t>để</a:t>
            </a:r>
            <a:r>
              <a:rPr sz="2800" spc="-315" dirty="0">
                <a:latin typeface="Tahoma"/>
                <a:cs typeface="Tahoma"/>
              </a:rPr>
              <a:t> </a:t>
            </a:r>
            <a:r>
              <a:rPr sz="2800" spc="-135" dirty="0">
                <a:latin typeface="Tahoma"/>
                <a:cs typeface="Tahoma"/>
              </a:rPr>
              <a:t>chọn:</a:t>
            </a:r>
            <a:r>
              <a:rPr sz="2800" spc="-310" dirty="0">
                <a:latin typeface="Tahoma"/>
                <a:cs typeface="Tahoma"/>
              </a:rPr>
              <a:t> </a:t>
            </a:r>
            <a:r>
              <a:rPr sz="2800" spc="-155" dirty="0">
                <a:latin typeface="Tahoma"/>
                <a:cs typeface="Tahoma"/>
              </a:rPr>
              <a:t>năm,</a:t>
            </a:r>
            <a:r>
              <a:rPr sz="2800" spc="-310" dirty="0">
                <a:latin typeface="Tahoma"/>
                <a:cs typeface="Tahoma"/>
              </a:rPr>
              <a:t> </a:t>
            </a:r>
            <a:r>
              <a:rPr sz="2800" spc="-165" dirty="0">
                <a:latin typeface="Tahoma"/>
                <a:cs typeface="Tahoma"/>
              </a:rPr>
              <a:t>tháng,</a:t>
            </a:r>
            <a:r>
              <a:rPr sz="2800" spc="-30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ngày.</a:t>
            </a:r>
            <a:endParaRPr sz="2800">
              <a:latin typeface="Tahoma"/>
              <a:cs typeface="Tahoma"/>
            </a:endParaRPr>
          </a:p>
          <a:p>
            <a:pPr marL="1331595" lvl="1" indent="-525145">
              <a:lnSpc>
                <a:spcPct val="100000"/>
              </a:lnSpc>
              <a:spcBef>
                <a:spcPts val="1040"/>
              </a:spcBef>
              <a:buSzPct val="42000"/>
              <a:buChar char="•"/>
              <a:tabLst>
                <a:tab pos="1331595" algn="l"/>
              </a:tabLst>
            </a:pPr>
            <a:r>
              <a:rPr sz="2800" spc="-210" dirty="0">
                <a:latin typeface="Tahoma"/>
                <a:cs typeface="Tahoma"/>
              </a:rPr>
              <a:t>&lt;input</a:t>
            </a:r>
            <a:r>
              <a:rPr sz="2800" spc="-305" dirty="0">
                <a:latin typeface="Tahoma"/>
                <a:cs typeface="Tahoma"/>
              </a:rPr>
              <a:t> </a:t>
            </a:r>
            <a:r>
              <a:rPr sz="2800" spc="-240" dirty="0">
                <a:latin typeface="Tahoma"/>
                <a:cs typeface="Tahoma"/>
              </a:rPr>
              <a:t>type="time"&gt;:</a:t>
            </a:r>
            <a:r>
              <a:rPr sz="2800" spc="-305" dirty="0">
                <a:latin typeface="Tahoma"/>
                <a:cs typeface="Tahoma"/>
              </a:rPr>
              <a:t> </a:t>
            </a:r>
            <a:r>
              <a:rPr sz="2800" spc="-190" dirty="0">
                <a:latin typeface="Tahoma"/>
                <a:cs typeface="Tahoma"/>
              </a:rPr>
              <a:t>Dùng</a:t>
            </a:r>
            <a:r>
              <a:rPr sz="2800" spc="-320" dirty="0">
                <a:latin typeface="Tahoma"/>
                <a:cs typeface="Tahoma"/>
              </a:rPr>
              <a:t> </a:t>
            </a:r>
            <a:r>
              <a:rPr sz="2800" spc="-165" dirty="0">
                <a:latin typeface="Tahoma"/>
                <a:cs typeface="Tahoma"/>
              </a:rPr>
              <a:t>để</a:t>
            </a:r>
            <a:r>
              <a:rPr sz="2800" spc="-315" dirty="0">
                <a:latin typeface="Tahoma"/>
                <a:cs typeface="Tahoma"/>
              </a:rPr>
              <a:t> </a:t>
            </a:r>
            <a:r>
              <a:rPr sz="2800" spc="-135" dirty="0">
                <a:latin typeface="Tahoma"/>
                <a:cs typeface="Tahoma"/>
              </a:rPr>
              <a:t>chọn:</a:t>
            </a:r>
            <a:r>
              <a:rPr sz="2800" spc="-310" dirty="0">
                <a:latin typeface="Tahoma"/>
                <a:cs typeface="Tahoma"/>
              </a:rPr>
              <a:t> </a:t>
            </a:r>
            <a:r>
              <a:rPr sz="2800" spc="-185" dirty="0">
                <a:latin typeface="Tahoma"/>
                <a:cs typeface="Tahoma"/>
              </a:rPr>
              <a:t>giờ,</a:t>
            </a:r>
            <a:r>
              <a:rPr sz="2800" spc="-315" dirty="0">
                <a:latin typeface="Tahoma"/>
                <a:cs typeface="Tahoma"/>
              </a:rPr>
              <a:t> </a:t>
            </a:r>
            <a:r>
              <a:rPr sz="2800" spc="-145" dirty="0">
                <a:latin typeface="Tahoma"/>
                <a:cs typeface="Tahoma"/>
              </a:rPr>
              <a:t>phút,</a:t>
            </a:r>
            <a:r>
              <a:rPr sz="2800" spc="-31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giây.</a:t>
            </a:r>
            <a:endParaRPr sz="2800">
              <a:latin typeface="Tahoma"/>
              <a:cs typeface="Tahoma"/>
            </a:endParaRPr>
          </a:p>
          <a:p>
            <a:pPr marL="1331595" lvl="1" indent="-525145">
              <a:lnSpc>
                <a:spcPct val="100000"/>
              </a:lnSpc>
              <a:spcBef>
                <a:spcPts val="1040"/>
              </a:spcBef>
              <a:buSzPct val="42000"/>
              <a:buChar char="•"/>
              <a:tabLst>
                <a:tab pos="1331595" algn="l"/>
              </a:tabLst>
            </a:pPr>
            <a:r>
              <a:rPr sz="2800" spc="-210" dirty="0">
                <a:latin typeface="Tahoma"/>
                <a:cs typeface="Tahoma"/>
              </a:rPr>
              <a:t>&lt;input</a:t>
            </a:r>
            <a:r>
              <a:rPr sz="2800" spc="-290" dirty="0">
                <a:latin typeface="Tahoma"/>
                <a:cs typeface="Tahoma"/>
              </a:rPr>
              <a:t> </a:t>
            </a:r>
            <a:r>
              <a:rPr sz="2800" spc="-175" dirty="0">
                <a:latin typeface="Tahoma"/>
                <a:cs typeface="Tahoma"/>
              </a:rPr>
              <a:t>type="datetime-</a:t>
            </a:r>
            <a:r>
              <a:rPr sz="2800" spc="-165" dirty="0">
                <a:latin typeface="Tahoma"/>
                <a:cs typeface="Tahoma"/>
              </a:rPr>
              <a:t>local"&gt;:</a:t>
            </a:r>
            <a:r>
              <a:rPr sz="2800" spc="-300" dirty="0">
                <a:latin typeface="Tahoma"/>
                <a:cs typeface="Tahoma"/>
              </a:rPr>
              <a:t> </a:t>
            </a:r>
            <a:r>
              <a:rPr sz="2800" spc="-190" dirty="0">
                <a:latin typeface="Tahoma"/>
                <a:cs typeface="Tahoma"/>
              </a:rPr>
              <a:t>Dùng</a:t>
            </a:r>
            <a:r>
              <a:rPr sz="2800" spc="-295" dirty="0">
                <a:latin typeface="Tahoma"/>
                <a:cs typeface="Tahoma"/>
              </a:rPr>
              <a:t> </a:t>
            </a:r>
            <a:r>
              <a:rPr sz="2800" spc="-165" dirty="0">
                <a:latin typeface="Tahoma"/>
                <a:cs typeface="Tahoma"/>
              </a:rPr>
              <a:t>để</a:t>
            </a:r>
            <a:r>
              <a:rPr sz="2800" spc="-305" dirty="0">
                <a:latin typeface="Tahoma"/>
                <a:cs typeface="Tahoma"/>
              </a:rPr>
              <a:t> </a:t>
            </a:r>
            <a:r>
              <a:rPr sz="2800" spc="-135" dirty="0">
                <a:latin typeface="Tahoma"/>
                <a:cs typeface="Tahoma"/>
              </a:rPr>
              <a:t>chọn:</a:t>
            </a:r>
            <a:r>
              <a:rPr sz="2800" spc="-295" dirty="0">
                <a:latin typeface="Tahoma"/>
                <a:cs typeface="Tahoma"/>
              </a:rPr>
              <a:t> </a:t>
            </a:r>
            <a:r>
              <a:rPr sz="2800" spc="-155" dirty="0">
                <a:latin typeface="Tahoma"/>
                <a:cs typeface="Tahoma"/>
              </a:rPr>
              <a:t>năm,</a:t>
            </a:r>
            <a:r>
              <a:rPr sz="2800" spc="-300" dirty="0">
                <a:latin typeface="Tahoma"/>
                <a:cs typeface="Tahoma"/>
              </a:rPr>
              <a:t> </a:t>
            </a:r>
            <a:r>
              <a:rPr sz="2800" spc="-175" dirty="0">
                <a:latin typeface="Tahoma"/>
                <a:cs typeface="Tahoma"/>
              </a:rPr>
              <a:t>tháng,</a:t>
            </a:r>
            <a:r>
              <a:rPr sz="2800" spc="-290" dirty="0">
                <a:latin typeface="Tahoma"/>
                <a:cs typeface="Tahoma"/>
              </a:rPr>
              <a:t> </a:t>
            </a:r>
            <a:r>
              <a:rPr sz="2800" spc="-235" dirty="0">
                <a:latin typeface="Tahoma"/>
                <a:cs typeface="Tahoma"/>
              </a:rPr>
              <a:t>ngày,</a:t>
            </a:r>
            <a:r>
              <a:rPr sz="2800" spc="-295" dirty="0">
                <a:latin typeface="Tahoma"/>
                <a:cs typeface="Tahoma"/>
              </a:rPr>
              <a:t> </a:t>
            </a:r>
            <a:r>
              <a:rPr sz="2800" spc="-185" dirty="0">
                <a:latin typeface="Tahoma"/>
                <a:cs typeface="Tahoma"/>
              </a:rPr>
              <a:t>giờ,</a:t>
            </a:r>
            <a:r>
              <a:rPr sz="2800" spc="-305" dirty="0">
                <a:latin typeface="Tahoma"/>
                <a:cs typeface="Tahoma"/>
              </a:rPr>
              <a:t> </a:t>
            </a:r>
            <a:r>
              <a:rPr sz="2800" spc="-145" dirty="0">
                <a:latin typeface="Tahoma"/>
                <a:cs typeface="Tahoma"/>
              </a:rPr>
              <a:t>phút,</a:t>
            </a:r>
            <a:r>
              <a:rPr sz="2800" spc="-29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giây.</a:t>
            </a:r>
            <a:endParaRPr sz="2800">
              <a:latin typeface="Tahoma"/>
              <a:cs typeface="Tahoma"/>
            </a:endParaRPr>
          </a:p>
          <a:p>
            <a:pPr marL="1331595" lvl="1" indent="-525145">
              <a:lnSpc>
                <a:spcPct val="100000"/>
              </a:lnSpc>
              <a:spcBef>
                <a:spcPts val="1040"/>
              </a:spcBef>
              <a:buSzPct val="42000"/>
              <a:buChar char="•"/>
              <a:tabLst>
                <a:tab pos="1331595" algn="l"/>
              </a:tabLst>
            </a:pPr>
            <a:r>
              <a:rPr sz="2800" spc="-210" dirty="0">
                <a:latin typeface="Tahoma"/>
                <a:cs typeface="Tahoma"/>
              </a:rPr>
              <a:t>&lt;input</a:t>
            </a:r>
            <a:r>
              <a:rPr sz="2800" spc="-300" dirty="0">
                <a:latin typeface="Tahoma"/>
                <a:cs typeface="Tahoma"/>
              </a:rPr>
              <a:t> </a:t>
            </a:r>
            <a:r>
              <a:rPr sz="2800" spc="-225" dirty="0">
                <a:latin typeface="Tahoma"/>
                <a:cs typeface="Tahoma"/>
              </a:rPr>
              <a:t>type="file"&gt;:</a:t>
            </a:r>
            <a:r>
              <a:rPr sz="2800" spc="-305" dirty="0">
                <a:latin typeface="Tahoma"/>
                <a:cs typeface="Tahoma"/>
              </a:rPr>
              <a:t> </a:t>
            </a:r>
            <a:r>
              <a:rPr sz="2800" spc="-190" dirty="0">
                <a:latin typeface="Tahoma"/>
                <a:cs typeface="Tahoma"/>
              </a:rPr>
              <a:t>Dùng</a:t>
            </a:r>
            <a:r>
              <a:rPr sz="2800" spc="-305" dirty="0">
                <a:latin typeface="Tahoma"/>
                <a:cs typeface="Tahoma"/>
              </a:rPr>
              <a:t> </a:t>
            </a:r>
            <a:r>
              <a:rPr sz="2800" spc="-165" dirty="0">
                <a:latin typeface="Tahoma"/>
                <a:cs typeface="Tahoma"/>
              </a:rPr>
              <a:t>để</a:t>
            </a:r>
            <a:r>
              <a:rPr sz="2800" spc="-315" dirty="0">
                <a:latin typeface="Tahoma"/>
                <a:cs typeface="Tahoma"/>
              </a:rPr>
              <a:t> </a:t>
            </a:r>
            <a:r>
              <a:rPr sz="2800" spc="-95" dirty="0">
                <a:latin typeface="Tahoma"/>
                <a:cs typeface="Tahoma"/>
              </a:rPr>
              <a:t>tải</a:t>
            </a:r>
            <a:r>
              <a:rPr sz="2800" spc="-310" dirty="0">
                <a:latin typeface="Tahoma"/>
                <a:cs typeface="Tahoma"/>
              </a:rPr>
              <a:t> </a:t>
            </a:r>
            <a:r>
              <a:rPr sz="2800" spc="-65" dirty="0">
                <a:latin typeface="Tahoma"/>
                <a:cs typeface="Tahoma"/>
              </a:rPr>
              <a:t>file</a:t>
            </a:r>
            <a:r>
              <a:rPr sz="2800" spc="-305" dirty="0">
                <a:latin typeface="Tahoma"/>
                <a:cs typeface="Tahoma"/>
              </a:rPr>
              <a:t> </a:t>
            </a:r>
            <a:r>
              <a:rPr sz="2800" spc="-20" dirty="0">
                <a:latin typeface="Tahoma"/>
                <a:cs typeface="Tahoma"/>
              </a:rPr>
              <a:t>lên.</a:t>
            </a:r>
            <a:endParaRPr sz="2800">
              <a:latin typeface="Tahoma"/>
              <a:cs typeface="Tahoma"/>
            </a:endParaRPr>
          </a:p>
          <a:p>
            <a:pPr marL="1331595" marR="5080" lvl="1" indent="-525780">
              <a:lnSpc>
                <a:spcPct val="130000"/>
              </a:lnSpc>
              <a:buSzPct val="42000"/>
              <a:buChar char="•"/>
              <a:tabLst>
                <a:tab pos="1331595" algn="l"/>
              </a:tabLst>
            </a:pPr>
            <a:r>
              <a:rPr sz="2800" spc="-200" dirty="0">
                <a:latin typeface="Tahoma"/>
                <a:cs typeface="Tahoma"/>
              </a:rPr>
              <a:t>&lt;input</a:t>
            </a:r>
            <a:r>
              <a:rPr sz="2800" spc="-245" dirty="0">
                <a:latin typeface="Tahoma"/>
                <a:cs typeface="Tahoma"/>
              </a:rPr>
              <a:t> </a:t>
            </a:r>
            <a:r>
              <a:rPr sz="2800" spc="-204" dirty="0">
                <a:latin typeface="Tahoma"/>
                <a:cs typeface="Tahoma"/>
              </a:rPr>
              <a:t>type="checkbox"&gt;:</a:t>
            </a:r>
            <a:r>
              <a:rPr sz="2800" spc="-24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Các</a:t>
            </a:r>
            <a:r>
              <a:rPr sz="2800" spc="-240" dirty="0">
                <a:latin typeface="Tahoma"/>
                <a:cs typeface="Tahoma"/>
              </a:rPr>
              <a:t> </a:t>
            </a:r>
            <a:r>
              <a:rPr sz="2800" spc="-135" dirty="0">
                <a:latin typeface="Tahoma"/>
                <a:cs typeface="Tahoma"/>
              </a:rPr>
              <a:t>hộp</a:t>
            </a:r>
            <a:r>
              <a:rPr sz="2800" spc="-229" dirty="0">
                <a:latin typeface="Tahoma"/>
                <a:cs typeface="Tahoma"/>
              </a:rPr>
              <a:t> </a:t>
            </a:r>
            <a:r>
              <a:rPr sz="2800" spc="-114" dirty="0">
                <a:latin typeface="Tahoma"/>
                <a:cs typeface="Tahoma"/>
              </a:rPr>
              <a:t>kiểm</a:t>
            </a:r>
            <a:r>
              <a:rPr sz="2800" spc="-235" dirty="0">
                <a:latin typeface="Tahoma"/>
                <a:cs typeface="Tahoma"/>
              </a:rPr>
              <a:t> </a:t>
            </a:r>
            <a:r>
              <a:rPr sz="2800" spc="-80" dirty="0">
                <a:latin typeface="Tahoma"/>
                <a:cs typeface="Tahoma"/>
              </a:rPr>
              <a:t>cho</a:t>
            </a:r>
            <a:r>
              <a:rPr sz="2800" spc="-240" dirty="0">
                <a:latin typeface="Tahoma"/>
                <a:cs typeface="Tahoma"/>
              </a:rPr>
              <a:t> </a:t>
            </a:r>
            <a:r>
              <a:rPr sz="2800" spc="-135" dirty="0">
                <a:latin typeface="Tahoma"/>
                <a:cs typeface="Tahoma"/>
              </a:rPr>
              <a:t>phép</a:t>
            </a:r>
            <a:r>
              <a:rPr sz="2800" spc="-240" dirty="0">
                <a:latin typeface="Tahoma"/>
                <a:cs typeface="Tahoma"/>
              </a:rPr>
              <a:t> </a:t>
            </a:r>
            <a:r>
              <a:rPr sz="2800" spc="-170" dirty="0">
                <a:latin typeface="Tahoma"/>
                <a:cs typeface="Tahoma"/>
              </a:rPr>
              <a:t>người</a:t>
            </a:r>
            <a:r>
              <a:rPr sz="2800" spc="-229" dirty="0">
                <a:latin typeface="Tahoma"/>
                <a:cs typeface="Tahoma"/>
              </a:rPr>
              <a:t> </a:t>
            </a:r>
            <a:r>
              <a:rPr sz="2800" spc="-180" dirty="0">
                <a:latin typeface="Tahoma"/>
                <a:cs typeface="Tahoma"/>
              </a:rPr>
              <a:t>dùng</a:t>
            </a:r>
            <a:r>
              <a:rPr sz="2800" spc="-245" dirty="0">
                <a:latin typeface="Tahoma"/>
                <a:cs typeface="Tahoma"/>
              </a:rPr>
              <a:t> </a:t>
            </a:r>
            <a:r>
              <a:rPr sz="2800" spc="-100" dirty="0">
                <a:latin typeface="Tahoma"/>
                <a:cs typeface="Tahoma"/>
              </a:rPr>
              <a:t>chọn</a:t>
            </a:r>
            <a:r>
              <a:rPr sz="2800" spc="-245" dirty="0">
                <a:latin typeface="Tahoma"/>
                <a:cs typeface="Tahoma"/>
              </a:rPr>
              <a:t> </a:t>
            </a:r>
            <a:r>
              <a:rPr sz="2800" spc="-110" dirty="0">
                <a:latin typeface="Tahoma"/>
                <a:cs typeface="Tahoma"/>
              </a:rPr>
              <a:t>KHÔNG</a:t>
            </a:r>
            <a:r>
              <a:rPr sz="2800" spc="-240" dirty="0">
                <a:latin typeface="Tahoma"/>
                <a:cs typeface="Tahoma"/>
              </a:rPr>
              <a:t> </a:t>
            </a:r>
            <a:r>
              <a:rPr sz="2800" spc="-80" dirty="0">
                <a:latin typeface="Tahoma"/>
                <a:cs typeface="Tahoma"/>
              </a:rPr>
              <a:t>hoặc</a:t>
            </a:r>
            <a:r>
              <a:rPr sz="2800" spc="-245" dirty="0">
                <a:latin typeface="Tahoma"/>
                <a:cs typeface="Tahoma"/>
              </a:rPr>
              <a:t> </a:t>
            </a:r>
            <a:r>
              <a:rPr sz="2800" spc="-160" dirty="0">
                <a:latin typeface="Tahoma"/>
                <a:cs typeface="Tahoma"/>
              </a:rPr>
              <a:t>NHIỀU</a:t>
            </a:r>
            <a:r>
              <a:rPr sz="2800" spc="-245" dirty="0">
                <a:latin typeface="Tahoma"/>
                <a:cs typeface="Tahoma"/>
              </a:rPr>
              <a:t> </a:t>
            </a:r>
            <a:r>
              <a:rPr sz="2800" spc="-170" dirty="0">
                <a:latin typeface="Tahoma"/>
                <a:cs typeface="Tahoma"/>
              </a:rPr>
              <a:t>tùy</a:t>
            </a:r>
            <a:r>
              <a:rPr sz="2800" spc="-245" dirty="0">
                <a:latin typeface="Tahoma"/>
                <a:cs typeface="Tahoma"/>
              </a:rPr>
              <a:t> </a:t>
            </a:r>
            <a:r>
              <a:rPr sz="2800" spc="-100" dirty="0">
                <a:latin typeface="Tahoma"/>
                <a:cs typeface="Tahoma"/>
              </a:rPr>
              <a:t>chọn</a:t>
            </a:r>
            <a:r>
              <a:rPr sz="2800" spc="-240" dirty="0">
                <a:latin typeface="Tahoma"/>
                <a:cs typeface="Tahoma"/>
              </a:rPr>
              <a:t> </a:t>
            </a:r>
            <a:r>
              <a:rPr sz="2800" spc="-180" dirty="0">
                <a:latin typeface="Tahoma"/>
                <a:cs typeface="Tahoma"/>
              </a:rPr>
              <a:t>trong</a:t>
            </a:r>
            <a:r>
              <a:rPr sz="2800" spc="-245" dirty="0">
                <a:latin typeface="Tahoma"/>
                <a:cs typeface="Tahoma"/>
              </a:rPr>
              <a:t> </a:t>
            </a:r>
            <a:r>
              <a:rPr sz="2800" spc="-75" dirty="0">
                <a:latin typeface="Tahoma"/>
                <a:cs typeface="Tahoma"/>
              </a:rPr>
              <a:t>số</a:t>
            </a:r>
            <a:r>
              <a:rPr sz="2800" spc="-24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các</a:t>
            </a:r>
            <a:r>
              <a:rPr sz="2800" spc="-254" dirty="0">
                <a:latin typeface="Tahoma"/>
                <a:cs typeface="Tahoma"/>
              </a:rPr>
              <a:t> </a:t>
            </a:r>
            <a:r>
              <a:rPr sz="2800" spc="-90" dirty="0">
                <a:latin typeface="Tahoma"/>
                <a:cs typeface="Tahoma"/>
              </a:rPr>
              <a:t>lựa</a:t>
            </a:r>
            <a:r>
              <a:rPr sz="2800" spc="-235" dirty="0">
                <a:latin typeface="Tahoma"/>
                <a:cs typeface="Tahoma"/>
              </a:rPr>
              <a:t> </a:t>
            </a:r>
            <a:r>
              <a:rPr sz="2800" spc="-20" dirty="0">
                <a:latin typeface="Tahoma"/>
                <a:cs typeface="Tahoma"/>
              </a:rPr>
              <a:t>chọn </a:t>
            </a:r>
            <a:r>
              <a:rPr sz="2800" spc="-150" dirty="0">
                <a:latin typeface="Tahoma"/>
                <a:cs typeface="Tahoma"/>
              </a:rPr>
              <a:t>hạn</a:t>
            </a:r>
            <a:r>
              <a:rPr sz="2800" spc="-330" dirty="0">
                <a:latin typeface="Tahoma"/>
                <a:cs typeface="Tahoma"/>
              </a:rPr>
              <a:t> </a:t>
            </a:r>
            <a:r>
              <a:rPr sz="2800" spc="-20" dirty="0">
                <a:latin typeface="Tahoma"/>
                <a:cs typeface="Tahoma"/>
              </a:rPr>
              <a:t>chế.</a:t>
            </a:r>
            <a:endParaRPr sz="2800">
              <a:latin typeface="Tahoma"/>
              <a:cs typeface="Tahoma"/>
            </a:endParaRPr>
          </a:p>
          <a:p>
            <a:pPr marL="1331595" lvl="1" indent="-525145">
              <a:lnSpc>
                <a:spcPct val="100000"/>
              </a:lnSpc>
              <a:spcBef>
                <a:spcPts val="1040"/>
              </a:spcBef>
              <a:buSzPct val="42000"/>
              <a:buChar char="•"/>
              <a:tabLst>
                <a:tab pos="1331595" algn="l"/>
              </a:tabLst>
            </a:pPr>
            <a:r>
              <a:rPr sz="2800" spc="-210" dirty="0">
                <a:latin typeface="Tahoma"/>
                <a:cs typeface="Tahoma"/>
              </a:rPr>
              <a:t>&lt;input</a:t>
            </a:r>
            <a:r>
              <a:rPr sz="2800" spc="-315" dirty="0">
                <a:latin typeface="Tahoma"/>
                <a:cs typeface="Tahoma"/>
              </a:rPr>
              <a:t> </a:t>
            </a:r>
            <a:r>
              <a:rPr sz="2800" spc="-235" dirty="0">
                <a:latin typeface="Tahoma"/>
                <a:cs typeface="Tahoma"/>
              </a:rPr>
              <a:t>type="radio"&gt;:</a:t>
            </a:r>
            <a:r>
              <a:rPr sz="2800" spc="-31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Các</a:t>
            </a:r>
            <a:r>
              <a:rPr sz="2800" spc="-325" dirty="0">
                <a:latin typeface="Tahoma"/>
                <a:cs typeface="Tahoma"/>
              </a:rPr>
              <a:t> </a:t>
            </a:r>
            <a:r>
              <a:rPr sz="2800" spc="-150" dirty="0">
                <a:latin typeface="Tahoma"/>
                <a:cs typeface="Tahoma"/>
              </a:rPr>
              <a:t>nút</a:t>
            </a:r>
            <a:r>
              <a:rPr sz="2800" spc="-325" dirty="0">
                <a:latin typeface="Tahoma"/>
                <a:cs typeface="Tahoma"/>
              </a:rPr>
              <a:t> </a:t>
            </a:r>
            <a:r>
              <a:rPr sz="2800" spc="-125" dirty="0">
                <a:latin typeface="Tahoma"/>
                <a:cs typeface="Tahoma"/>
              </a:rPr>
              <a:t>radio</a:t>
            </a:r>
            <a:r>
              <a:rPr sz="2800" spc="-315" dirty="0">
                <a:latin typeface="Tahoma"/>
                <a:cs typeface="Tahoma"/>
              </a:rPr>
              <a:t> </a:t>
            </a:r>
            <a:r>
              <a:rPr sz="2800" spc="-80" dirty="0">
                <a:latin typeface="Tahoma"/>
                <a:cs typeface="Tahoma"/>
              </a:rPr>
              <a:t>cho</a:t>
            </a:r>
            <a:r>
              <a:rPr sz="2800" spc="-320" dirty="0">
                <a:latin typeface="Tahoma"/>
                <a:cs typeface="Tahoma"/>
              </a:rPr>
              <a:t> </a:t>
            </a:r>
            <a:r>
              <a:rPr sz="2800" spc="-135" dirty="0">
                <a:latin typeface="Tahoma"/>
                <a:cs typeface="Tahoma"/>
              </a:rPr>
              <a:t>phép</a:t>
            </a:r>
            <a:r>
              <a:rPr sz="2800" spc="-320" dirty="0">
                <a:latin typeface="Tahoma"/>
                <a:cs typeface="Tahoma"/>
              </a:rPr>
              <a:t> </a:t>
            </a:r>
            <a:r>
              <a:rPr sz="2800" spc="-170" dirty="0">
                <a:latin typeface="Tahoma"/>
                <a:cs typeface="Tahoma"/>
              </a:rPr>
              <a:t>người</a:t>
            </a:r>
            <a:r>
              <a:rPr sz="2800" spc="-320" dirty="0">
                <a:latin typeface="Tahoma"/>
                <a:cs typeface="Tahoma"/>
              </a:rPr>
              <a:t> </a:t>
            </a:r>
            <a:r>
              <a:rPr sz="2800" spc="-180" dirty="0">
                <a:latin typeface="Tahoma"/>
                <a:cs typeface="Tahoma"/>
              </a:rPr>
              <a:t>dùng</a:t>
            </a:r>
            <a:r>
              <a:rPr sz="2800" spc="-325" dirty="0">
                <a:latin typeface="Tahoma"/>
                <a:cs typeface="Tahoma"/>
              </a:rPr>
              <a:t> </a:t>
            </a:r>
            <a:r>
              <a:rPr sz="2800" spc="-135" dirty="0">
                <a:latin typeface="Tahoma"/>
                <a:cs typeface="Tahoma"/>
              </a:rPr>
              <a:t>CHỈ</a:t>
            </a:r>
            <a:r>
              <a:rPr sz="2800" spc="-315" dirty="0">
                <a:latin typeface="Tahoma"/>
                <a:cs typeface="Tahoma"/>
              </a:rPr>
              <a:t> </a:t>
            </a:r>
            <a:r>
              <a:rPr sz="2800" spc="-100" dirty="0">
                <a:latin typeface="Tahoma"/>
                <a:cs typeface="Tahoma"/>
              </a:rPr>
              <a:t>chọn</a:t>
            </a:r>
            <a:r>
              <a:rPr sz="2800" spc="-325" dirty="0">
                <a:latin typeface="Tahoma"/>
                <a:cs typeface="Tahoma"/>
              </a:rPr>
              <a:t> </a:t>
            </a:r>
            <a:r>
              <a:rPr sz="2800" spc="-245" dirty="0">
                <a:latin typeface="Tahoma"/>
                <a:cs typeface="Tahoma"/>
              </a:rPr>
              <a:t>MỘT</a:t>
            </a:r>
            <a:r>
              <a:rPr sz="2800" spc="-325" dirty="0">
                <a:latin typeface="Tahoma"/>
                <a:cs typeface="Tahoma"/>
              </a:rPr>
              <a:t> </a:t>
            </a:r>
            <a:r>
              <a:rPr sz="2800" spc="-180" dirty="0">
                <a:latin typeface="Tahoma"/>
                <a:cs typeface="Tahoma"/>
              </a:rPr>
              <a:t>trong</a:t>
            </a:r>
            <a:r>
              <a:rPr sz="2800" spc="-320" dirty="0">
                <a:latin typeface="Tahoma"/>
                <a:cs typeface="Tahoma"/>
              </a:rPr>
              <a:t> </a:t>
            </a:r>
            <a:r>
              <a:rPr sz="2800" spc="-80" dirty="0">
                <a:latin typeface="Tahoma"/>
                <a:cs typeface="Tahoma"/>
              </a:rPr>
              <a:t>số</a:t>
            </a:r>
            <a:r>
              <a:rPr sz="2800" spc="-32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các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-90" dirty="0">
                <a:latin typeface="Tahoma"/>
                <a:cs typeface="Tahoma"/>
              </a:rPr>
              <a:t>lựa</a:t>
            </a:r>
            <a:r>
              <a:rPr sz="2800" spc="-315" dirty="0">
                <a:latin typeface="Tahoma"/>
                <a:cs typeface="Tahoma"/>
              </a:rPr>
              <a:t> </a:t>
            </a:r>
            <a:r>
              <a:rPr sz="2800" spc="-20" dirty="0">
                <a:latin typeface="Tahoma"/>
                <a:cs typeface="Tahoma"/>
              </a:rPr>
              <a:t>chọn.</a:t>
            </a:r>
            <a:endParaRPr sz="2800">
              <a:latin typeface="Tahoma"/>
              <a:cs typeface="Tahoma"/>
            </a:endParaRPr>
          </a:p>
          <a:p>
            <a:pPr marL="1331595" lvl="1" indent="-525145">
              <a:lnSpc>
                <a:spcPct val="100000"/>
              </a:lnSpc>
              <a:spcBef>
                <a:spcPts val="1035"/>
              </a:spcBef>
              <a:buSzPct val="42000"/>
              <a:buChar char="•"/>
              <a:tabLst>
                <a:tab pos="1331595" algn="l"/>
              </a:tabLst>
            </a:pPr>
            <a:r>
              <a:rPr sz="2800" spc="-210" dirty="0">
                <a:latin typeface="Tahoma"/>
                <a:cs typeface="Tahoma"/>
              </a:rPr>
              <a:t>&lt;input</a:t>
            </a:r>
            <a:r>
              <a:rPr sz="2800" spc="-320" dirty="0">
                <a:latin typeface="Tahoma"/>
                <a:cs typeface="Tahoma"/>
              </a:rPr>
              <a:t> </a:t>
            </a:r>
            <a:r>
              <a:rPr sz="2800" spc="-254" dirty="0">
                <a:latin typeface="Tahoma"/>
                <a:cs typeface="Tahoma"/>
              </a:rPr>
              <a:t>type="range"&gt;:</a:t>
            </a:r>
            <a:r>
              <a:rPr sz="2800" spc="-310" dirty="0">
                <a:latin typeface="Tahoma"/>
                <a:cs typeface="Tahoma"/>
              </a:rPr>
              <a:t> </a:t>
            </a:r>
            <a:r>
              <a:rPr sz="2800" spc="-285" dirty="0">
                <a:latin typeface="Tahoma"/>
                <a:cs typeface="Tahoma"/>
              </a:rPr>
              <a:t>Tạo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-135" dirty="0">
                <a:latin typeface="Tahoma"/>
                <a:cs typeface="Tahoma"/>
              </a:rPr>
              <a:t>thanh</a:t>
            </a:r>
            <a:r>
              <a:rPr sz="2800" spc="-325" dirty="0">
                <a:latin typeface="Tahoma"/>
                <a:cs typeface="Tahoma"/>
              </a:rPr>
              <a:t> </a:t>
            </a:r>
            <a:r>
              <a:rPr sz="2800" spc="-150" dirty="0">
                <a:latin typeface="Tahoma"/>
                <a:cs typeface="Tahoma"/>
              </a:rPr>
              <a:t>trượt</a:t>
            </a:r>
            <a:r>
              <a:rPr sz="2800" spc="-330" dirty="0">
                <a:latin typeface="Tahoma"/>
                <a:cs typeface="Tahoma"/>
              </a:rPr>
              <a:t> </a:t>
            </a:r>
            <a:r>
              <a:rPr sz="2800" spc="-145" dirty="0">
                <a:latin typeface="Tahoma"/>
                <a:cs typeface="Tahoma"/>
              </a:rPr>
              <a:t>giá</a:t>
            </a:r>
            <a:r>
              <a:rPr sz="2800" spc="-330" dirty="0">
                <a:latin typeface="Tahoma"/>
                <a:cs typeface="Tahoma"/>
              </a:rPr>
              <a:t> </a:t>
            </a:r>
            <a:r>
              <a:rPr sz="2800" spc="-105" dirty="0">
                <a:latin typeface="Tahoma"/>
                <a:cs typeface="Tahoma"/>
              </a:rPr>
              <a:t>trị.</a:t>
            </a:r>
            <a:r>
              <a:rPr sz="2800" spc="-325" dirty="0">
                <a:latin typeface="Tahoma"/>
                <a:cs typeface="Tahoma"/>
              </a:rPr>
              <a:t> </a:t>
            </a:r>
            <a:r>
              <a:rPr sz="2800" spc="-135" dirty="0">
                <a:latin typeface="Tahoma"/>
                <a:cs typeface="Tahoma"/>
              </a:rPr>
              <a:t>Phạm</a:t>
            </a:r>
            <a:r>
              <a:rPr sz="2800" spc="-325" dirty="0">
                <a:latin typeface="Tahoma"/>
                <a:cs typeface="Tahoma"/>
              </a:rPr>
              <a:t> </a:t>
            </a:r>
            <a:r>
              <a:rPr sz="2800" spc="-145" dirty="0">
                <a:latin typeface="Tahoma"/>
                <a:cs typeface="Tahoma"/>
              </a:rPr>
              <a:t>vi</a:t>
            </a:r>
            <a:r>
              <a:rPr sz="2800" spc="-330" dirty="0">
                <a:latin typeface="Tahoma"/>
                <a:cs typeface="Tahoma"/>
              </a:rPr>
              <a:t> </a:t>
            </a:r>
            <a:r>
              <a:rPr sz="2800" spc="-75" dirty="0">
                <a:latin typeface="Tahoma"/>
                <a:cs typeface="Tahoma"/>
              </a:rPr>
              <a:t>mặc</a:t>
            </a:r>
            <a:r>
              <a:rPr sz="2800" spc="-330" dirty="0">
                <a:latin typeface="Tahoma"/>
                <a:cs typeface="Tahoma"/>
              </a:rPr>
              <a:t> </a:t>
            </a:r>
            <a:r>
              <a:rPr sz="2800" spc="-130" dirty="0">
                <a:latin typeface="Tahoma"/>
                <a:cs typeface="Tahoma"/>
              </a:rPr>
              <a:t>định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-55" dirty="0">
                <a:latin typeface="Tahoma"/>
                <a:cs typeface="Tahoma"/>
              </a:rPr>
              <a:t>là</a:t>
            </a:r>
            <a:r>
              <a:rPr sz="2800" spc="-325" dirty="0">
                <a:latin typeface="Tahoma"/>
                <a:cs typeface="Tahoma"/>
              </a:rPr>
              <a:t> </a:t>
            </a:r>
            <a:r>
              <a:rPr sz="2800" spc="-145" dirty="0">
                <a:latin typeface="Tahoma"/>
                <a:cs typeface="Tahoma"/>
              </a:rPr>
              <a:t>từ</a:t>
            </a:r>
            <a:r>
              <a:rPr sz="2800" spc="-330" dirty="0">
                <a:latin typeface="Tahoma"/>
                <a:cs typeface="Tahoma"/>
              </a:rPr>
              <a:t> </a:t>
            </a:r>
            <a:r>
              <a:rPr sz="2800" spc="-114" dirty="0">
                <a:latin typeface="Tahoma"/>
                <a:cs typeface="Tahoma"/>
              </a:rPr>
              <a:t>0</a:t>
            </a:r>
            <a:r>
              <a:rPr sz="2800" spc="-330" dirty="0">
                <a:latin typeface="Tahoma"/>
                <a:cs typeface="Tahoma"/>
              </a:rPr>
              <a:t> </a:t>
            </a:r>
            <a:r>
              <a:rPr sz="2800" spc="-150" dirty="0">
                <a:latin typeface="Tahoma"/>
                <a:cs typeface="Tahoma"/>
              </a:rPr>
              <a:t>đến</a:t>
            </a:r>
            <a:r>
              <a:rPr sz="2800" spc="-325" dirty="0">
                <a:latin typeface="Tahoma"/>
                <a:cs typeface="Tahoma"/>
              </a:rPr>
              <a:t> </a:t>
            </a:r>
            <a:r>
              <a:rPr sz="2800" spc="-125" dirty="0">
                <a:latin typeface="Tahoma"/>
                <a:cs typeface="Tahoma"/>
              </a:rPr>
              <a:t>100.</a:t>
            </a:r>
            <a:r>
              <a:rPr sz="2800" spc="-320" dirty="0">
                <a:latin typeface="Tahoma"/>
                <a:cs typeface="Tahoma"/>
              </a:rPr>
              <a:t> </a:t>
            </a:r>
            <a:r>
              <a:rPr sz="2800" spc="-130" dirty="0">
                <a:latin typeface="Tahoma"/>
                <a:cs typeface="Tahoma"/>
              </a:rPr>
              <a:t>Step</a:t>
            </a:r>
            <a:r>
              <a:rPr sz="2800" spc="-330" dirty="0">
                <a:latin typeface="Tahoma"/>
                <a:cs typeface="Tahoma"/>
              </a:rPr>
              <a:t> </a:t>
            </a:r>
            <a:r>
              <a:rPr sz="2800" spc="-75" dirty="0">
                <a:latin typeface="Tahoma"/>
                <a:cs typeface="Tahoma"/>
              </a:rPr>
              <a:t>mặc</a:t>
            </a:r>
            <a:r>
              <a:rPr sz="2800" spc="-330" dirty="0">
                <a:latin typeface="Tahoma"/>
                <a:cs typeface="Tahoma"/>
              </a:rPr>
              <a:t> </a:t>
            </a:r>
            <a:r>
              <a:rPr sz="2800" spc="-130" dirty="0">
                <a:latin typeface="Tahoma"/>
                <a:cs typeface="Tahoma"/>
              </a:rPr>
              <a:t>định</a:t>
            </a:r>
            <a:r>
              <a:rPr sz="2800" spc="-325" dirty="0">
                <a:latin typeface="Tahoma"/>
                <a:cs typeface="Tahoma"/>
              </a:rPr>
              <a:t> </a:t>
            </a:r>
            <a:r>
              <a:rPr sz="2800" spc="-55" dirty="0">
                <a:latin typeface="Tahoma"/>
                <a:cs typeface="Tahoma"/>
              </a:rPr>
              <a:t>là</a:t>
            </a:r>
            <a:r>
              <a:rPr sz="2800" spc="-320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1.</a:t>
            </a:r>
            <a:endParaRPr sz="2800">
              <a:latin typeface="Tahoma"/>
              <a:cs typeface="Tahoma"/>
            </a:endParaRPr>
          </a:p>
          <a:p>
            <a:pPr marL="1331595" lvl="1" indent="-525145">
              <a:lnSpc>
                <a:spcPct val="100000"/>
              </a:lnSpc>
              <a:spcBef>
                <a:spcPts val="1040"/>
              </a:spcBef>
              <a:buSzPct val="42000"/>
              <a:buChar char="•"/>
              <a:tabLst>
                <a:tab pos="1331595" algn="l"/>
              </a:tabLst>
            </a:pPr>
            <a:r>
              <a:rPr sz="2800" spc="-200" dirty="0">
                <a:latin typeface="Tahoma"/>
                <a:cs typeface="Tahoma"/>
              </a:rPr>
              <a:t>&lt;input</a:t>
            </a:r>
            <a:r>
              <a:rPr sz="2800" spc="-310" dirty="0">
                <a:latin typeface="Tahoma"/>
                <a:cs typeface="Tahoma"/>
              </a:rPr>
              <a:t> </a:t>
            </a:r>
            <a:r>
              <a:rPr sz="2800" spc="-210" dirty="0">
                <a:latin typeface="Tahoma"/>
                <a:cs typeface="Tahoma"/>
              </a:rPr>
              <a:t>type="color"&gt;:</a:t>
            </a:r>
            <a:r>
              <a:rPr sz="2800" spc="-315" dirty="0">
                <a:latin typeface="Tahoma"/>
                <a:cs typeface="Tahoma"/>
              </a:rPr>
              <a:t> </a:t>
            </a:r>
            <a:r>
              <a:rPr sz="2800" spc="-190" dirty="0">
                <a:latin typeface="Tahoma"/>
                <a:cs typeface="Tahoma"/>
              </a:rPr>
              <a:t>Dùng</a:t>
            </a:r>
            <a:r>
              <a:rPr sz="2800" spc="-315" dirty="0">
                <a:latin typeface="Tahoma"/>
                <a:cs typeface="Tahoma"/>
              </a:rPr>
              <a:t> </a:t>
            </a:r>
            <a:r>
              <a:rPr sz="2800" spc="-150" dirty="0">
                <a:latin typeface="Tahoma"/>
                <a:cs typeface="Tahoma"/>
              </a:rPr>
              <a:t>để</a:t>
            </a:r>
            <a:r>
              <a:rPr sz="2800" spc="-325" dirty="0">
                <a:latin typeface="Tahoma"/>
                <a:cs typeface="Tahoma"/>
              </a:rPr>
              <a:t> </a:t>
            </a:r>
            <a:r>
              <a:rPr sz="2800" spc="-100" dirty="0">
                <a:latin typeface="Tahoma"/>
                <a:cs typeface="Tahoma"/>
              </a:rPr>
              <a:t>chọn</a:t>
            </a:r>
            <a:r>
              <a:rPr sz="2800" spc="-315" dirty="0">
                <a:latin typeface="Tahoma"/>
                <a:cs typeface="Tahoma"/>
              </a:rPr>
              <a:t> </a:t>
            </a:r>
            <a:r>
              <a:rPr sz="2800" spc="-155" dirty="0">
                <a:latin typeface="Tahoma"/>
                <a:cs typeface="Tahoma"/>
              </a:rPr>
              <a:t>màu</a:t>
            </a:r>
            <a:r>
              <a:rPr sz="2800" spc="-315" dirty="0">
                <a:latin typeface="Tahoma"/>
                <a:cs typeface="Tahoma"/>
              </a:rPr>
              <a:t> </a:t>
            </a:r>
            <a:r>
              <a:rPr sz="2800" spc="-20" dirty="0">
                <a:latin typeface="Tahoma"/>
                <a:cs typeface="Tahoma"/>
              </a:rPr>
              <a:t>sắc.</a:t>
            </a:r>
            <a:endParaRPr sz="2800" spc="-2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484" dirty="0"/>
              <a:t>CHƯƠNG</a:t>
            </a:r>
            <a:r>
              <a:rPr spc="-580" dirty="0"/>
              <a:t> </a:t>
            </a:r>
            <a:r>
              <a:rPr spc="-919" dirty="0"/>
              <a:t>II:</a:t>
            </a:r>
            <a:r>
              <a:rPr spc="-575" dirty="0"/>
              <a:t> </a:t>
            </a:r>
            <a:r>
              <a:rPr spc="-715" dirty="0"/>
              <a:t>HTML</a:t>
            </a:r>
            <a:r>
              <a:rPr spc="-585" dirty="0"/>
              <a:t> </a:t>
            </a:r>
            <a:r>
              <a:rPr spc="-905" dirty="0"/>
              <a:t>&amp;</a:t>
            </a:r>
            <a:r>
              <a:rPr spc="-580" dirty="0"/>
              <a:t> </a:t>
            </a:r>
            <a:r>
              <a:rPr spc="-715" dirty="0"/>
              <a:t>HTML5</a:t>
            </a:r>
            <a:endParaRPr spc="-715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  <p:sp>
        <p:nvSpPr>
          <p:cNvPr id="15" name="object 13"/>
          <p:cNvSpPr txBox="1">
            <a:spLocks noGrp="1"/>
          </p:cNvSpPr>
          <p:nvPr>
            <p:ph type="dt" sz="half" idx="6"/>
          </p:nvPr>
        </p:nvSpPr>
        <p:spPr>
          <a:xfrm>
            <a:off x="601345" y="10674350"/>
            <a:ext cx="5245100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85" dirty="0">
                <a:solidFill>
                  <a:schemeClr val="tx1"/>
                </a:solidFill>
              </a:rPr>
              <a:t>THIẾT </a:t>
            </a:r>
            <a:r>
              <a:rPr spc="-110" dirty="0">
                <a:solidFill>
                  <a:schemeClr val="tx1"/>
                </a:solidFill>
              </a:rPr>
              <a:t>KẾ</a:t>
            </a:r>
            <a:r>
              <a:rPr spc="-190" dirty="0">
                <a:solidFill>
                  <a:schemeClr val="tx1"/>
                </a:solidFill>
              </a:rPr>
              <a:t> </a:t>
            </a:r>
            <a:r>
              <a:rPr spc="-110" dirty="0">
                <a:solidFill>
                  <a:schemeClr val="tx1"/>
                </a:solidFill>
              </a:rPr>
              <a:t>WEB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VÀ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45" dirty="0">
                <a:solidFill>
                  <a:schemeClr val="tx1"/>
                </a:solidFill>
              </a:rPr>
              <a:t>TRIỂN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KHAI</a:t>
            </a:r>
            <a:r>
              <a:rPr spc="-200" dirty="0">
                <a:solidFill>
                  <a:schemeClr val="tx1"/>
                </a:solidFill>
              </a:rPr>
              <a:t> </a:t>
            </a:r>
            <a:r>
              <a:rPr spc="-80" dirty="0">
                <a:solidFill>
                  <a:schemeClr val="tx1"/>
                </a:solidFill>
              </a:rPr>
              <a:t>HỆ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95" dirty="0">
                <a:solidFill>
                  <a:schemeClr val="tx1"/>
                </a:solidFill>
              </a:rPr>
              <a:t>THỐNG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75" dirty="0">
                <a:solidFill>
                  <a:schemeClr val="tx1"/>
                </a:solidFill>
              </a:rPr>
              <a:t>PHẦN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25" dirty="0">
                <a:solidFill>
                  <a:schemeClr val="tx1"/>
                </a:solidFill>
              </a:rPr>
              <a:t>MỀM</a:t>
            </a:r>
            <a:endParaRPr spc="-20" dirty="0">
              <a:solidFill>
                <a:schemeClr val="tx1"/>
              </a:solidFill>
            </a:endParaRPr>
          </a:p>
        </p:txBody>
      </p:sp>
      <p:sp>
        <p:nvSpPr>
          <p:cNvPr id="16" name="object 6"/>
          <p:cNvSpPr/>
          <p:nvPr/>
        </p:nvSpPr>
        <p:spPr>
          <a:xfrm>
            <a:off x="523544" y="10447221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8063A1"/>
            </a:solidFill>
          </a:ln>
        </p:spPr>
        <p:txBody>
          <a:bodyPr wrap="square" lIns="0" tIns="0" rIns="0" bIns="0" rtlCol="0"/>
          <a:p/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71926" y="2201978"/>
            <a:ext cx="9552239" cy="2845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23380" y="2191265"/>
            <a:ext cx="16322040" cy="7520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36750">
              <a:lnSpc>
                <a:spcPct val="100000"/>
              </a:lnSpc>
              <a:spcBef>
                <a:spcPts val="100"/>
              </a:spcBef>
            </a:pPr>
            <a:r>
              <a:rPr sz="4400" b="1" spc="-465" dirty="0">
                <a:latin typeface="Tahoma"/>
                <a:cs typeface="Tahoma"/>
              </a:rPr>
              <a:t>2.4</a:t>
            </a:r>
            <a:r>
              <a:rPr sz="4400" b="1" spc="-500" dirty="0">
                <a:latin typeface="Tahoma"/>
                <a:cs typeface="Tahoma"/>
              </a:rPr>
              <a:t> </a:t>
            </a:r>
            <a:r>
              <a:rPr sz="4400" b="1" spc="-265" dirty="0">
                <a:latin typeface="Tahoma"/>
                <a:cs typeface="Tahoma"/>
              </a:rPr>
              <a:t>Các</a:t>
            </a:r>
            <a:r>
              <a:rPr sz="4400" b="1" spc="-490" dirty="0">
                <a:latin typeface="Tahoma"/>
                <a:cs typeface="Tahoma"/>
              </a:rPr>
              <a:t> </a:t>
            </a:r>
            <a:r>
              <a:rPr sz="4400" b="1" spc="-459" dirty="0">
                <a:latin typeface="Tahoma"/>
                <a:cs typeface="Tahoma"/>
              </a:rPr>
              <a:t>thẻ</a:t>
            </a:r>
            <a:r>
              <a:rPr sz="4400" b="1" spc="-495" dirty="0">
                <a:latin typeface="Tahoma"/>
                <a:cs typeface="Tahoma"/>
              </a:rPr>
              <a:t> </a:t>
            </a:r>
            <a:r>
              <a:rPr sz="4400" b="1" spc="-455" dirty="0">
                <a:latin typeface="Tahoma"/>
                <a:cs typeface="Tahoma"/>
              </a:rPr>
              <a:t>tạo</a:t>
            </a:r>
            <a:r>
              <a:rPr sz="4400" b="1" spc="-495" dirty="0">
                <a:latin typeface="Tahoma"/>
                <a:cs typeface="Tahoma"/>
              </a:rPr>
              <a:t> </a:t>
            </a:r>
            <a:r>
              <a:rPr sz="4400" b="1" spc="-405" dirty="0">
                <a:latin typeface="Tahoma"/>
                <a:cs typeface="Tahoma"/>
              </a:rPr>
              <a:t>biểu</a:t>
            </a:r>
            <a:r>
              <a:rPr sz="4400" b="1" spc="-495" dirty="0">
                <a:latin typeface="Tahoma"/>
                <a:cs typeface="Tahoma"/>
              </a:rPr>
              <a:t> </a:t>
            </a:r>
            <a:r>
              <a:rPr sz="4400" b="1" spc="-550" dirty="0">
                <a:latin typeface="Tahoma"/>
                <a:cs typeface="Tahoma"/>
              </a:rPr>
              <a:t>mẫu</a:t>
            </a:r>
            <a:r>
              <a:rPr sz="4400" b="1" spc="-500" dirty="0">
                <a:latin typeface="Tahoma"/>
                <a:cs typeface="Tahoma"/>
              </a:rPr>
              <a:t> </a:t>
            </a:r>
            <a:r>
              <a:rPr sz="4400" b="1" spc="-520" dirty="0">
                <a:latin typeface="Tahoma"/>
                <a:cs typeface="Tahoma"/>
              </a:rPr>
              <a:t>(forms)</a:t>
            </a:r>
            <a:endParaRPr sz="4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90"/>
              </a:spcBef>
            </a:pPr>
            <a:endParaRPr sz="4400">
              <a:latin typeface="Tahoma"/>
              <a:cs typeface="Tahoma"/>
            </a:endParaRPr>
          </a:p>
          <a:p>
            <a:pPr marL="577850" indent="-565150">
              <a:lnSpc>
                <a:spcPct val="100000"/>
              </a:lnSpc>
              <a:buSzPct val="43000"/>
              <a:buChar char="•"/>
              <a:tabLst>
                <a:tab pos="577850" algn="l"/>
              </a:tabLst>
            </a:pPr>
            <a:r>
              <a:rPr sz="2800" dirty="0">
                <a:latin typeface="Tahoma"/>
                <a:cs typeface="Tahoma"/>
              </a:rPr>
              <a:t>Các</a:t>
            </a:r>
            <a:r>
              <a:rPr sz="2800" spc="-325" dirty="0">
                <a:latin typeface="Tahoma"/>
                <a:cs typeface="Tahoma"/>
              </a:rPr>
              <a:t> </a:t>
            </a:r>
            <a:r>
              <a:rPr sz="2800" spc="-105" dirty="0">
                <a:latin typeface="Tahoma"/>
                <a:cs typeface="Tahoma"/>
              </a:rPr>
              <a:t>thuộc</a:t>
            </a:r>
            <a:r>
              <a:rPr sz="2800" spc="-320" dirty="0">
                <a:latin typeface="Tahoma"/>
                <a:cs typeface="Tahoma"/>
              </a:rPr>
              <a:t> </a:t>
            </a:r>
            <a:r>
              <a:rPr sz="2800" spc="-114" dirty="0">
                <a:latin typeface="Tahoma"/>
                <a:cs typeface="Tahoma"/>
              </a:rPr>
              <a:t>tính</a:t>
            </a:r>
            <a:r>
              <a:rPr sz="2800" spc="-330" dirty="0">
                <a:latin typeface="Tahoma"/>
                <a:cs typeface="Tahoma"/>
              </a:rPr>
              <a:t> </a:t>
            </a:r>
            <a:r>
              <a:rPr sz="2800" spc="-85" dirty="0">
                <a:latin typeface="Tahoma"/>
                <a:cs typeface="Tahoma"/>
              </a:rPr>
              <a:t>của</a:t>
            </a:r>
            <a:r>
              <a:rPr sz="2800" spc="-330" dirty="0">
                <a:latin typeface="Tahoma"/>
                <a:cs typeface="Tahoma"/>
              </a:rPr>
              <a:t> </a:t>
            </a:r>
            <a:r>
              <a:rPr sz="2800" spc="-145" dirty="0">
                <a:latin typeface="Tahoma"/>
                <a:cs typeface="Tahoma"/>
              </a:rPr>
              <a:t>thẻ</a:t>
            </a:r>
            <a:r>
              <a:rPr sz="2800" spc="-32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input:</a:t>
            </a:r>
            <a:endParaRPr sz="2800">
              <a:latin typeface="Tahoma"/>
              <a:cs typeface="Tahoma"/>
            </a:endParaRPr>
          </a:p>
          <a:p>
            <a:pPr marL="1331595" lvl="1" indent="-525145">
              <a:lnSpc>
                <a:spcPct val="100000"/>
              </a:lnSpc>
              <a:spcBef>
                <a:spcPts val="980"/>
              </a:spcBef>
              <a:buSzPct val="49000"/>
              <a:buChar char="•"/>
              <a:tabLst>
                <a:tab pos="1331595" algn="l"/>
              </a:tabLst>
            </a:pPr>
            <a:r>
              <a:rPr sz="2450" spc="-130" dirty="0">
                <a:latin typeface="Tahoma"/>
                <a:cs typeface="Tahoma"/>
              </a:rPr>
              <a:t>value: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125" dirty="0">
                <a:latin typeface="Tahoma"/>
                <a:cs typeface="Tahoma"/>
              </a:rPr>
              <a:t>Thuộc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90" dirty="0">
                <a:latin typeface="Tahoma"/>
                <a:cs typeface="Tahoma"/>
              </a:rPr>
              <a:t>tính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110" dirty="0">
                <a:latin typeface="Tahoma"/>
                <a:cs typeface="Tahoma"/>
              </a:rPr>
              <a:t>value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30" dirty="0">
                <a:latin typeface="Tahoma"/>
                <a:cs typeface="Tahoma"/>
              </a:rPr>
              <a:t>chỉ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100" dirty="0">
                <a:latin typeface="Tahoma"/>
                <a:cs typeface="Tahoma"/>
              </a:rPr>
              <a:t>định</a:t>
            </a:r>
            <a:r>
              <a:rPr sz="2450" spc="-285" dirty="0">
                <a:latin typeface="Tahoma"/>
                <a:cs typeface="Tahoma"/>
              </a:rPr>
              <a:t> </a:t>
            </a:r>
            <a:r>
              <a:rPr sz="2450" spc="-130" dirty="0">
                <a:latin typeface="Tahoma"/>
                <a:cs typeface="Tahoma"/>
              </a:rPr>
              <a:t>giá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85" dirty="0">
                <a:latin typeface="Tahoma"/>
                <a:cs typeface="Tahoma"/>
              </a:rPr>
              <a:t>trị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100" dirty="0">
                <a:latin typeface="Tahoma"/>
                <a:cs typeface="Tahoma"/>
              </a:rPr>
              <a:t>ban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120" dirty="0">
                <a:latin typeface="Tahoma"/>
                <a:cs typeface="Tahoma"/>
              </a:rPr>
              <a:t>đầu</a:t>
            </a:r>
            <a:r>
              <a:rPr sz="2450" spc="-290" dirty="0">
                <a:latin typeface="Tahoma"/>
                <a:cs typeface="Tahoma"/>
              </a:rPr>
              <a:t> </a:t>
            </a:r>
            <a:r>
              <a:rPr sz="2450" spc="-60" dirty="0">
                <a:latin typeface="Tahoma"/>
                <a:cs typeface="Tahoma"/>
              </a:rPr>
              <a:t>cho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140" dirty="0">
                <a:latin typeface="Tahoma"/>
                <a:cs typeface="Tahoma"/>
              </a:rPr>
              <a:t>trường</a:t>
            </a:r>
            <a:r>
              <a:rPr sz="2450" spc="-285" dirty="0">
                <a:latin typeface="Tahoma"/>
                <a:cs typeface="Tahoma"/>
              </a:rPr>
              <a:t> </a:t>
            </a:r>
            <a:r>
              <a:rPr sz="2450" spc="-120" dirty="0">
                <a:latin typeface="Tahoma"/>
                <a:cs typeface="Tahoma"/>
              </a:rPr>
              <a:t>đầu</a:t>
            </a:r>
            <a:r>
              <a:rPr sz="2450" spc="-270" dirty="0">
                <a:latin typeface="Tahoma"/>
                <a:cs typeface="Tahoma"/>
              </a:rPr>
              <a:t> </a:t>
            </a:r>
            <a:r>
              <a:rPr sz="2450" spc="-20" dirty="0">
                <a:latin typeface="Tahoma"/>
                <a:cs typeface="Tahoma"/>
              </a:rPr>
              <a:t>vào.</a:t>
            </a:r>
            <a:endParaRPr sz="2450">
              <a:latin typeface="Tahoma"/>
              <a:cs typeface="Tahoma"/>
            </a:endParaRPr>
          </a:p>
          <a:p>
            <a:pPr marL="1331595" lvl="1" indent="-525145">
              <a:lnSpc>
                <a:spcPct val="100000"/>
              </a:lnSpc>
              <a:spcBef>
                <a:spcPts val="920"/>
              </a:spcBef>
              <a:buSzPct val="49000"/>
              <a:buChar char="•"/>
              <a:tabLst>
                <a:tab pos="1331595" algn="l"/>
              </a:tabLst>
            </a:pPr>
            <a:r>
              <a:rPr sz="2450" spc="-10" dirty="0">
                <a:latin typeface="Tahoma"/>
                <a:cs typeface="Tahoma"/>
              </a:rPr>
              <a:t>readonly</a:t>
            </a:r>
            <a:endParaRPr sz="2450">
              <a:latin typeface="Tahoma"/>
              <a:cs typeface="Tahoma"/>
            </a:endParaRPr>
          </a:p>
          <a:p>
            <a:pPr marL="2085340" lvl="2" indent="-419100">
              <a:lnSpc>
                <a:spcPct val="100000"/>
              </a:lnSpc>
              <a:spcBef>
                <a:spcPts val="820"/>
              </a:spcBef>
              <a:buSzPct val="57000"/>
              <a:buChar char="•"/>
              <a:tabLst>
                <a:tab pos="2084705" algn="l"/>
              </a:tabLst>
            </a:pPr>
            <a:r>
              <a:rPr sz="2100" spc="-135" dirty="0">
                <a:latin typeface="Tahoma"/>
                <a:cs typeface="Tahoma"/>
              </a:rPr>
              <a:t>Thuộc</a:t>
            </a:r>
            <a:r>
              <a:rPr sz="2100" spc="-245" dirty="0">
                <a:latin typeface="Tahoma"/>
                <a:cs typeface="Tahoma"/>
              </a:rPr>
              <a:t> </a:t>
            </a:r>
            <a:r>
              <a:rPr sz="2100" spc="-85" dirty="0">
                <a:latin typeface="Tahoma"/>
                <a:cs typeface="Tahoma"/>
              </a:rPr>
              <a:t>tính</a:t>
            </a:r>
            <a:r>
              <a:rPr sz="2100" spc="-235" dirty="0">
                <a:latin typeface="Tahoma"/>
                <a:cs typeface="Tahoma"/>
              </a:rPr>
              <a:t> </a:t>
            </a:r>
            <a:r>
              <a:rPr sz="2100" spc="-110" dirty="0">
                <a:latin typeface="Tahoma"/>
                <a:cs typeface="Tahoma"/>
              </a:rPr>
              <a:t>readonly</a:t>
            </a:r>
            <a:r>
              <a:rPr sz="2100" spc="-245" dirty="0">
                <a:latin typeface="Tahoma"/>
                <a:cs typeface="Tahoma"/>
              </a:rPr>
              <a:t> </a:t>
            </a:r>
            <a:r>
              <a:rPr sz="2100" spc="-95" dirty="0">
                <a:latin typeface="Tahoma"/>
                <a:cs typeface="Tahoma"/>
              </a:rPr>
              <a:t>xác</a:t>
            </a:r>
            <a:r>
              <a:rPr sz="2100" spc="-229" dirty="0">
                <a:latin typeface="Tahoma"/>
                <a:cs typeface="Tahoma"/>
              </a:rPr>
              <a:t> </a:t>
            </a:r>
            <a:r>
              <a:rPr sz="2100" spc="-100" dirty="0">
                <a:latin typeface="Tahoma"/>
                <a:cs typeface="Tahoma"/>
              </a:rPr>
              <a:t>định</a:t>
            </a:r>
            <a:r>
              <a:rPr sz="2100" spc="-250" dirty="0">
                <a:latin typeface="Tahoma"/>
                <a:cs typeface="Tahoma"/>
              </a:rPr>
              <a:t> </a:t>
            </a:r>
            <a:r>
              <a:rPr sz="2100" spc="-145" dirty="0">
                <a:latin typeface="Tahoma"/>
                <a:cs typeface="Tahoma"/>
              </a:rPr>
              <a:t>rằng</a:t>
            </a:r>
            <a:r>
              <a:rPr sz="2100" spc="-245" dirty="0">
                <a:latin typeface="Tahoma"/>
                <a:cs typeface="Tahoma"/>
              </a:rPr>
              <a:t> </a:t>
            </a:r>
            <a:r>
              <a:rPr sz="2100" spc="-145" dirty="0">
                <a:latin typeface="Tahoma"/>
                <a:cs typeface="Tahoma"/>
              </a:rPr>
              <a:t>trường</a:t>
            </a:r>
            <a:r>
              <a:rPr sz="2100" spc="-235" dirty="0">
                <a:latin typeface="Tahoma"/>
                <a:cs typeface="Tahoma"/>
              </a:rPr>
              <a:t> </a:t>
            </a:r>
            <a:r>
              <a:rPr sz="2100" spc="-125" dirty="0">
                <a:latin typeface="Tahoma"/>
                <a:cs typeface="Tahoma"/>
              </a:rPr>
              <a:t>đầu</a:t>
            </a:r>
            <a:r>
              <a:rPr sz="2100" spc="-235" dirty="0">
                <a:latin typeface="Tahoma"/>
                <a:cs typeface="Tahoma"/>
              </a:rPr>
              <a:t> </a:t>
            </a:r>
            <a:r>
              <a:rPr sz="2100" spc="-130" dirty="0">
                <a:latin typeface="Tahoma"/>
                <a:cs typeface="Tahoma"/>
              </a:rPr>
              <a:t>vào</a:t>
            </a:r>
            <a:r>
              <a:rPr sz="2100" spc="-245" dirty="0">
                <a:latin typeface="Tahoma"/>
                <a:cs typeface="Tahoma"/>
              </a:rPr>
              <a:t> </a:t>
            </a:r>
            <a:r>
              <a:rPr sz="2100" spc="-40" dirty="0">
                <a:latin typeface="Tahoma"/>
                <a:cs typeface="Tahoma"/>
              </a:rPr>
              <a:t>là</a:t>
            </a:r>
            <a:r>
              <a:rPr sz="2100" spc="-245" dirty="0">
                <a:latin typeface="Tahoma"/>
                <a:cs typeface="Tahoma"/>
              </a:rPr>
              <a:t> </a:t>
            </a:r>
            <a:r>
              <a:rPr sz="2100" spc="-45" dirty="0">
                <a:latin typeface="Tahoma"/>
                <a:cs typeface="Tahoma"/>
              </a:rPr>
              <a:t>chỉ</a:t>
            </a:r>
            <a:r>
              <a:rPr sz="2100" spc="-240" dirty="0">
                <a:latin typeface="Tahoma"/>
                <a:cs typeface="Tahoma"/>
              </a:rPr>
              <a:t> </a:t>
            </a:r>
            <a:r>
              <a:rPr sz="2100" spc="-20" dirty="0">
                <a:latin typeface="Tahoma"/>
                <a:cs typeface="Tahoma"/>
              </a:rPr>
              <a:t>đọc.</a:t>
            </a:r>
            <a:endParaRPr sz="2100">
              <a:latin typeface="Tahoma"/>
              <a:cs typeface="Tahoma"/>
            </a:endParaRPr>
          </a:p>
          <a:p>
            <a:pPr marL="2085340" lvl="2" indent="-419100">
              <a:lnSpc>
                <a:spcPct val="100000"/>
              </a:lnSpc>
              <a:spcBef>
                <a:spcPts val="740"/>
              </a:spcBef>
              <a:buSzPct val="57000"/>
              <a:buChar char="•"/>
              <a:tabLst>
                <a:tab pos="2084705" algn="l"/>
              </a:tabLst>
            </a:pPr>
            <a:r>
              <a:rPr sz="2100" spc="-60" dirty="0">
                <a:latin typeface="Tahoma"/>
                <a:cs typeface="Tahoma"/>
              </a:rPr>
              <a:t>Giá</a:t>
            </a:r>
            <a:r>
              <a:rPr sz="2100" spc="-245" dirty="0">
                <a:latin typeface="Tahoma"/>
                <a:cs typeface="Tahoma"/>
              </a:rPr>
              <a:t> </a:t>
            </a:r>
            <a:r>
              <a:rPr sz="2100" spc="-80" dirty="0">
                <a:latin typeface="Tahoma"/>
                <a:cs typeface="Tahoma"/>
              </a:rPr>
              <a:t>trị</a:t>
            </a:r>
            <a:r>
              <a:rPr sz="2100" spc="-254" dirty="0">
                <a:latin typeface="Tahoma"/>
                <a:cs typeface="Tahoma"/>
              </a:rPr>
              <a:t> </a:t>
            </a:r>
            <a:r>
              <a:rPr sz="2100" spc="-65" dirty="0">
                <a:latin typeface="Tahoma"/>
                <a:cs typeface="Tahoma"/>
              </a:rPr>
              <a:t>của</a:t>
            </a:r>
            <a:r>
              <a:rPr sz="2100" spc="-245" dirty="0">
                <a:latin typeface="Tahoma"/>
                <a:cs typeface="Tahoma"/>
              </a:rPr>
              <a:t> </a:t>
            </a:r>
            <a:r>
              <a:rPr sz="2100" spc="-145" dirty="0">
                <a:latin typeface="Tahoma"/>
                <a:cs typeface="Tahoma"/>
              </a:rPr>
              <a:t>trường</a:t>
            </a:r>
            <a:r>
              <a:rPr sz="2100" spc="-235" dirty="0">
                <a:latin typeface="Tahoma"/>
                <a:cs typeface="Tahoma"/>
              </a:rPr>
              <a:t> </a:t>
            </a:r>
            <a:r>
              <a:rPr sz="2100" spc="-110" dirty="0">
                <a:latin typeface="Tahoma"/>
                <a:cs typeface="Tahoma"/>
              </a:rPr>
              <a:t>readonly</a:t>
            </a:r>
            <a:r>
              <a:rPr sz="2100" spc="-250" dirty="0">
                <a:latin typeface="Tahoma"/>
                <a:cs typeface="Tahoma"/>
              </a:rPr>
              <a:t> </a:t>
            </a:r>
            <a:r>
              <a:rPr sz="2100" spc="-60" dirty="0">
                <a:latin typeface="Tahoma"/>
                <a:cs typeface="Tahoma"/>
              </a:rPr>
              <a:t>sẽ</a:t>
            </a:r>
            <a:r>
              <a:rPr sz="2100" spc="-235" dirty="0">
                <a:latin typeface="Tahoma"/>
                <a:cs typeface="Tahoma"/>
              </a:rPr>
              <a:t> </a:t>
            </a:r>
            <a:r>
              <a:rPr sz="2100" spc="-100" dirty="0">
                <a:latin typeface="Tahoma"/>
                <a:cs typeface="Tahoma"/>
              </a:rPr>
              <a:t>được</a:t>
            </a:r>
            <a:r>
              <a:rPr sz="2100" spc="-250" dirty="0">
                <a:latin typeface="Tahoma"/>
                <a:cs typeface="Tahoma"/>
              </a:rPr>
              <a:t> </a:t>
            </a:r>
            <a:r>
              <a:rPr sz="2100" spc="-135" dirty="0">
                <a:latin typeface="Tahoma"/>
                <a:cs typeface="Tahoma"/>
              </a:rPr>
              <a:t>gửi</a:t>
            </a:r>
            <a:r>
              <a:rPr sz="2100" spc="-240" dirty="0">
                <a:latin typeface="Tahoma"/>
                <a:cs typeface="Tahoma"/>
              </a:rPr>
              <a:t> </a:t>
            </a:r>
            <a:r>
              <a:rPr sz="2100" spc="-90" dirty="0">
                <a:latin typeface="Tahoma"/>
                <a:cs typeface="Tahoma"/>
              </a:rPr>
              <a:t>khi</a:t>
            </a:r>
            <a:r>
              <a:rPr sz="2100" spc="-250" dirty="0">
                <a:latin typeface="Tahoma"/>
                <a:cs typeface="Tahoma"/>
              </a:rPr>
              <a:t> </a:t>
            </a:r>
            <a:r>
              <a:rPr sz="2100" spc="-135" dirty="0">
                <a:latin typeface="Tahoma"/>
                <a:cs typeface="Tahoma"/>
              </a:rPr>
              <a:t>gửi</a:t>
            </a:r>
            <a:r>
              <a:rPr sz="2100" spc="-245" dirty="0">
                <a:latin typeface="Tahoma"/>
                <a:cs typeface="Tahoma"/>
              </a:rPr>
              <a:t> </a:t>
            </a:r>
            <a:r>
              <a:rPr sz="2100" spc="-90" dirty="0">
                <a:latin typeface="Tahoma"/>
                <a:cs typeface="Tahoma"/>
              </a:rPr>
              <a:t>biểu</a:t>
            </a:r>
            <a:r>
              <a:rPr sz="2100" spc="-240" dirty="0">
                <a:latin typeface="Tahoma"/>
                <a:cs typeface="Tahoma"/>
              </a:rPr>
              <a:t> </a:t>
            </a:r>
            <a:r>
              <a:rPr sz="2100" spc="-20" dirty="0">
                <a:latin typeface="Tahoma"/>
                <a:cs typeface="Tahoma"/>
              </a:rPr>
              <a:t>mẫu.</a:t>
            </a:r>
            <a:endParaRPr sz="2100">
              <a:latin typeface="Tahoma"/>
              <a:cs typeface="Tahoma"/>
            </a:endParaRPr>
          </a:p>
          <a:p>
            <a:pPr marL="1331595" lvl="1" indent="-525145">
              <a:lnSpc>
                <a:spcPct val="100000"/>
              </a:lnSpc>
              <a:spcBef>
                <a:spcPts val="835"/>
              </a:spcBef>
              <a:buSzPct val="49000"/>
              <a:buChar char="•"/>
              <a:tabLst>
                <a:tab pos="1331595" algn="l"/>
              </a:tabLst>
            </a:pPr>
            <a:r>
              <a:rPr sz="2450" spc="-10" dirty="0">
                <a:latin typeface="Tahoma"/>
                <a:cs typeface="Tahoma"/>
              </a:rPr>
              <a:t>disabled</a:t>
            </a:r>
            <a:endParaRPr sz="2450">
              <a:latin typeface="Tahoma"/>
              <a:cs typeface="Tahoma"/>
            </a:endParaRPr>
          </a:p>
          <a:p>
            <a:pPr marL="2085340" lvl="2" indent="-419100">
              <a:lnSpc>
                <a:spcPct val="100000"/>
              </a:lnSpc>
              <a:spcBef>
                <a:spcPts val="820"/>
              </a:spcBef>
              <a:buSzPct val="57000"/>
              <a:buChar char="•"/>
              <a:tabLst>
                <a:tab pos="2084705" algn="l"/>
              </a:tabLst>
            </a:pPr>
            <a:r>
              <a:rPr sz="2100" spc="-135" dirty="0">
                <a:latin typeface="Tahoma"/>
                <a:cs typeface="Tahoma"/>
              </a:rPr>
              <a:t>Thuộc</a:t>
            </a:r>
            <a:r>
              <a:rPr sz="2100" spc="-245" dirty="0">
                <a:latin typeface="Tahoma"/>
                <a:cs typeface="Tahoma"/>
              </a:rPr>
              <a:t> </a:t>
            </a:r>
            <a:r>
              <a:rPr sz="2100" spc="-85" dirty="0">
                <a:latin typeface="Tahoma"/>
                <a:cs typeface="Tahoma"/>
              </a:rPr>
              <a:t>tính</a:t>
            </a:r>
            <a:r>
              <a:rPr sz="2100" spc="-235" dirty="0">
                <a:latin typeface="Tahoma"/>
                <a:cs typeface="Tahoma"/>
              </a:rPr>
              <a:t> </a:t>
            </a:r>
            <a:r>
              <a:rPr sz="2100" spc="-70" dirty="0">
                <a:latin typeface="Tahoma"/>
                <a:cs typeface="Tahoma"/>
              </a:rPr>
              <a:t>disabled</a:t>
            </a:r>
            <a:r>
              <a:rPr sz="2100" spc="-240" dirty="0">
                <a:latin typeface="Tahoma"/>
                <a:cs typeface="Tahoma"/>
              </a:rPr>
              <a:t> </a:t>
            </a:r>
            <a:r>
              <a:rPr sz="2100" spc="-45" dirty="0">
                <a:latin typeface="Tahoma"/>
                <a:cs typeface="Tahoma"/>
              </a:rPr>
              <a:t>chỉ</a:t>
            </a:r>
            <a:r>
              <a:rPr sz="2100" spc="-240" dirty="0">
                <a:latin typeface="Tahoma"/>
                <a:cs typeface="Tahoma"/>
              </a:rPr>
              <a:t> </a:t>
            </a:r>
            <a:r>
              <a:rPr sz="2100" spc="-100" dirty="0">
                <a:latin typeface="Tahoma"/>
                <a:cs typeface="Tahoma"/>
              </a:rPr>
              <a:t>định</a:t>
            </a:r>
            <a:r>
              <a:rPr sz="2100" spc="-250" dirty="0">
                <a:latin typeface="Tahoma"/>
                <a:cs typeface="Tahoma"/>
              </a:rPr>
              <a:t> </a:t>
            </a:r>
            <a:r>
              <a:rPr sz="2100" spc="-145" dirty="0">
                <a:latin typeface="Tahoma"/>
                <a:cs typeface="Tahoma"/>
              </a:rPr>
              <a:t>rằng</a:t>
            </a:r>
            <a:r>
              <a:rPr sz="2100" spc="-235" dirty="0">
                <a:latin typeface="Tahoma"/>
                <a:cs typeface="Tahoma"/>
              </a:rPr>
              <a:t> </a:t>
            </a:r>
            <a:r>
              <a:rPr sz="2100" spc="-105" dirty="0">
                <a:latin typeface="Tahoma"/>
                <a:cs typeface="Tahoma"/>
              </a:rPr>
              <a:t>một</a:t>
            </a:r>
            <a:r>
              <a:rPr sz="2100" spc="-250" dirty="0">
                <a:latin typeface="Tahoma"/>
                <a:cs typeface="Tahoma"/>
              </a:rPr>
              <a:t> </a:t>
            </a:r>
            <a:r>
              <a:rPr sz="2100" spc="-145" dirty="0">
                <a:latin typeface="Tahoma"/>
                <a:cs typeface="Tahoma"/>
              </a:rPr>
              <a:t>trường</a:t>
            </a:r>
            <a:r>
              <a:rPr sz="2100" spc="-229" dirty="0">
                <a:latin typeface="Tahoma"/>
                <a:cs typeface="Tahoma"/>
              </a:rPr>
              <a:t> </a:t>
            </a:r>
            <a:r>
              <a:rPr sz="2100" spc="-125" dirty="0">
                <a:latin typeface="Tahoma"/>
                <a:cs typeface="Tahoma"/>
              </a:rPr>
              <a:t>đầu</a:t>
            </a:r>
            <a:r>
              <a:rPr sz="2100" spc="-245" dirty="0">
                <a:latin typeface="Tahoma"/>
                <a:cs typeface="Tahoma"/>
              </a:rPr>
              <a:t> </a:t>
            </a:r>
            <a:r>
              <a:rPr sz="2100" spc="-130" dirty="0">
                <a:latin typeface="Tahoma"/>
                <a:cs typeface="Tahoma"/>
              </a:rPr>
              <a:t>vào</a:t>
            </a:r>
            <a:r>
              <a:rPr sz="2100" spc="-245" dirty="0">
                <a:latin typeface="Tahoma"/>
                <a:cs typeface="Tahoma"/>
              </a:rPr>
              <a:t> </a:t>
            </a:r>
            <a:r>
              <a:rPr sz="2100" spc="-60" dirty="0">
                <a:latin typeface="Tahoma"/>
                <a:cs typeface="Tahoma"/>
              </a:rPr>
              <a:t>sẽ</a:t>
            </a:r>
            <a:r>
              <a:rPr sz="2100" spc="-229" dirty="0">
                <a:latin typeface="Tahoma"/>
                <a:cs typeface="Tahoma"/>
              </a:rPr>
              <a:t> </a:t>
            </a:r>
            <a:r>
              <a:rPr sz="2100" spc="-60" dirty="0">
                <a:latin typeface="Tahoma"/>
                <a:cs typeface="Tahoma"/>
              </a:rPr>
              <a:t>bị</a:t>
            </a:r>
            <a:r>
              <a:rPr sz="2100" spc="-245" dirty="0">
                <a:latin typeface="Tahoma"/>
                <a:cs typeface="Tahoma"/>
              </a:rPr>
              <a:t> </a:t>
            </a:r>
            <a:r>
              <a:rPr sz="2100" spc="-155" dirty="0">
                <a:latin typeface="Tahoma"/>
                <a:cs typeface="Tahoma"/>
              </a:rPr>
              <a:t>vô</a:t>
            </a:r>
            <a:r>
              <a:rPr sz="2100" spc="-235" dirty="0">
                <a:latin typeface="Tahoma"/>
                <a:cs typeface="Tahoma"/>
              </a:rPr>
              <a:t> </a:t>
            </a:r>
            <a:r>
              <a:rPr sz="2100" spc="-95" dirty="0">
                <a:latin typeface="Tahoma"/>
                <a:cs typeface="Tahoma"/>
              </a:rPr>
              <a:t>hiệu</a:t>
            </a:r>
            <a:r>
              <a:rPr sz="2100" spc="-235" dirty="0">
                <a:latin typeface="Tahoma"/>
                <a:cs typeface="Tahoma"/>
              </a:rPr>
              <a:t> </a:t>
            </a:r>
            <a:r>
              <a:rPr sz="2100" spc="-20" dirty="0">
                <a:latin typeface="Tahoma"/>
                <a:cs typeface="Tahoma"/>
              </a:rPr>
              <a:t>hóa.</a:t>
            </a:r>
            <a:endParaRPr sz="2100">
              <a:latin typeface="Tahoma"/>
              <a:cs typeface="Tahoma"/>
            </a:endParaRPr>
          </a:p>
          <a:p>
            <a:pPr marL="2085340" lvl="2" indent="-419100">
              <a:lnSpc>
                <a:spcPct val="100000"/>
              </a:lnSpc>
              <a:spcBef>
                <a:spcPts val="740"/>
              </a:spcBef>
              <a:buSzPct val="57000"/>
              <a:buChar char="•"/>
              <a:tabLst>
                <a:tab pos="2084705" algn="l"/>
              </a:tabLst>
            </a:pPr>
            <a:r>
              <a:rPr sz="2100" spc="-60" dirty="0">
                <a:latin typeface="Tahoma"/>
                <a:cs typeface="Tahoma"/>
              </a:rPr>
              <a:t>Giá</a:t>
            </a:r>
            <a:r>
              <a:rPr sz="2100" spc="-245" dirty="0">
                <a:latin typeface="Tahoma"/>
                <a:cs typeface="Tahoma"/>
              </a:rPr>
              <a:t> </a:t>
            </a:r>
            <a:r>
              <a:rPr sz="2100" spc="-80" dirty="0">
                <a:latin typeface="Tahoma"/>
                <a:cs typeface="Tahoma"/>
              </a:rPr>
              <a:t>trị</a:t>
            </a:r>
            <a:r>
              <a:rPr sz="2100" spc="-250" dirty="0">
                <a:latin typeface="Tahoma"/>
                <a:cs typeface="Tahoma"/>
              </a:rPr>
              <a:t> </a:t>
            </a:r>
            <a:r>
              <a:rPr sz="2100" spc="-65" dirty="0">
                <a:latin typeface="Tahoma"/>
                <a:cs typeface="Tahoma"/>
              </a:rPr>
              <a:t>của</a:t>
            </a:r>
            <a:r>
              <a:rPr sz="2100" spc="-240" dirty="0">
                <a:latin typeface="Tahoma"/>
                <a:cs typeface="Tahoma"/>
              </a:rPr>
              <a:t> </a:t>
            </a:r>
            <a:r>
              <a:rPr sz="2100" spc="-145" dirty="0">
                <a:latin typeface="Tahoma"/>
                <a:cs typeface="Tahoma"/>
              </a:rPr>
              <a:t>trường</a:t>
            </a:r>
            <a:r>
              <a:rPr sz="2100" spc="-240" dirty="0">
                <a:latin typeface="Tahoma"/>
                <a:cs typeface="Tahoma"/>
              </a:rPr>
              <a:t> </a:t>
            </a:r>
            <a:r>
              <a:rPr sz="2100" spc="-70" dirty="0">
                <a:latin typeface="Tahoma"/>
                <a:cs typeface="Tahoma"/>
              </a:rPr>
              <a:t>disabled</a:t>
            </a:r>
            <a:r>
              <a:rPr sz="2100" spc="-240" dirty="0">
                <a:latin typeface="Tahoma"/>
                <a:cs typeface="Tahoma"/>
              </a:rPr>
              <a:t> </a:t>
            </a:r>
            <a:r>
              <a:rPr sz="2100" spc="-60" dirty="0">
                <a:latin typeface="Tahoma"/>
                <a:cs typeface="Tahoma"/>
              </a:rPr>
              <a:t>sẽ</a:t>
            </a:r>
            <a:r>
              <a:rPr sz="2100" spc="-240" dirty="0">
                <a:latin typeface="Tahoma"/>
                <a:cs typeface="Tahoma"/>
              </a:rPr>
              <a:t> </a:t>
            </a:r>
            <a:r>
              <a:rPr sz="2100" spc="-145" dirty="0">
                <a:latin typeface="Tahoma"/>
                <a:cs typeface="Tahoma"/>
              </a:rPr>
              <a:t>không</a:t>
            </a:r>
            <a:r>
              <a:rPr sz="2100" spc="-250" dirty="0">
                <a:latin typeface="Tahoma"/>
                <a:cs typeface="Tahoma"/>
              </a:rPr>
              <a:t> </a:t>
            </a:r>
            <a:r>
              <a:rPr sz="2100" spc="-100" dirty="0">
                <a:latin typeface="Tahoma"/>
                <a:cs typeface="Tahoma"/>
              </a:rPr>
              <a:t>được</a:t>
            </a:r>
            <a:r>
              <a:rPr sz="2100" spc="-240" dirty="0">
                <a:latin typeface="Tahoma"/>
                <a:cs typeface="Tahoma"/>
              </a:rPr>
              <a:t> </a:t>
            </a:r>
            <a:r>
              <a:rPr sz="2100" spc="-135" dirty="0">
                <a:latin typeface="Tahoma"/>
                <a:cs typeface="Tahoma"/>
              </a:rPr>
              <a:t>gửi</a:t>
            </a:r>
            <a:r>
              <a:rPr sz="2100" spc="-245" dirty="0">
                <a:latin typeface="Tahoma"/>
                <a:cs typeface="Tahoma"/>
              </a:rPr>
              <a:t> </a:t>
            </a:r>
            <a:r>
              <a:rPr sz="2100" spc="-90" dirty="0">
                <a:latin typeface="Tahoma"/>
                <a:cs typeface="Tahoma"/>
              </a:rPr>
              <a:t>khi</a:t>
            </a:r>
            <a:r>
              <a:rPr sz="2100" spc="-240" dirty="0">
                <a:latin typeface="Tahoma"/>
                <a:cs typeface="Tahoma"/>
              </a:rPr>
              <a:t> </a:t>
            </a:r>
            <a:r>
              <a:rPr sz="2100" spc="-135" dirty="0">
                <a:latin typeface="Tahoma"/>
                <a:cs typeface="Tahoma"/>
              </a:rPr>
              <a:t>gửi</a:t>
            </a:r>
            <a:r>
              <a:rPr sz="2100" spc="-240" dirty="0">
                <a:latin typeface="Tahoma"/>
                <a:cs typeface="Tahoma"/>
              </a:rPr>
              <a:t> </a:t>
            </a:r>
            <a:r>
              <a:rPr sz="2100" spc="-90" dirty="0">
                <a:latin typeface="Tahoma"/>
                <a:cs typeface="Tahoma"/>
              </a:rPr>
              <a:t>biểu</a:t>
            </a:r>
            <a:r>
              <a:rPr sz="2100" spc="-245" dirty="0">
                <a:latin typeface="Tahoma"/>
                <a:cs typeface="Tahoma"/>
              </a:rPr>
              <a:t> </a:t>
            </a:r>
            <a:r>
              <a:rPr sz="2100" spc="-20" dirty="0">
                <a:latin typeface="Tahoma"/>
                <a:cs typeface="Tahoma"/>
              </a:rPr>
              <a:t>mẫu.</a:t>
            </a:r>
            <a:endParaRPr sz="2100">
              <a:latin typeface="Tahoma"/>
              <a:cs typeface="Tahoma"/>
            </a:endParaRPr>
          </a:p>
          <a:p>
            <a:pPr marL="1331595" lvl="1" indent="-525145">
              <a:lnSpc>
                <a:spcPct val="100000"/>
              </a:lnSpc>
              <a:spcBef>
                <a:spcPts val="835"/>
              </a:spcBef>
              <a:buSzPct val="49000"/>
              <a:buChar char="•"/>
              <a:tabLst>
                <a:tab pos="1331595" algn="l"/>
              </a:tabLst>
            </a:pPr>
            <a:r>
              <a:rPr sz="2450" spc="-135" dirty="0">
                <a:latin typeface="Tahoma"/>
                <a:cs typeface="Tahoma"/>
              </a:rPr>
              <a:t>maxlength:Thuộc</a:t>
            </a:r>
            <a:r>
              <a:rPr sz="2450" spc="-285" dirty="0">
                <a:latin typeface="Tahoma"/>
                <a:cs typeface="Tahoma"/>
              </a:rPr>
              <a:t> </a:t>
            </a:r>
            <a:r>
              <a:rPr sz="2450" spc="-90" dirty="0">
                <a:latin typeface="Tahoma"/>
                <a:cs typeface="Tahoma"/>
              </a:rPr>
              <a:t>tính</a:t>
            </a:r>
            <a:r>
              <a:rPr sz="2450" spc="-270" dirty="0">
                <a:latin typeface="Tahoma"/>
                <a:cs typeface="Tahoma"/>
              </a:rPr>
              <a:t> </a:t>
            </a:r>
            <a:r>
              <a:rPr sz="2450" spc="-120" dirty="0">
                <a:latin typeface="Tahoma"/>
                <a:cs typeface="Tahoma"/>
              </a:rPr>
              <a:t>maxlength</a:t>
            </a:r>
            <a:r>
              <a:rPr sz="2450" spc="-290" dirty="0">
                <a:latin typeface="Tahoma"/>
                <a:cs typeface="Tahoma"/>
              </a:rPr>
              <a:t> </a:t>
            </a:r>
            <a:r>
              <a:rPr sz="2450" spc="-30" dirty="0">
                <a:latin typeface="Tahoma"/>
                <a:cs typeface="Tahoma"/>
              </a:rPr>
              <a:t>chỉ</a:t>
            </a:r>
            <a:r>
              <a:rPr sz="2450" spc="-270" dirty="0">
                <a:latin typeface="Tahoma"/>
                <a:cs typeface="Tahoma"/>
              </a:rPr>
              <a:t> </a:t>
            </a:r>
            <a:r>
              <a:rPr sz="2450" spc="-100" dirty="0">
                <a:latin typeface="Tahoma"/>
                <a:cs typeface="Tahoma"/>
              </a:rPr>
              <a:t>định</a:t>
            </a:r>
            <a:r>
              <a:rPr sz="2450" spc="-280" dirty="0">
                <a:latin typeface="Tahoma"/>
                <a:cs typeface="Tahoma"/>
              </a:rPr>
              <a:t> </a:t>
            </a:r>
            <a:r>
              <a:rPr sz="2450" spc="-45" dirty="0">
                <a:latin typeface="Tahoma"/>
                <a:cs typeface="Tahoma"/>
              </a:rPr>
              <a:t>số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125" dirty="0">
                <a:latin typeface="Tahoma"/>
                <a:cs typeface="Tahoma"/>
              </a:rPr>
              <a:t>lượng</a:t>
            </a:r>
            <a:r>
              <a:rPr sz="2450" spc="-280" dirty="0">
                <a:latin typeface="Tahoma"/>
                <a:cs typeface="Tahoma"/>
              </a:rPr>
              <a:t> </a:t>
            </a:r>
            <a:r>
              <a:rPr sz="2450" spc="-170" dirty="0">
                <a:latin typeface="Tahoma"/>
                <a:cs typeface="Tahoma"/>
              </a:rPr>
              <a:t>ký</a:t>
            </a:r>
            <a:r>
              <a:rPr sz="2450" spc="-285" dirty="0">
                <a:latin typeface="Tahoma"/>
                <a:cs typeface="Tahoma"/>
              </a:rPr>
              <a:t> </a:t>
            </a:r>
            <a:r>
              <a:rPr sz="2450" spc="-125" dirty="0">
                <a:latin typeface="Tahoma"/>
                <a:cs typeface="Tahoma"/>
              </a:rPr>
              <a:t>tự</a:t>
            </a:r>
            <a:r>
              <a:rPr sz="2450" spc="-270" dirty="0">
                <a:latin typeface="Tahoma"/>
                <a:cs typeface="Tahoma"/>
              </a:rPr>
              <a:t> </a:t>
            </a:r>
            <a:r>
              <a:rPr sz="2450" spc="-75" dirty="0">
                <a:latin typeface="Tahoma"/>
                <a:cs typeface="Tahoma"/>
              </a:rPr>
              <a:t>tối</a:t>
            </a:r>
            <a:r>
              <a:rPr sz="2450" spc="-270" dirty="0">
                <a:latin typeface="Tahoma"/>
                <a:cs typeface="Tahoma"/>
              </a:rPr>
              <a:t> </a:t>
            </a:r>
            <a:r>
              <a:rPr sz="2450" spc="-125" dirty="0">
                <a:latin typeface="Tahoma"/>
                <a:cs typeface="Tahoma"/>
              </a:rPr>
              <a:t>đa</a:t>
            </a:r>
            <a:r>
              <a:rPr sz="2450" spc="-270" dirty="0">
                <a:latin typeface="Tahoma"/>
                <a:cs typeface="Tahoma"/>
              </a:rPr>
              <a:t> </a:t>
            </a:r>
            <a:r>
              <a:rPr sz="2450" spc="-90" dirty="0">
                <a:latin typeface="Tahoma"/>
                <a:cs typeface="Tahoma"/>
              </a:rPr>
              <a:t>được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105" dirty="0">
                <a:latin typeface="Tahoma"/>
                <a:cs typeface="Tahoma"/>
              </a:rPr>
              <a:t>phép</a:t>
            </a:r>
            <a:r>
              <a:rPr sz="2450" spc="-280" dirty="0">
                <a:latin typeface="Tahoma"/>
                <a:cs typeface="Tahoma"/>
              </a:rPr>
              <a:t> </a:t>
            </a:r>
            <a:r>
              <a:rPr sz="2450" spc="-150" dirty="0">
                <a:latin typeface="Tahoma"/>
                <a:cs typeface="Tahoma"/>
              </a:rPr>
              <a:t>trong</a:t>
            </a:r>
            <a:r>
              <a:rPr sz="2450" spc="-270" dirty="0">
                <a:latin typeface="Tahoma"/>
                <a:cs typeface="Tahoma"/>
              </a:rPr>
              <a:t> </a:t>
            </a:r>
            <a:r>
              <a:rPr sz="2450" spc="-110" dirty="0">
                <a:latin typeface="Tahoma"/>
                <a:cs typeface="Tahoma"/>
              </a:rPr>
              <a:t>một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150" dirty="0">
                <a:latin typeface="Tahoma"/>
                <a:cs typeface="Tahoma"/>
              </a:rPr>
              <a:t>trường</a:t>
            </a:r>
            <a:r>
              <a:rPr sz="2450" spc="-270" dirty="0">
                <a:latin typeface="Tahoma"/>
                <a:cs typeface="Tahoma"/>
              </a:rPr>
              <a:t> </a:t>
            </a:r>
            <a:r>
              <a:rPr sz="2450" spc="-120" dirty="0">
                <a:latin typeface="Tahoma"/>
                <a:cs typeface="Tahoma"/>
              </a:rPr>
              <a:t>đầu</a:t>
            </a:r>
            <a:r>
              <a:rPr sz="2450" spc="-270" dirty="0">
                <a:latin typeface="Tahoma"/>
                <a:cs typeface="Tahoma"/>
              </a:rPr>
              <a:t> </a:t>
            </a:r>
            <a:r>
              <a:rPr sz="2450" spc="-20" dirty="0">
                <a:latin typeface="Tahoma"/>
                <a:cs typeface="Tahoma"/>
              </a:rPr>
              <a:t>vào.</a:t>
            </a:r>
            <a:endParaRPr sz="2450">
              <a:latin typeface="Tahoma"/>
              <a:cs typeface="Tahoma"/>
            </a:endParaRPr>
          </a:p>
          <a:p>
            <a:pPr marL="1331595" lvl="1" indent="-525145">
              <a:lnSpc>
                <a:spcPct val="100000"/>
              </a:lnSpc>
              <a:spcBef>
                <a:spcPts val="920"/>
              </a:spcBef>
              <a:buSzPct val="49000"/>
              <a:buChar char="•"/>
              <a:tabLst>
                <a:tab pos="1331595" algn="l"/>
              </a:tabLst>
            </a:pPr>
            <a:r>
              <a:rPr sz="2450" spc="-100" dirty="0">
                <a:latin typeface="Tahoma"/>
                <a:cs typeface="Tahoma"/>
              </a:rPr>
              <a:t>min</a:t>
            </a:r>
            <a:r>
              <a:rPr sz="2450" spc="-295" dirty="0">
                <a:latin typeface="Tahoma"/>
                <a:cs typeface="Tahoma"/>
              </a:rPr>
              <a:t> </a:t>
            </a:r>
            <a:r>
              <a:rPr sz="2450" spc="-160" dirty="0">
                <a:latin typeface="Tahoma"/>
                <a:cs typeface="Tahoma"/>
              </a:rPr>
              <a:t>và</a:t>
            </a:r>
            <a:r>
              <a:rPr sz="2450" spc="-280" dirty="0">
                <a:latin typeface="Tahoma"/>
                <a:cs typeface="Tahoma"/>
              </a:rPr>
              <a:t> </a:t>
            </a:r>
            <a:r>
              <a:rPr sz="2450" spc="-175" dirty="0">
                <a:latin typeface="Tahoma"/>
                <a:cs typeface="Tahoma"/>
              </a:rPr>
              <a:t>max:</a:t>
            </a:r>
            <a:r>
              <a:rPr sz="2450" spc="-285" dirty="0">
                <a:latin typeface="Tahoma"/>
                <a:cs typeface="Tahoma"/>
              </a:rPr>
              <a:t> </a:t>
            </a:r>
            <a:r>
              <a:rPr sz="2450" spc="-30" dirty="0">
                <a:latin typeface="Tahoma"/>
                <a:cs typeface="Tahoma"/>
              </a:rPr>
              <a:t>chỉ</a:t>
            </a:r>
            <a:r>
              <a:rPr sz="2450" spc="-280" dirty="0">
                <a:latin typeface="Tahoma"/>
                <a:cs typeface="Tahoma"/>
              </a:rPr>
              <a:t> </a:t>
            </a:r>
            <a:r>
              <a:rPr sz="2450" spc="-100" dirty="0">
                <a:latin typeface="Tahoma"/>
                <a:cs typeface="Tahoma"/>
              </a:rPr>
              <a:t>định</a:t>
            </a:r>
            <a:r>
              <a:rPr sz="2450" spc="-295" dirty="0">
                <a:latin typeface="Tahoma"/>
                <a:cs typeface="Tahoma"/>
              </a:rPr>
              <a:t> </a:t>
            </a:r>
            <a:r>
              <a:rPr sz="2450" dirty="0">
                <a:latin typeface="Tahoma"/>
                <a:cs typeface="Tahoma"/>
              </a:rPr>
              <a:t>các</a:t>
            </a:r>
            <a:r>
              <a:rPr sz="2450" spc="-285" dirty="0">
                <a:latin typeface="Tahoma"/>
                <a:cs typeface="Tahoma"/>
              </a:rPr>
              <a:t> </a:t>
            </a:r>
            <a:r>
              <a:rPr sz="2450" spc="-130" dirty="0">
                <a:latin typeface="Tahoma"/>
                <a:cs typeface="Tahoma"/>
              </a:rPr>
              <a:t>giá</a:t>
            </a:r>
            <a:r>
              <a:rPr sz="2450" spc="-290" dirty="0">
                <a:latin typeface="Tahoma"/>
                <a:cs typeface="Tahoma"/>
              </a:rPr>
              <a:t> </a:t>
            </a:r>
            <a:r>
              <a:rPr sz="2450" spc="-85" dirty="0">
                <a:latin typeface="Tahoma"/>
                <a:cs typeface="Tahoma"/>
              </a:rPr>
              <a:t>trị</a:t>
            </a:r>
            <a:r>
              <a:rPr sz="2450" spc="-280" dirty="0">
                <a:latin typeface="Tahoma"/>
                <a:cs typeface="Tahoma"/>
              </a:rPr>
              <a:t> </a:t>
            </a:r>
            <a:r>
              <a:rPr sz="2450" spc="-75" dirty="0">
                <a:latin typeface="Tahoma"/>
                <a:cs typeface="Tahoma"/>
              </a:rPr>
              <a:t>tối</a:t>
            </a:r>
            <a:r>
              <a:rPr sz="2450" spc="-280" dirty="0">
                <a:latin typeface="Tahoma"/>
                <a:cs typeface="Tahoma"/>
              </a:rPr>
              <a:t> </a:t>
            </a:r>
            <a:r>
              <a:rPr sz="2450" spc="-100" dirty="0">
                <a:latin typeface="Tahoma"/>
                <a:cs typeface="Tahoma"/>
              </a:rPr>
              <a:t>thiểu</a:t>
            </a:r>
            <a:r>
              <a:rPr sz="2450" spc="-280" dirty="0">
                <a:latin typeface="Tahoma"/>
                <a:cs typeface="Tahoma"/>
              </a:rPr>
              <a:t> </a:t>
            </a:r>
            <a:r>
              <a:rPr sz="2450" spc="-160" dirty="0">
                <a:latin typeface="Tahoma"/>
                <a:cs typeface="Tahoma"/>
              </a:rPr>
              <a:t>và</a:t>
            </a:r>
            <a:r>
              <a:rPr sz="2450" spc="-280" dirty="0">
                <a:latin typeface="Tahoma"/>
                <a:cs typeface="Tahoma"/>
              </a:rPr>
              <a:t> </a:t>
            </a:r>
            <a:r>
              <a:rPr sz="2450" spc="-75" dirty="0">
                <a:latin typeface="Tahoma"/>
                <a:cs typeface="Tahoma"/>
              </a:rPr>
              <a:t>tối</a:t>
            </a:r>
            <a:r>
              <a:rPr sz="2450" spc="-285" dirty="0">
                <a:latin typeface="Tahoma"/>
                <a:cs typeface="Tahoma"/>
              </a:rPr>
              <a:t> </a:t>
            </a:r>
            <a:r>
              <a:rPr sz="2450" spc="-110" dirty="0">
                <a:latin typeface="Tahoma"/>
                <a:cs typeface="Tahoma"/>
              </a:rPr>
              <a:t>đa</a:t>
            </a:r>
            <a:r>
              <a:rPr sz="2450" spc="-280" dirty="0">
                <a:latin typeface="Tahoma"/>
                <a:cs typeface="Tahoma"/>
              </a:rPr>
              <a:t> </a:t>
            </a:r>
            <a:r>
              <a:rPr sz="2450" spc="-60" dirty="0">
                <a:latin typeface="Tahoma"/>
                <a:cs typeface="Tahoma"/>
              </a:rPr>
              <a:t>cho</a:t>
            </a:r>
            <a:r>
              <a:rPr sz="2450" spc="-280" dirty="0">
                <a:latin typeface="Tahoma"/>
                <a:cs typeface="Tahoma"/>
              </a:rPr>
              <a:t> </a:t>
            </a:r>
            <a:r>
              <a:rPr sz="2450" spc="-110" dirty="0">
                <a:latin typeface="Tahoma"/>
                <a:cs typeface="Tahoma"/>
              </a:rPr>
              <a:t>một</a:t>
            </a:r>
            <a:r>
              <a:rPr sz="2450" spc="-285" dirty="0">
                <a:latin typeface="Tahoma"/>
                <a:cs typeface="Tahoma"/>
              </a:rPr>
              <a:t> </a:t>
            </a:r>
            <a:r>
              <a:rPr sz="2450" spc="-140" dirty="0">
                <a:latin typeface="Tahoma"/>
                <a:cs typeface="Tahoma"/>
              </a:rPr>
              <a:t>trường</a:t>
            </a:r>
            <a:r>
              <a:rPr sz="2450" spc="-280" dirty="0">
                <a:latin typeface="Tahoma"/>
                <a:cs typeface="Tahoma"/>
              </a:rPr>
              <a:t> </a:t>
            </a:r>
            <a:r>
              <a:rPr sz="2450" spc="-120" dirty="0">
                <a:latin typeface="Tahoma"/>
                <a:cs typeface="Tahoma"/>
              </a:rPr>
              <a:t>đầu</a:t>
            </a:r>
            <a:r>
              <a:rPr sz="2450" spc="-280" dirty="0">
                <a:latin typeface="Tahoma"/>
                <a:cs typeface="Tahoma"/>
              </a:rPr>
              <a:t> </a:t>
            </a:r>
            <a:r>
              <a:rPr sz="2450" spc="-20" dirty="0">
                <a:latin typeface="Tahoma"/>
                <a:cs typeface="Tahoma"/>
              </a:rPr>
              <a:t>vào.</a:t>
            </a:r>
            <a:endParaRPr sz="2450">
              <a:latin typeface="Tahoma"/>
              <a:cs typeface="Tahoma"/>
            </a:endParaRPr>
          </a:p>
          <a:p>
            <a:pPr marL="1331595" lvl="1" indent="-525145">
              <a:lnSpc>
                <a:spcPct val="100000"/>
              </a:lnSpc>
              <a:spcBef>
                <a:spcPts val="920"/>
              </a:spcBef>
              <a:buSzPct val="49000"/>
              <a:buChar char="•"/>
              <a:tabLst>
                <a:tab pos="1331595" algn="l"/>
              </a:tabLst>
            </a:pPr>
            <a:r>
              <a:rPr sz="2450" spc="-85" dirty="0">
                <a:latin typeface="Tahoma"/>
                <a:cs typeface="Tahoma"/>
              </a:rPr>
              <a:t>multiple: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95" dirty="0">
                <a:latin typeface="Tahoma"/>
                <a:cs typeface="Tahoma"/>
              </a:rPr>
              <a:t>xác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100" dirty="0">
                <a:latin typeface="Tahoma"/>
                <a:cs typeface="Tahoma"/>
              </a:rPr>
              <a:t>định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155" dirty="0">
                <a:latin typeface="Tahoma"/>
                <a:cs typeface="Tahoma"/>
              </a:rPr>
              <a:t>rằng</a:t>
            </a:r>
            <a:r>
              <a:rPr sz="2450" spc="-290" dirty="0">
                <a:latin typeface="Tahoma"/>
                <a:cs typeface="Tahoma"/>
              </a:rPr>
              <a:t> </a:t>
            </a:r>
            <a:r>
              <a:rPr sz="2450" spc="-135" dirty="0">
                <a:latin typeface="Tahoma"/>
                <a:cs typeface="Tahoma"/>
              </a:rPr>
              <a:t>người</a:t>
            </a:r>
            <a:r>
              <a:rPr sz="2450" spc="-280" dirty="0">
                <a:latin typeface="Tahoma"/>
                <a:cs typeface="Tahoma"/>
              </a:rPr>
              <a:t> </a:t>
            </a:r>
            <a:r>
              <a:rPr sz="2450" spc="-145" dirty="0">
                <a:latin typeface="Tahoma"/>
                <a:cs typeface="Tahoma"/>
              </a:rPr>
              <a:t>dùng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90" dirty="0">
                <a:latin typeface="Tahoma"/>
                <a:cs typeface="Tahoma"/>
              </a:rPr>
              <a:t>được</a:t>
            </a:r>
            <a:r>
              <a:rPr sz="2450" spc="-280" dirty="0">
                <a:latin typeface="Tahoma"/>
                <a:cs typeface="Tahoma"/>
              </a:rPr>
              <a:t> </a:t>
            </a:r>
            <a:r>
              <a:rPr sz="2450" spc="-105" dirty="0">
                <a:latin typeface="Tahoma"/>
                <a:cs typeface="Tahoma"/>
              </a:rPr>
              <a:t>phép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120" dirty="0">
                <a:latin typeface="Tahoma"/>
                <a:cs typeface="Tahoma"/>
              </a:rPr>
              <a:t>nhập</a:t>
            </a:r>
            <a:r>
              <a:rPr sz="2450" spc="-290" dirty="0">
                <a:latin typeface="Tahoma"/>
                <a:cs typeface="Tahoma"/>
              </a:rPr>
              <a:t> </a:t>
            </a:r>
            <a:r>
              <a:rPr sz="2450" spc="-95" dirty="0">
                <a:latin typeface="Tahoma"/>
                <a:cs typeface="Tahoma"/>
              </a:rPr>
              <a:t>nhiều</a:t>
            </a:r>
            <a:r>
              <a:rPr sz="2450" spc="-270" dirty="0">
                <a:latin typeface="Tahoma"/>
                <a:cs typeface="Tahoma"/>
              </a:rPr>
              <a:t> </a:t>
            </a:r>
            <a:r>
              <a:rPr sz="2450" spc="-114" dirty="0">
                <a:latin typeface="Tahoma"/>
                <a:cs typeface="Tahoma"/>
              </a:rPr>
              <a:t>hơn</a:t>
            </a:r>
            <a:r>
              <a:rPr sz="2450" spc="-290" dirty="0">
                <a:latin typeface="Tahoma"/>
                <a:cs typeface="Tahoma"/>
              </a:rPr>
              <a:t> </a:t>
            </a:r>
            <a:r>
              <a:rPr sz="2450" spc="-110" dirty="0">
                <a:latin typeface="Tahoma"/>
                <a:cs typeface="Tahoma"/>
              </a:rPr>
              <a:t>một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130" dirty="0">
                <a:latin typeface="Tahoma"/>
                <a:cs typeface="Tahoma"/>
              </a:rPr>
              <a:t>giá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85" dirty="0">
                <a:latin typeface="Tahoma"/>
                <a:cs typeface="Tahoma"/>
              </a:rPr>
              <a:t>trị</a:t>
            </a:r>
            <a:r>
              <a:rPr sz="2450" spc="-270" dirty="0">
                <a:latin typeface="Tahoma"/>
                <a:cs typeface="Tahoma"/>
              </a:rPr>
              <a:t> </a:t>
            </a:r>
            <a:r>
              <a:rPr sz="2450" spc="-135" dirty="0">
                <a:latin typeface="Tahoma"/>
                <a:cs typeface="Tahoma"/>
              </a:rPr>
              <a:t>vào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140" dirty="0">
                <a:latin typeface="Tahoma"/>
                <a:cs typeface="Tahoma"/>
              </a:rPr>
              <a:t>trường</a:t>
            </a:r>
            <a:r>
              <a:rPr sz="2450" spc="-285" dirty="0">
                <a:latin typeface="Tahoma"/>
                <a:cs typeface="Tahoma"/>
              </a:rPr>
              <a:t> </a:t>
            </a:r>
            <a:r>
              <a:rPr sz="2450" spc="-120" dirty="0">
                <a:latin typeface="Tahoma"/>
                <a:cs typeface="Tahoma"/>
              </a:rPr>
              <a:t>đầu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145" dirty="0">
                <a:latin typeface="Tahoma"/>
                <a:cs typeface="Tahoma"/>
              </a:rPr>
              <a:t>vào.</a:t>
            </a:r>
            <a:r>
              <a:rPr sz="2450" spc="-270" dirty="0">
                <a:latin typeface="Tahoma"/>
                <a:cs typeface="Tahoma"/>
              </a:rPr>
              <a:t> </a:t>
            </a:r>
            <a:r>
              <a:rPr sz="2450" spc="-135" dirty="0">
                <a:latin typeface="Tahoma"/>
                <a:cs typeface="Tahoma"/>
              </a:rPr>
              <a:t>Áp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145" dirty="0">
                <a:latin typeface="Tahoma"/>
                <a:cs typeface="Tahoma"/>
              </a:rPr>
              <a:t>dụng</a:t>
            </a:r>
            <a:r>
              <a:rPr sz="2450" spc="-285" dirty="0">
                <a:latin typeface="Tahoma"/>
                <a:cs typeface="Tahoma"/>
              </a:rPr>
              <a:t> </a:t>
            </a:r>
            <a:r>
              <a:rPr sz="2450" spc="-60" dirty="0">
                <a:latin typeface="Tahoma"/>
                <a:cs typeface="Tahoma"/>
              </a:rPr>
              <a:t>cho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100" dirty="0">
                <a:latin typeface="Tahoma"/>
                <a:cs typeface="Tahoma"/>
              </a:rPr>
              <a:t>kiểu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75" dirty="0">
                <a:latin typeface="Tahoma"/>
                <a:cs typeface="Tahoma"/>
              </a:rPr>
              <a:t>email,</a:t>
            </a:r>
            <a:r>
              <a:rPr sz="2450" spc="-270" dirty="0">
                <a:latin typeface="Tahoma"/>
                <a:cs typeface="Tahoma"/>
              </a:rPr>
              <a:t> </a:t>
            </a:r>
            <a:r>
              <a:rPr sz="2450" spc="-20" dirty="0">
                <a:latin typeface="Tahoma"/>
                <a:cs typeface="Tahoma"/>
              </a:rPr>
              <a:t>file.</a:t>
            </a:r>
            <a:endParaRPr sz="2450">
              <a:latin typeface="Tahoma"/>
              <a:cs typeface="Tahoma"/>
            </a:endParaRPr>
          </a:p>
          <a:p>
            <a:pPr marL="1331595" lvl="1" indent="-525145">
              <a:lnSpc>
                <a:spcPct val="100000"/>
              </a:lnSpc>
              <a:spcBef>
                <a:spcPts val="915"/>
              </a:spcBef>
              <a:buSzPct val="49000"/>
              <a:buChar char="•"/>
              <a:tabLst>
                <a:tab pos="1331595" algn="l"/>
              </a:tabLst>
            </a:pPr>
            <a:r>
              <a:rPr sz="2450" spc="-90" dirty="0">
                <a:latin typeface="Tahoma"/>
                <a:cs typeface="Tahoma"/>
              </a:rPr>
              <a:t>placeholder:</a:t>
            </a:r>
            <a:r>
              <a:rPr sz="2450" spc="-280" dirty="0">
                <a:latin typeface="Tahoma"/>
                <a:cs typeface="Tahoma"/>
              </a:rPr>
              <a:t> </a:t>
            </a:r>
            <a:r>
              <a:rPr sz="2450" spc="-30" dirty="0">
                <a:latin typeface="Tahoma"/>
                <a:cs typeface="Tahoma"/>
              </a:rPr>
              <a:t>chỉ</a:t>
            </a:r>
            <a:r>
              <a:rPr sz="2450" spc="-280" dirty="0">
                <a:latin typeface="Tahoma"/>
                <a:cs typeface="Tahoma"/>
              </a:rPr>
              <a:t> </a:t>
            </a:r>
            <a:r>
              <a:rPr sz="2450" spc="-100" dirty="0">
                <a:latin typeface="Tahoma"/>
                <a:cs typeface="Tahoma"/>
              </a:rPr>
              <a:t>định</a:t>
            </a:r>
            <a:r>
              <a:rPr sz="2450" spc="-290" dirty="0">
                <a:latin typeface="Tahoma"/>
                <a:cs typeface="Tahoma"/>
              </a:rPr>
              <a:t> </a:t>
            </a:r>
            <a:r>
              <a:rPr sz="2450" spc="-110" dirty="0">
                <a:latin typeface="Tahoma"/>
                <a:cs typeface="Tahoma"/>
              </a:rPr>
              <a:t>một</a:t>
            </a:r>
            <a:r>
              <a:rPr sz="2450" spc="-280" dirty="0">
                <a:latin typeface="Tahoma"/>
                <a:cs typeface="Tahoma"/>
              </a:rPr>
              <a:t> </a:t>
            </a:r>
            <a:r>
              <a:rPr sz="2450" spc="-130" dirty="0">
                <a:latin typeface="Tahoma"/>
                <a:cs typeface="Tahoma"/>
              </a:rPr>
              <a:t>gợi</a:t>
            </a:r>
            <a:r>
              <a:rPr sz="2450" spc="-280" dirty="0">
                <a:latin typeface="Tahoma"/>
                <a:cs typeface="Tahoma"/>
              </a:rPr>
              <a:t> </a:t>
            </a:r>
            <a:r>
              <a:rPr sz="2450" spc="-215" dirty="0">
                <a:latin typeface="Tahoma"/>
                <a:cs typeface="Tahoma"/>
              </a:rPr>
              <a:t>ý</a:t>
            </a:r>
            <a:r>
              <a:rPr sz="2450" spc="-280" dirty="0">
                <a:latin typeface="Tahoma"/>
                <a:cs typeface="Tahoma"/>
              </a:rPr>
              <a:t> </a:t>
            </a:r>
            <a:r>
              <a:rPr sz="2450" spc="-155" dirty="0">
                <a:latin typeface="Tahoma"/>
                <a:cs typeface="Tahoma"/>
              </a:rPr>
              <a:t>ngắn</a:t>
            </a:r>
            <a:r>
              <a:rPr sz="2450" spc="-295" dirty="0">
                <a:latin typeface="Tahoma"/>
                <a:cs typeface="Tahoma"/>
              </a:rPr>
              <a:t> </a:t>
            </a:r>
            <a:r>
              <a:rPr sz="2450" spc="-130" dirty="0">
                <a:latin typeface="Tahoma"/>
                <a:cs typeface="Tahoma"/>
              </a:rPr>
              <a:t>để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110" dirty="0">
                <a:latin typeface="Tahoma"/>
                <a:cs typeface="Tahoma"/>
              </a:rPr>
              <a:t>mô</a:t>
            </a:r>
            <a:r>
              <a:rPr sz="2450" spc="-280" dirty="0">
                <a:latin typeface="Tahoma"/>
                <a:cs typeface="Tahoma"/>
              </a:rPr>
              <a:t> </a:t>
            </a:r>
            <a:r>
              <a:rPr sz="2450" spc="-105" dirty="0">
                <a:latin typeface="Tahoma"/>
                <a:cs typeface="Tahoma"/>
              </a:rPr>
              <a:t>tả</a:t>
            </a:r>
            <a:r>
              <a:rPr sz="2450" spc="-280" dirty="0">
                <a:latin typeface="Tahoma"/>
                <a:cs typeface="Tahoma"/>
              </a:rPr>
              <a:t> </a:t>
            </a:r>
            <a:r>
              <a:rPr sz="2450" spc="-130" dirty="0">
                <a:latin typeface="Tahoma"/>
                <a:cs typeface="Tahoma"/>
              </a:rPr>
              <a:t>giá</a:t>
            </a:r>
            <a:r>
              <a:rPr sz="2450" spc="-280" dirty="0">
                <a:latin typeface="Tahoma"/>
                <a:cs typeface="Tahoma"/>
              </a:rPr>
              <a:t> </a:t>
            </a:r>
            <a:r>
              <a:rPr sz="2450" spc="-85" dirty="0">
                <a:latin typeface="Tahoma"/>
                <a:cs typeface="Tahoma"/>
              </a:rPr>
              <a:t>trị</a:t>
            </a:r>
            <a:r>
              <a:rPr sz="2450" spc="-280" dirty="0">
                <a:latin typeface="Tahoma"/>
                <a:cs typeface="Tahoma"/>
              </a:rPr>
              <a:t> </a:t>
            </a:r>
            <a:r>
              <a:rPr sz="2450" spc="-125" dirty="0">
                <a:latin typeface="Tahoma"/>
                <a:cs typeface="Tahoma"/>
              </a:rPr>
              <a:t>dự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95" dirty="0">
                <a:latin typeface="Tahoma"/>
                <a:cs typeface="Tahoma"/>
              </a:rPr>
              <a:t>kiến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60" dirty="0">
                <a:latin typeface="Tahoma"/>
                <a:cs typeface="Tahoma"/>
              </a:rPr>
              <a:t>của</a:t>
            </a:r>
            <a:r>
              <a:rPr sz="2450" spc="-280" dirty="0">
                <a:latin typeface="Tahoma"/>
                <a:cs typeface="Tahoma"/>
              </a:rPr>
              <a:t> </a:t>
            </a:r>
            <a:r>
              <a:rPr sz="2450" spc="-140" dirty="0">
                <a:latin typeface="Tahoma"/>
                <a:cs typeface="Tahoma"/>
              </a:rPr>
              <a:t>trường</a:t>
            </a:r>
            <a:r>
              <a:rPr sz="2450" spc="-285" dirty="0">
                <a:latin typeface="Tahoma"/>
                <a:cs typeface="Tahoma"/>
              </a:rPr>
              <a:t> </a:t>
            </a:r>
            <a:r>
              <a:rPr sz="2450" spc="-120" dirty="0">
                <a:latin typeface="Tahoma"/>
                <a:cs typeface="Tahoma"/>
              </a:rPr>
              <a:t>đầu</a:t>
            </a:r>
            <a:r>
              <a:rPr sz="2450" spc="-280" dirty="0">
                <a:latin typeface="Tahoma"/>
                <a:cs typeface="Tahoma"/>
              </a:rPr>
              <a:t> </a:t>
            </a:r>
            <a:r>
              <a:rPr sz="2450" spc="-20" dirty="0">
                <a:latin typeface="Tahoma"/>
                <a:cs typeface="Tahoma"/>
              </a:rPr>
              <a:t>vào.</a:t>
            </a:r>
            <a:endParaRPr sz="2450">
              <a:latin typeface="Tahoma"/>
              <a:cs typeface="Tahoma"/>
            </a:endParaRPr>
          </a:p>
          <a:p>
            <a:pPr marL="1331595" lvl="1" indent="-525145">
              <a:lnSpc>
                <a:spcPct val="100000"/>
              </a:lnSpc>
              <a:spcBef>
                <a:spcPts val="920"/>
              </a:spcBef>
              <a:buSzPct val="49000"/>
              <a:buChar char="•"/>
              <a:tabLst>
                <a:tab pos="1331595" algn="l"/>
              </a:tabLst>
            </a:pPr>
            <a:r>
              <a:rPr sz="2450" spc="-125" dirty="0">
                <a:latin typeface="Tahoma"/>
                <a:cs typeface="Tahoma"/>
              </a:rPr>
              <a:t>required:</a:t>
            </a:r>
            <a:r>
              <a:rPr sz="2450" spc="-270" dirty="0">
                <a:latin typeface="Tahoma"/>
                <a:cs typeface="Tahoma"/>
              </a:rPr>
              <a:t> </a:t>
            </a:r>
            <a:r>
              <a:rPr sz="2450" spc="-95" dirty="0">
                <a:latin typeface="Tahoma"/>
                <a:cs typeface="Tahoma"/>
              </a:rPr>
              <a:t>xác</a:t>
            </a:r>
            <a:r>
              <a:rPr sz="2450" spc="-270" dirty="0">
                <a:latin typeface="Tahoma"/>
                <a:cs typeface="Tahoma"/>
              </a:rPr>
              <a:t> </a:t>
            </a:r>
            <a:r>
              <a:rPr sz="2450" spc="-100" dirty="0">
                <a:latin typeface="Tahoma"/>
                <a:cs typeface="Tahoma"/>
              </a:rPr>
              <a:t>định</a:t>
            </a:r>
            <a:r>
              <a:rPr sz="2450" spc="-290" dirty="0">
                <a:latin typeface="Tahoma"/>
                <a:cs typeface="Tahoma"/>
              </a:rPr>
              <a:t> </a:t>
            </a:r>
            <a:r>
              <a:rPr sz="2450" spc="-155" dirty="0">
                <a:latin typeface="Tahoma"/>
                <a:cs typeface="Tahoma"/>
              </a:rPr>
              <a:t>rằng</a:t>
            </a:r>
            <a:r>
              <a:rPr sz="2450" spc="-280" dirty="0">
                <a:latin typeface="Tahoma"/>
                <a:cs typeface="Tahoma"/>
              </a:rPr>
              <a:t> </a:t>
            </a:r>
            <a:r>
              <a:rPr sz="2450" spc="-140" dirty="0">
                <a:latin typeface="Tahoma"/>
                <a:cs typeface="Tahoma"/>
              </a:rPr>
              <a:t>trường</a:t>
            </a:r>
            <a:r>
              <a:rPr sz="2450" spc="-285" dirty="0">
                <a:latin typeface="Tahoma"/>
                <a:cs typeface="Tahoma"/>
              </a:rPr>
              <a:t> </a:t>
            </a:r>
            <a:r>
              <a:rPr sz="2450" spc="-120" dirty="0">
                <a:latin typeface="Tahoma"/>
                <a:cs typeface="Tahoma"/>
              </a:rPr>
              <a:t>đầu</a:t>
            </a:r>
            <a:r>
              <a:rPr sz="2450" spc="-270" dirty="0">
                <a:latin typeface="Tahoma"/>
                <a:cs typeface="Tahoma"/>
              </a:rPr>
              <a:t> </a:t>
            </a:r>
            <a:r>
              <a:rPr sz="2450" spc="-135" dirty="0">
                <a:latin typeface="Tahoma"/>
                <a:cs typeface="Tahoma"/>
              </a:rPr>
              <a:t>vào</a:t>
            </a:r>
            <a:r>
              <a:rPr sz="2450" spc="-280" dirty="0">
                <a:latin typeface="Tahoma"/>
                <a:cs typeface="Tahoma"/>
              </a:rPr>
              <a:t> </a:t>
            </a:r>
            <a:r>
              <a:rPr sz="2450" spc="-90" dirty="0">
                <a:latin typeface="Tahoma"/>
                <a:cs typeface="Tahoma"/>
              </a:rPr>
              <a:t>phải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90" dirty="0">
                <a:latin typeface="Tahoma"/>
                <a:cs typeface="Tahoma"/>
              </a:rPr>
              <a:t>được</a:t>
            </a:r>
            <a:r>
              <a:rPr sz="2450" spc="-270" dirty="0">
                <a:latin typeface="Tahoma"/>
                <a:cs typeface="Tahoma"/>
              </a:rPr>
              <a:t> </a:t>
            </a:r>
            <a:r>
              <a:rPr sz="2450" spc="-100" dirty="0">
                <a:latin typeface="Tahoma"/>
                <a:cs typeface="Tahoma"/>
              </a:rPr>
              <a:t>điền</a:t>
            </a:r>
            <a:r>
              <a:rPr sz="2450" spc="-270" dirty="0">
                <a:latin typeface="Tahoma"/>
                <a:cs typeface="Tahoma"/>
              </a:rPr>
              <a:t> </a:t>
            </a:r>
            <a:r>
              <a:rPr sz="2450" spc="-95" dirty="0">
                <a:latin typeface="Tahoma"/>
                <a:cs typeface="Tahoma"/>
              </a:rPr>
              <a:t>trước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95" dirty="0">
                <a:latin typeface="Tahoma"/>
                <a:cs typeface="Tahoma"/>
              </a:rPr>
              <a:t>khi</a:t>
            </a:r>
            <a:r>
              <a:rPr sz="2450" spc="-285" dirty="0">
                <a:latin typeface="Tahoma"/>
                <a:cs typeface="Tahoma"/>
              </a:rPr>
              <a:t> </a:t>
            </a:r>
            <a:r>
              <a:rPr sz="2450" spc="-135" dirty="0">
                <a:latin typeface="Tahoma"/>
                <a:cs typeface="Tahoma"/>
              </a:rPr>
              <a:t>gửi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80" dirty="0">
                <a:latin typeface="Tahoma"/>
                <a:cs typeface="Tahoma"/>
              </a:rPr>
              <a:t>biểu</a:t>
            </a:r>
            <a:r>
              <a:rPr sz="2450" spc="-270" dirty="0">
                <a:latin typeface="Tahoma"/>
                <a:cs typeface="Tahoma"/>
              </a:rPr>
              <a:t> </a:t>
            </a:r>
            <a:r>
              <a:rPr sz="2450" spc="-20" dirty="0">
                <a:latin typeface="Tahoma"/>
                <a:cs typeface="Tahoma"/>
              </a:rPr>
              <a:t>mẫu.</a:t>
            </a:r>
            <a:endParaRPr sz="245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484" dirty="0"/>
              <a:t>CHƯƠNG</a:t>
            </a:r>
            <a:r>
              <a:rPr spc="-580" dirty="0"/>
              <a:t> </a:t>
            </a:r>
            <a:r>
              <a:rPr spc="-919" dirty="0"/>
              <a:t>II:</a:t>
            </a:r>
            <a:r>
              <a:rPr spc="-575" dirty="0"/>
              <a:t> </a:t>
            </a:r>
            <a:r>
              <a:rPr spc="-715" dirty="0"/>
              <a:t>HTML</a:t>
            </a:r>
            <a:r>
              <a:rPr spc="-585" dirty="0"/>
              <a:t> </a:t>
            </a:r>
            <a:r>
              <a:rPr spc="-905" dirty="0"/>
              <a:t>&amp;</a:t>
            </a:r>
            <a:r>
              <a:rPr spc="-580" dirty="0"/>
              <a:t> </a:t>
            </a:r>
            <a:r>
              <a:rPr spc="-715" dirty="0"/>
              <a:t>HTML5</a:t>
            </a:r>
            <a:endParaRPr spc="-715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  <p:sp>
        <p:nvSpPr>
          <p:cNvPr id="15" name="object 13"/>
          <p:cNvSpPr txBox="1">
            <a:spLocks noGrp="1"/>
          </p:cNvSpPr>
          <p:nvPr>
            <p:ph type="dt" sz="half" idx="6"/>
          </p:nvPr>
        </p:nvSpPr>
        <p:spPr>
          <a:xfrm>
            <a:off x="601345" y="10674350"/>
            <a:ext cx="5245100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85" dirty="0">
                <a:solidFill>
                  <a:schemeClr val="tx1"/>
                </a:solidFill>
              </a:rPr>
              <a:t>THIẾT </a:t>
            </a:r>
            <a:r>
              <a:rPr spc="-110" dirty="0">
                <a:solidFill>
                  <a:schemeClr val="tx1"/>
                </a:solidFill>
              </a:rPr>
              <a:t>KẾ</a:t>
            </a:r>
            <a:r>
              <a:rPr spc="-190" dirty="0">
                <a:solidFill>
                  <a:schemeClr val="tx1"/>
                </a:solidFill>
              </a:rPr>
              <a:t> </a:t>
            </a:r>
            <a:r>
              <a:rPr spc="-110" dirty="0">
                <a:solidFill>
                  <a:schemeClr val="tx1"/>
                </a:solidFill>
              </a:rPr>
              <a:t>WEB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VÀ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45" dirty="0">
                <a:solidFill>
                  <a:schemeClr val="tx1"/>
                </a:solidFill>
              </a:rPr>
              <a:t>TRIỂN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KHAI</a:t>
            </a:r>
            <a:r>
              <a:rPr spc="-200" dirty="0">
                <a:solidFill>
                  <a:schemeClr val="tx1"/>
                </a:solidFill>
              </a:rPr>
              <a:t> </a:t>
            </a:r>
            <a:r>
              <a:rPr spc="-80" dirty="0">
                <a:solidFill>
                  <a:schemeClr val="tx1"/>
                </a:solidFill>
              </a:rPr>
              <a:t>HỆ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95" dirty="0">
                <a:solidFill>
                  <a:schemeClr val="tx1"/>
                </a:solidFill>
              </a:rPr>
              <a:t>THỐNG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75" dirty="0">
                <a:solidFill>
                  <a:schemeClr val="tx1"/>
                </a:solidFill>
              </a:rPr>
              <a:t>PHẦN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25" dirty="0">
                <a:solidFill>
                  <a:schemeClr val="tx1"/>
                </a:solidFill>
              </a:rPr>
              <a:t>MỀM</a:t>
            </a:r>
            <a:endParaRPr spc="-20" dirty="0">
              <a:solidFill>
                <a:schemeClr val="tx1"/>
              </a:solidFill>
            </a:endParaRPr>
          </a:p>
        </p:txBody>
      </p:sp>
      <p:sp>
        <p:nvSpPr>
          <p:cNvPr id="16" name="object 6"/>
          <p:cNvSpPr/>
          <p:nvPr/>
        </p:nvSpPr>
        <p:spPr>
          <a:xfrm>
            <a:off x="527354" y="10455476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8063A1"/>
            </a:solidFill>
          </a:ln>
        </p:spPr>
        <p:txBody>
          <a:bodyPr wrap="square" lIns="0" tIns="0" rIns="0" bIns="0" rtlCol="0"/>
          <a:p/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0070" y="3071464"/>
            <a:ext cx="14905990" cy="49307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2.5</a:t>
            </a:r>
            <a:r>
              <a:rPr sz="3300" b="1" spc="-55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b="1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Một</a:t>
            </a:r>
            <a:r>
              <a:rPr sz="3300" b="1" spc="-40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b="1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số</a:t>
            </a:r>
            <a:r>
              <a:rPr sz="3300" b="1" spc="-45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b="1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thẻ</a:t>
            </a:r>
            <a:r>
              <a:rPr sz="3300" b="1" spc="-40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b="1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HTML</a:t>
            </a:r>
            <a:r>
              <a:rPr sz="3300" b="1" spc="-204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b="1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đặc</a:t>
            </a:r>
            <a:r>
              <a:rPr sz="3300" b="1" spc="-45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b="1" spc="-20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biệt</a:t>
            </a:r>
            <a:endParaRPr sz="33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3040"/>
              </a:spcBef>
            </a:pPr>
            <a:r>
              <a:rPr sz="2600" dirty="0">
                <a:latin typeface="Times New Roman" panose="02020603050405020304"/>
                <a:cs typeface="Times New Roman" panose="02020603050405020304"/>
              </a:rPr>
              <a:t>Ngoài</a:t>
            </a:r>
            <a:r>
              <a:rPr sz="26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các</a:t>
            </a:r>
            <a:r>
              <a:rPr sz="26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thẻ</a:t>
            </a:r>
            <a:r>
              <a:rPr sz="26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cơ</a:t>
            </a:r>
            <a:r>
              <a:rPr sz="26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bản,</a:t>
            </a:r>
            <a:r>
              <a:rPr sz="26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HTML</a:t>
            </a:r>
            <a:r>
              <a:rPr sz="26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còn</a:t>
            </a:r>
            <a:r>
              <a:rPr sz="26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nhiều</a:t>
            </a:r>
            <a:r>
              <a:rPr sz="26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thẻ</a:t>
            </a:r>
            <a:r>
              <a:rPr sz="26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10" dirty="0">
                <a:latin typeface="Times New Roman" panose="02020603050405020304"/>
                <a:cs typeface="Times New Roman" panose="02020603050405020304"/>
              </a:rPr>
              <a:t>khác: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641985" indent="-629285">
              <a:lnSpc>
                <a:spcPct val="100000"/>
              </a:lnSpc>
              <a:spcBef>
                <a:spcPts val="1630"/>
              </a:spcBef>
              <a:buSzPct val="81000"/>
              <a:buFont typeface="Tahoma"/>
              <a:buChar char="•"/>
              <a:tabLst>
                <a:tab pos="641985" algn="l"/>
              </a:tabLst>
            </a:pPr>
            <a:r>
              <a:rPr sz="2600" dirty="0">
                <a:latin typeface="Times New Roman" panose="02020603050405020304"/>
                <a:cs typeface="Times New Roman" panose="02020603050405020304"/>
              </a:rPr>
              <a:t>&lt;meta&gt;:</a:t>
            </a:r>
            <a:r>
              <a:rPr sz="26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cung</a:t>
            </a:r>
            <a:r>
              <a:rPr sz="26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cấp</a:t>
            </a:r>
            <a:r>
              <a:rPr sz="26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siêu</a:t>
            </a:r>
            <a:r>
              <a:rPr sz="26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dữ</a:t>
            </a:r>
            <a:r>
              <a:rPr sz="26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liệu</a:t>
            </a:r>
            <a:r>
              <a:rPr sz="26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(mô</a:t>
            </a:r>
            <a:r>
              <a:rPr sz="26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tả,</a:t>
            </a:r>
            <a:r>
              <a:rPr sz="26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tác</a:t>
            </a:r>
            <a:r>
              <a:rPr sz="26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giả,</a:t>
            </a:r>
            <a:r>
              <a:rPr sz="26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10" dirty="0">
                <a:latin typeface="Times New Roman" panose="02020603050405020304"/>
                <a:cs typeface="Times New Roman" panose="02020603050405020304"/>
              </a:rPr>
              <a:t>viewport…).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641985" indent="-629285">
              <a:lnSpc>
                <a:spcPct val="100000"/>
              </a:lnSpc>
              <a:spcBef>
                <a:spcPts val="1630"/>
              </a:spcBef>
              <a:buSzPct val="81000"/>
              <a:buFont typeface="Tahoma"/>
              <a:buChar char="•"/>
              <a:tabLst>
                <a:tab pos="641985" algn="l"/>
              </a:tabLst>
            </a:pPr>
            <a:r>
              <a:rPr sz="2600" dirty="0">
                <a:latin typeface="Times New Roman" panose="02020603050405020304"/>
                <a:cs typeface="Times New Roman" panose="02020603050405020304"/>
              </a:rPr>
              <a:t>&lt;link&gt;:</a:t>
            </a:r>
            <a:r>
              <a:rPr sz="26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liên</a:t>
            </a:r>
            <a:r>
              <a:rPr sz="26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kết</a:t>
            </a:r>
            <a:r>
              <a:rPr sz="26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tới</a:t>
            </a:r>
            <a:r>
              <a:rPr sz="26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tập</a:t>
            </a:r>
            <a:r>
              <a:rPr sz="26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tin</a:t>
            </a:r>
            <a:r>
              <a:rPr sz="26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CSS</a:t>
            </a:r>
            <a:r>
              <a:rPr sz="26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hoặc</a:t>
            </a:r>
            <a:r>
              <a:rPr sz="26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tài</a:t>
            </a:r>
            <a:r>
              <a:rPr sz="26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nguyên</a:t>
            </a:r>
            <a:r>
              <a:rPr sz="26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10" dirty="0">
                <a:latin typeface="Times New Roman" panose="02020603050405020304"/>
                <a:cs typeface="Times New Roman" panose="02020603050405020304"/>
              </a:rPr>
              <a:t>ngoài.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641985" indent="-629285">
              <a:lnSpc>
                <a:spcPct val="100000"/>
              </a:lnSpc>
              <a:spcBef>
                <a:spcPts val="1630"/>
              </a:spcBef>
              <a:buSzPct val="81000"/>
              <a:buFont typeface="Tahoma"/>
              <a:buChar char="•"/>
              <a:tabLst>
                <a:tab pos="641985" algn="l"/>
              </a:tabLst>
            </a:pPr>
            <a:r>
              <a:rPr sz="2600" dirty="0">
                <a:latin typeface="Times New Roman" panose="02020603050405020304"/>
                <a:cs typeface="Times New Roman" panose="02020603050405020304"/>
              </a:rPr>
              <a:t>&lt;script&gt;:</a:t>
            </a:r>
            <a:r>
              <a:rPr sz="2600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chèn</a:t>
            </a:r>
            <a:r>
              <a:rPr sz="26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mã</a:t>
            </a:r>
            <a:r>
              <a:rPr sz="2600" spc="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JavaScript</a:t>
            </a:r>
            <a:r>
              <a:rPr sz="26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hoặc</a:t>
            </a:r>
            <a:r>
              <a:rPr sz="2600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dẫn</a:t>
            </a:r>
            <a:r>
              <a:rPr sz="26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tới</a:t>
            </a:r>
            <a:r>
              <a:rPr sz="2600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tệp</a:t>
            </a:r>
            <a:r>
              <a:rPr sz="26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25" dirty="0">
                <a:latin typeface="Times New Roman" panose="02020603050405020304"/>
                <a:cs typeface="Times New Roman" panose="02020603050405020304"/>
              </a:rPr>
              <a:t>JS.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641985" indent="-629285">
              <a:lnSpc>
                <a:spcPct val="100000"/>
              </a:lnSpc>
              <a:spcBef>
                <a:spcPts val="1630"/>
              </a:spcBef>
              <a:buSzPct val="81000"/>
              <a:buFont typeface="Tahoma"/>
              <a:buChar char="•"/>
              <a:tabLst>
                <a:tab pos="641985" algn="l"/>
              </a:tabLst>
            </a:pPr>
            <a:r>
              <a:rPr sz="2600" dirty="0">
                <a:latin typeface="Times New Roman" panose="02020603050405020304"/>
                <a:cs typeface="Times New Roman" panose="02020603050405020304"/>
              </a:rPr>
              <a:t>&lt;style&gt;:</a:t>
            </a:r>
            <a:r>
              <a:rPr sz="26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viết</a:t>
            </a:r>
            <a:r>
              <a:rPr sz="2600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CSS</a:t>
            </a:r>
            <a:r>
              <a:rPr sz="26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trực</a:t>
            </a:r>
            <a:r>
              <a:rPr sz="2600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tiếp</a:t>
            </a:r>
            <a:r>
              <a:rPr sz="26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trong</a:t>
            </a:r>
            <a:r>
              <a:rPr sz="26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HTML</a:t>
            </a:r>
            <a:r>
              <a:rPr sz="26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(không</a:t>
            </a:r>
            <a:r>
              <a:rPr sz="26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khuyến</a:t>
            </a:r>
            <a:r>
              <a:rPr sz="26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khích</a:t>
            </a:r>
            <a:r>
              <a:rPr sz="26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trong</a:t>
            </a:r>
            <a:r>
              <a:rPr sz="26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dự</a:t>
            </a:r>
            <a:r>
              <a:rPr sz="26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án</a:t>
            </a:r>
            <a:r>
              <a:rPr sz="26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10" dirty="0">
                <a:latin typeface="Times New Roman" panose="02020603050405020304"/>
                <a:cs typeface="Times New Roman" panose="02020603050405020304"/>
              </a:rPr>
              <a:t>lớn).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641985" indent="-629285">
              <a:lnSpc>
                <a:spcPct val="100000"/>
              </a:lnSpc>
              <a:spcBef>
                <a:spcPts val="1630"/>
              </a:spcBef>
              <a:buSzPct val="81000"/>
              <a:buFont typeface="Tahoma"/>
              <a:buChar char="•"/>
              <a:tabLst>
                <a:tab pos="641985" algn="l"/>
              </a:tabLst>
            </a:pPr>
            <a:r>
              <a:rPr sz="2600" dirty="0">
                <a:latin typeface="Times New Roman" panose="02020603050405020304"/>
                <a:cs typeface="Times New Roman" panose="02020603050405020304"/>
              </a:rPr>
              <a:t>&lt;canvas&gt;</a:t>
            </a:r>
            <a:r>
              <a:rPr sz="26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và</a:t>
            </a:r>
            <a:r>
              <a:rPr sz="26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&lt;svg&gt;:</a:t>
            </a:r>
            <a:r>
              <a:rPr sz="26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vẽ</a:t>
            </a:r>
            <a:r>
              <a:rPr sz="26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đồ</a:t>
            </a:r>
            <a:r>
              <a:rPr sz="26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họa,</a:t>
            </a:r>
            <a:r>
              <a:rPr sz="26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biểu</a:t>
            </a:r>
            <a:r>
              <a:rPr sz="26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25" dirty="0">
                <a:latin typeface="Times New Roman" panose="02020603050405020304"/>
                <a:cs typeface="Times New Roman" panose="02020603050405020304"/>
              </a:rPr>
              <a:t>đồ.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641985" indent="-629285">
              <a:lnSpc>
                <a:spcPct val="100000"/>
              </a:lnSpc>
              <a:spcBef>
                <a:spcPts val="1625"/>
              </a:spcBef>
              <a:buSzPct val="81000"/>
              <a:buFont typeface="Tahoma"/>
              <a:buChar char="•"/>
              <a:tabLst>
                <a:tab pos="641985" algn="l"/>
              </a:tabLst>
            </a:pPr>
            <a:r>
              <a:rPr sz="2600" dirty="0">
                <a:latin typeface="Times New Roman" panose="02020603050405020304"/>
                <a:cs typeface="Times New Roman" panose="02020603050405020304"/>
              </a:rPr>
              <a:t>&lt;abbr&gt;,</a:t>
            </a:r>
            <a:r>
              <a:rPr sz="26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&lt;cite&gt;,</a:t>
            </a:r>
            <a:r>
              <a:rPr sz="26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&lt;code&gt;:</a:t>
            </a:r>
            <a:r>
              <a:rPr sz="26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thẻ</a:t>
            </a:r>
            <a:r>
              <a:rPr sz="26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ngữ</a:t>
            </a:r>
            <a:r>
              <a:rPr sz="26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nghĩa</a:t>
            </a:r>
            <a:r>
              <a:rPr sz="26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dùng</a:t>
            </a:r>
            <a:r>
              <a:rPr sz="26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để</a:t>
            </a:r>
            <a:r>
              <a:rPr sz="26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đánh</a:t>
            </a:r>
            <a:r>
              <a:rPr sz="26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dấu</a:t>
            </a:r>
            <a:r>
              <a:rPr sz="26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văn</a:t>
            </a:r>
            <a:r>
              <a:rPr sz="26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bản</a:t>
            </a:r>
            <a:r>
              <a:rPr sz="26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đặc</a:t>
            </a:r>
            <a:r>
              <a:rPr sz="26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biệt</a:t>
            </a:r>
            <a:r>
              <a:rPr sz="26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(từ</a:t>
            </a:r>
            <a:r>
              <a:rPr sz="26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viết</a:t>
            </a:r>
            <a:r>
              <a:rPr sz="26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tắt,</a:t>
            </a:r>
            <a:r>
              <a:rPr sz="26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trích</a:t>
            </a:r>
            <a:r>
              <a:rPr sz="26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dẫn,</a:t>
            </a:r>
            <a:r>
              <a:rPr sz="26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đoạn</a:t>
            </a:r>
            <a:r>
              <a:rPr sz="26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20" dirty="0">
                <a:latin typeface="Times New Roman" panose="02020603050405020304"/>
                <a:cs typeface="Times New Roman" panose="02020603050405020304"/>
              </a:rPr>
              <a:t>mã).</a:t>
            </a:r>
            <a:endParaRPr sz="2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89530" y="366395"/>
            <a:ext cx="5197475" cy="136207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b="0" spc="-1205" dirty="0">
                <a:latin typeface="Tahoma"/>
                <a:cs typeface="Tahoma"/>
              </a:rPr>
              <a:t>C</a:t>
            </a:r>
            <a:r>
              <a:rPr b="0" spc="-1455" dirty="0">
                <a:latin typeface="Tahoma"/>
                <a:cs typeface="Tahoma"/>
              </a:rPr>
              <a:t>H</a:t>
            </a:r>
            <a:r>
              <a:rPr b="0" spc="-1575" dirty="0">
                <a:latin typeface="Tahoma"/>
                <a:cs typeface="Tahoma"/>
              </a:rPr>
              <a:t>Ư</a:t>
            </a:r>
            <a:r>
              <a:rPr b="0" spc="-1180" dirty="0">
                <a:latin typeface="Tahoma"/>
                <a:cs typeface="Tahoma"/>
              </a:rPr>
              <a:t>Ơ</a:t>
            </a:r>
            <a:r>
              <a:rPr b="0" spc="-1410" dirty="0">
                <a:latin typeface="Tahoma"/>
                <a:cs typeface="Tahoma"/>
              </a:rPr>
              <a:t>N</a:t>
            </a:r>
            <a:r>
              <a:rPr b="0" spc="-170" dirty="0">
                <a:latin typeface="Tahoma"/>
                <a:cs typeface="Tahoma"/>
              </a:rPr>
              <a:t>G</a:t>
            </a:r>
            <a:r>
              <a:rPr b="0" spc="-755" dirty="0">
                <a:latin typeface="Tahoma"/>
                <a:cs typeface="Tahoma"/>
              </a:rPr>
              <a:t>II</a:t>
            </a:r>
            <a:endParaRPr b="0" spc="-755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55"/>
              </a:spcBef>
            </a:pPr>
            <a:r>
              <a:rPr sz="2950" b="0" spc="-765" dirty="0">
                <a:solidFill>
                  <a:srgbClr val="000000"/>
                </a:solidFill>
                <a:latin typeface="Tahoma"/>
                <a:cs typeface="Tahoma"/>
              </a:rPr>
              <a:t>H</a:t>
            </a:r>
            <a:r>
              <a:rPr sz="2950" b="0" spc="-509" dirty="0">
                <a:solidFill>
                  <a:srgbClr val="000000"/>
                </a:solidFill>
                <a:latin typeface="Tahoma"/>
                <a:cs typeface="Tahoma"/>
              </a:rPr>
              <a:t>T</a:t>
            </a:r>
            <a:r>
              <a:rPr sz="2950" b="0" spc="-680" dirty="0">
                <a:solidFill>
                  <a:srgbClr val="000000"/>
                </a:solidFill>
                <a:latin typeface="Tahoma"/>
                <a:cs typeface="Tahoma"/>
              </a:rPr>
              <a:t>M</a:t>
            </a:r>
            <a:r>
              <a:rPr sz="2950" b="0" spc="-30" dirty="0">
                <a:solidFill>
                  <a:srgbClr val="000000"/>
                </a:solidFill>
                <a:latin typeface="Tahoma"/>
                <a:cs typeface="Tahoma"/>
              </a:rPr>
              <a:t>L</a:t>
            </a:r>
            <a:r>
              <a:rPr sz="2950" b="0" spc="130" dirty="0">
                <a:solidFill>
                  <a:srgbClr val="000000"/>
                </a:solidFill>
                <a:latin typeface="Tahoma"/>
                <a:cs typeface="Tahoma"/>
              </a:rPr>
              <a:t>&amp;</a:t>
            </a:r>
            <a:r>
              <a:rPr sz="2950" b="0" spc="-765" dirty="0">
                <a:solidFill>
                  <a:srgbClr val="000000"/>
                </a:solidFill>
                <a:latin typeface="Tahoma"/>
                <a:cs typeface="Tahoma"/>
              </a:rPr>
              <a:t>H</a:t>
            </a:r>
            <a:r>
              <a:rPr sz="2950" b="0" spc="-509" dirty="0">
                <a:solidFill>
                  <a:srgbClr val="000000"/>
                </a:solidFill>
                <a:latin typeface="Tahoma"/>
                <a:cs typeface="Tahoma"/>
              </a:rPr>
              <a:t>T</a:t>
            </a:r>
            <a:r>
              <a:rPr sz="2950" b="0" spc="-680" dirty="0">
                <a:solidFill>
                  <a:srgbClr val="000000"/>
                </a:solidFill>
                <a:latin typeface="Tahoma"/>
                <a:cs typeface="Tahoma"/>
              </a:rPr>
              <a:t>M</a:t>
            </a:r>
            <a:r>
              <a:rPr sz="2950" b="0" spc="-545" dirty="0">
                <a:solidFill>
                  <a:srgbClr val="000000"/>
                </a:solidFill>
                <a:latin typeface="Tahoma"/>
                <a:cs typeface="Tahoma"/>
              </a:rPr>
              <a:t>L</a:t>
            </a:r>
            <a:r>
              <a:rPr sz="2950" b="0" spc="-15" dirty="0">
                <a:solidFill>
                  <a:srgbClr val="000000"/>
                </a:solidFill>
                <a:latin typeface="Tahoma"/>
                <a:cs typeface="Tahoma"/>
              </a:rPr>
              <a:t>5</a:t>
            </a:r>
            <a:endParaRPr sz="295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71926" y="2201978"/>
            <a:ext cx="9552239" cy="28459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  <p:sp>
        <p:nvSpPr>
          <p:cNvPr id="15" name="object 13"/>
          <p:cNvSpPr txBox="1">
            <a:spLocks noGrp="1"/>
          </p:cNvSpPr>
          <p:nvPr>
            <p:ph type="dt" sz="half" idx="6"/>
          </p:nvPr>
        </p:nvSpPr>
        <p:spPr>
          <a:xfrm>
            <a:off x="601345" y="10674350"/>
            <a:ext cx="5245100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85" dirty="0">
                <a:solidFill>
                  <a:schemeClr val="tx1"/>
                </a:solidFill>
              </a:rPr>
              <a:t>THIẾT </a:t>
            </a:r>
            <a:r>
              <a:rPr spc="-110" dirty="0">
                <a:solidFill>
                  <a:schemeClr val="tx1"/>
                </a:solidFill>
              </a:rPr>
              <a:t>KẾ</a:t>
            </a:r>
            <a:r>
              <a:rPr spc="-190" dirty="0">
                <a:solidFill>
                  <a:schemeClr val="tx1"/>
                </a:solidFill>
              </a:rPr>
              <a:t> </a:t>
            </a:r>
            <a:r>
              <a:rPr spc="-110" dirty="0">
                <a:solidFill>
                  <a:schemeClr val="tx1"/>
                </a:solidFill>
              </a:rPr>
              <a:t>WEB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VÀ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45" dirty="0">
                <a:solidFill>
                  <a:schemeClr val="tx1"/>
                </a:solidFill>
              </a:rPr>
              <a:t>TRIỂN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KHAI</a:t>
            </a:r>
            <a:r>
              <a:rPr spc="-200" dirty="0">
                <a:solidFill>
                  <a:schemeClr val="tx1"/>
                </a:solidFill>
              </a:rPr>
              <a:t> </a:t>
            </a:r>
            <a:r>
              <a:rPr spc="-80" dirty="0">
                <a:solidFill>
                  <a:schemeClr val="tx1"/>
                </a:solidFill>
              </a:rPr>
              <a:t>HỆ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95" dirty="0">
                <a:solidFill>
                  <a:schemeClr val="tx1"/>
                </a:solidFill>
              </a:rPr>
              <a:t>THỐNG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75" dirty="0">
                <a:solidFill>
                  <a:schemeClr val="tx1"/>
                </a:solidFill>
              </a:rPr>
              <a:t>PHẦN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25" dirty="0">
                <a:solidFill>
                  <a:schemeClr val="tx1"/>
                </a:solidFill>
              </a:rPr>
              <a:t>MỀM</a:t>
            </a:r>
            <a:endParaRPr spc="-20" dirty="0">
              <a:solidFill>
                <a:schemeClr val="tx1"/>
              </a:solidFill>
            </a:endParaRPr>
          </a:p>
        </p:txBody>
      </p:sp>
      <p:sp>
        <p:nvSpPr>
          <p:cNvPr id="16" name="object 6"/>
          <p:cNvSpPr/>
          <p:nvPr/>
        </p:nvSpPr>
        <p:spPr>
          <a:xfrm>
            <a:off x="523544" y="10447221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8063A1"/>
            </a:solidFill>
          </a:ln>
        </p:spPr>
        <p:txBody>
          <a:bodyPr wrap="square" lIns="0" tIns="0" rIns="0" bIns="0" rtlCol="0"/>
          <a:p/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9530" y="366395"/>
            <a:ext cx="5014595" cy="136207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b="0" spc="-1205" dirty="0">
                <a:latin typeface="Tahoma"/>
                <a:cs typeface="Tahoma"/>
              </a:rPr>
              <a:t>C</a:t>
            </a:r>
            <a:r>
              <a:rPr b="0" spc="-1455" dirty="0">
                <a:latin typeface="Tahoma"/>
                <a:cs typeface="Tahoma"/>
              </a:rPr>
              <a:t>H</a:t>
            </a:r>
            <a:r>
              <a:rPr b="0" spc="-1575" dirty="0">
                <a:latin typeface="Tahoma"/>
                <a:cs typeface="Tahoma"/>
              </a:rPr>
              <a:t>Ư</a:t>
            </a:r>
            <a:r>
              <a:rPr b="0" spc="-1180" dirty="0">
                <a:latin typeface="Tahoma"/>
                <a:cs typeface="Tahoma"/>
              </a:rPr>
              <a:t>Ơ</a:t>
            </a:r>
            <a:r>
              <a:rPr b="0" spc="-1410" dirty="0">
                <a:latin typeface="Tahoma"/>
                <a:cs typeface="Tahoma"/>
              </a:rPr>
              <a:t>N</a:t>
            </a:r>
            <a:r>
              <a:rPr b="0" spc="-170" dirty="0">
                <a:latin typeface="Tahoma"/>
                <a:cs typeface="Tahoma"/>
              </a:rPr>
              <a:t>G</a:t>
            </a:r>
            <a:r>
              <a:rPr b="0" spc="-755" dirty="0">
                <a:latin typeface="Tahoma"/>
                <a:cs typeface="Tahoma"/>
              </a:rPr>
              <a:t>II</a:t>
            </a:r>
            <a:endParaRPr b="0" spc="-755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55"/>
              </a:spcBef>
            </a:pPr>
            <a:r>
              <a:rPr sz="2950" b="0" spc="-765" dirty="0">
                <a:solidFill>
                  <a:srgbClr val="000000"/>
                </a:solidFill>
                <a:latin typeface="Tahoma"/>
                <a:cs typeface="Tahoma"/>
              </a:rPr>
              <a:t>H</a:t>
            </a:r>
            <a:r>
              <a:rPr sz="2950" b="0" spc="-509" dirty="0">
                <a:solidFill>
                  <a:srgbClr val="000000"/>
                </a:solidFill>
                <a:latin typeface="Tahoma"/>
                <a:cs typeface="Tahoma"/>
              </a:rPr>
              <a:t>T</a:t>
            </a:r>
            <a:r>
              <a:rPr sz="2950" b="0" spc="-680" dirty="0">
                <a:solidFill>
                  <a:srgbClr val="000000"/>
                </a:solidFill>
                <a:latin typeface="Tahoma"/>
                <a:cs typeface="Tahoma"/>
              </a:rPr>
              <a:t>M</a:t>
            </a:r>
            <a:r>
              <a:rPr sz="2950" b="0" spc="-30" dirty="0">
                <a:solidFill>
                  <a:srgbClr val="000000"/>
                </a:solidFill>
                <a:latin typeface="Tahoma"/>
                <a:cs typeface="Tahoma"/>
              </a:rPr>
              <a:t>L</a:t>
            </a:r>
            <a:r>
              <a:rPr sz="2950" b="0" spc="130" dirty="0">
                <a:solidFill>
                  <a:srgbClr val="000000"/>
                </a:solidFill>
                <a:latin typeface="Tahoma"/>
                <a:cs typeface="Tahoma"/>
              </a:rPr>
              <a:t>&amp;</a:t>
            </a:r>
            <a:r>
              <a:rPr sz="2950" b="0" spc="-765" dirty="0">
                <a:solidFill>
                  <a:srgbClr val="000000"/>
                </a:solidFill>
                <a:latin typeface="Tahoma"/>
                <a:cs typeface="Tahoma"/>
              </a:rPr>
              <a:t>H</a:t>
            </a:r>
            <a:r>
              <a:rPr sz="2950" b="0" spc="-509" dirty="0">
                <a:solidFill>
                  <a:srgbClr val="000000"/>
                </a:solidFill>
                <a:latin typeface="Tahoma"/>
                <a:cs typeface="Tahoma"/>
              </a:rPr>
              <a:t>T</a:t>
            </a:r>
            <a:r>
              <a:rPr sz="2950" b="0" spc="-680" dirty="0">
                <a:solidFill>
                  <a:srgbClr val="000000"/>
                </a:solidFill>
                <a:latin typeface="Tahoma"/>
                <a:cs typeface="Tahoma"/>
              </a:rPr>
              <a:t>M</a:t>
            </a:r>
            <a:r>
              <a:rPr sz="2950" b="0" spc="-545" dirty="0">
                <a:solidFill>
                  <a:srgbClr val="000000"/>
                </a:solidFill>
                <a:latin typeface="Tahoma"/>
                <a:cs typeface="Tahoma"/>
              </a:rPr>
              <a:t>L</a:t>
            </a:r>
            <a:r>
              <a:rPr sz="2950" b="0" spc="-15" dirty="0">
                <a:solidFill>
                  <a:srgbClr val="000000"/>
                </a:solidFill>
                <a:latin typeface="Tahoma"/>
                <a:cs typeface="Tahoma"/>
              </a:rPr>
              <a:t>5</a:t>
            </a:r>
            <a:endParaRPr sz="295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71926" y="2201978"/>
            <a:ext cx="9552239" cy="2845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10070" y="3071464"/>
            <a:ext cx="7616825" cy="25177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b="1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2.6</a:t>
            </a:r>
            <a:r>
              <a:rPr sz="3300" b="1" spc="-50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00" b="1" spc="-10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HTML5</a:t>
            </a:r>
            <a:endParaRPr sz="3300">
              <a:latin typeface="Times New Roman" panose="02020603050405020304"/>
              <a:cs typeface="Times New Roman" panose="02020603050405020304"/>
            </a:endParaRPr>
          </a:p>
          <a:p>
            <a:pPr marL="641985" indent="-629285">
              <a:lnSpc>
                <a:spcPct val="100000"/>
              </a:lnSpc>
              <a:spcBef>
                <a:spcPts val="3040"/>
              </a:spcBef>
              <a:buSzPct val="81000"/>
              <a:buFont typeface="Tahoma"/>
              <a:buChar char="•"/>
              <a:tabLst>
                <a:tab pos="641985" algn="l"/>
              </a:tabLst>
            </a:pPr>
            <a:r>
              <a:rPr sz="2600" dirty="0">
                <a:latin typeface="Times New Roman" panose="02020603050405020304"/>
                <a:cs typeface="Times New Roman" panose="02020603050405020304"/>
              </a:rPr>
              <a:t>HTML5</a:t>
            </a:r>
            <a:r>
              <a:rPr sz="26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là</a:t>
            </a:r>
            <a:r>
              <a:rPr sz="26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chuẩn</a:t>
            </a:r>
            <a:r>
              <a:rPr sz="26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mới</a:t>
            </a:r>
            <a:r>
              <a:rPr sz="26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nhất,</a:t>
            </a:r>
            <a:r>
              <a:rPr sz="26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cập</a:t>
            </a:r>
            <a:r>
              <a:rPr sz="26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nhật</a:t>
            </a:r>
            <a:r>
              <a:rPr sz="26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liên</a:t>
            </a:r>
            <a:r>
              <a:rPr sz="26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20" dirty="0">
                <a:latin typeface="Times New Roman" panose="02020603050405020304"/>
                <a:cs typeface="Times New Roman" panose="02020603050405020304"/>
              </a:rPr>
              <a:t>tục.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641985" indent="-629285">
              <a:lnSpc>
                <a:spcPct val="100000"/>
              </a:lnSpc>
              <a:spcBef>
                <a:spcPts val="1630"/>
              </a:spcBef>
              <a:buSzPct val="81000"/>
              <a:buFont typeface="Tahoma"/>
              <a:buChar char="•"/>
              <a:tabLst>
                <a:tab pos="641985" algn="l"/>
              </a:tabLst>
            </a:pPr>
            <a:r>
              <a:rPr sz="2600" dirty="0">
                <a:latin typeface="Times New Roman" panose="02020603050405020304"/>
                <a:cs typeface="Times New Roman" panose="02020603050405020304"/>
              </a:rPr>
              <a:t>Hỗ</a:t>
            </a:r>
            <a:r>
              <a:rPr sz="26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trợ</a:t>
            </a:r>
            <a:r>
              <a:rPr sz="26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đa</a:t>
            </a:r>
            <a:r>
              <a:rPr sz="26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phương</a:t>
            </a:r>
            <a:r>
              <a:rPr sz="26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tiện</a:t>
            </a:r>
            <a:r>
              <a:rPr sz="26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và</a:t>
            </a:r>
            <a:r>
              <a:rPr sz="26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ứng</a:t>
            </a:r>
            <a:r>
              <a:rPr sz="26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dụng</a:t>
            </a:r>
            <a:r>
              <a:rPr sz="26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web</a:t>
            </a:r>
            <a:r>
              <a:rPr sz="26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phong</a:t>
            </a:r>
            <a:r>
              <a:rPr sz="26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20" dirty="0">
                <a:latin typeface="Times New Roman" panose="02020603050405020304"/>
                <a:cs typeface="Times New Roman" panose="02020603050405020304"/>
              </a:rPr>
              <a:t>phú.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641985" indent="-629285">
              <a:lnSpc>
                <a:spcPct val="100000"/>
              </a:lnSpc>
              <a:spcBef>
                <a:spcPts val="1630"/>
              </a:spcBef>
              <a:buSzPct val="81000"/>
              <a:buFont typeface="Tahoma"/>
              <a:buChar char="•"/>
              <a:tabLst>
                <a:tab pos="641985" algn="l"/>
              </a:tabLst>
            </a:pPr>
            <a:r>
              <a:rPr sz="2600" dirty="0">
                <a:latin typeface="Times New Roman" panose="02020603050405020304"/>
                <a:cs typeface="Times New Roman" panose="02020603050405020304"/>
              </a:rPr>
              <a:t>Doctype</a:t>
            </a:r>
            <a:r>
              <a:rPr sz="26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rút</a:t>
            </a:r>
            <a:r>
              <a:rPr sz="2600" spc="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gọn.</a:t>
            </a:r>
            <a:r>
              <a:rPr sz="2600" spc="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Chỉ</a:t>
            </a:r>
            <a:r>
              <a:rPr sz="2600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còn</a:t>
            </a:r>
            <a:r>
              <a:rPr sz="2600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dirty="0">
                <a:latin typeface="Times New Roman" panose="02020603050405020304"/>
                <a:cs typeface="Times New Roman" panose="02020603050405020304"/>
              </a:rPr>
              <a:t>“&lt;!doctype</a:t>
            </a:r>
            <a:r>
              <a:rPr sz="2600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spc="-10" dirty="0">
                <a:latin typeface="Times New Roman" panose="02020603050405020304"/>
                <a:cs typeface="Times New Roman" panose="02020603050405020304"/>
              </a:rPr>
              <a:t>html&gt;”</a:t>
            </a:r>
            <a:endParaRPr sz="26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  <p:sp>
        <p:nvSpPr>
          <p:cNvPr id="15" name="object 13"/>
          <p:cNvSpPr txBox="1">
            <a:spLocks noGrp="1"/>
          </p:cNvSpPr>
          <p:nvPr>
            <p:ph type="dt" sz="half" idx="6"/>
          </p:nvPr>
        </p:nvSpPr>
        <p:spPr>
          <a:xfrm>
            <a:off x="601345" y="10674350"/>
            <a:ext cx="5245100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85" dirty="0">
                <a:solidFill>
                  <a:schemeClr val="tx1"/>
                </a:solidFill>
              </a:rPr>
              <a:t>THIẾT </a:t>
            </a:r>
            <a:r>
              <a:rPr spc="-110" dirty="0">
                <a:solidFill>
                  <a:schemeClr val="tx1"/>
                </a:solidFill>
              </a:rPr>
              <a:t>KẾ</a:t>
            </a:r>
            <a:r>
              <a:rPr spc="-190" dirty="0">
                <a:solidFill>
                  <a:schemeClr val="tx1"/>
                </a:solidFill>
              </a:rPr>
              <a:t> </a:t>
            </a:r>
            <a:r>
              <a:rPr spc="-110" dirty="0">
                <a:solidFill>
                  <a:schemeClr val="tx1"/>
                </a:solidFill>
              </a:rPr>
              <a:t>WEB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VÀ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45" dirty="0">
                <a:solidFill>
                  <a:schemeClr val="tx1"/>
                </a:solidFill>
              </a:rPr>
              <a:t>TRIỂN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KHAI</a:t>
            </a:r>
            <a:r>
              <a:rPr spc="-200" dirty="0">
                <a:solidFill>
                  <a:schemeClr val="tx1"/>
                </a:solidFill>
              </a:rPr>
              <a:t> </a:t>
            </a:r>
            <a:r>
              <a:rPr spc="-80" dirty="0">
                <a:solidFill>
                  <a:schemeClr val="tx1"/>
                </a:solidFill>
              </a:rPr>
              <a:t>HỆ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95" dirty="0">
                <a:solidFill>
                  <a:schemeClr val="tx1"/>
                </a:solidFill>
              </a:rPr>
              <a:t>THỐNG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75" dirty="0">
                <a:solidFill>
                  <a:schemeClr val="tx1"/>
                </a:solidFill>
              </a:rPr>
              <a:t>PHẦN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25" dirty="0">
                <a:solidFill>
                  <a:schemeClr val="tx1"/>
                </a:solidFill>
              </a:rPr>
              <a:t>MỀM</a:t>
            </a:r>
            <a:endParaRPr spc="-20" dirty="0">
              <a:solidFill>
                <a:schemeClr val="tx1"/>
              </a:solidFill>
            </a:endParaRPr>
          </a:p>
        </p:txBody>
      </p:sp>
      <p:sp>
        <p:nvSpPr>
          <p:cNvPr id="16" name="object 6"/>
          <p:cNvSpPr/>
          <p:nvPr/>
        </p:nvSpPr>
        <p:spPr>
          <a:xfrm>
            <a:off x="523544" y="10447221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8063A1"/>
            </a:solidFill>
          </a:ln>
        </p:spPr>
        <p:txBody>
          <a:bodyPr wrap="square" lIns="0" tIns="0" rIns="0" bIns="0" rtlCol="0"/>
          <a:p/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0070" y="2470738"/>
            <a:ext cx="14808835" cy="7447280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sz="2500" b="1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2.6</a:t>
            </a:r>
            <a:r>
              <a:rPr sz="2500" b="1" spc="40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500" b="1" spc="-10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HTML5</a:t>
            </a:r>
            <a:endParaRPr sz="2500">
              <a:latin typeface="Times New Roman" panose="02020603050405020304"/>
              <a:cs typeface="Times New Roman" panose="02020603050405020304"/>
            </a:endParaRPr>
          </a:p>
          <a:p>
            <a:pPr marL="577850" indent="-565150">
              <a:lnSpc>
                <a:spcPct val="100000"/>
              </a:lnSpc>
              <a:spcBef>
                <a:spcPts val="960"/>
              </a:spcBef>
              <a:buSzPct val="43000"/>
              <a:buChar char="•"/>
              <a:tabLst>
                <a:tab pos="577850" algn="l"/>
              </a:tabLst>
            </a:pPr>
            <a:r>
              <a:rPr sz="2800" spc="-245" dirty="0">
                <a:latin typeface="Tahoma"/>
                <a:cs typeface="Tahoma"/>
              </a:rPr>
              <a:t>Thẻ</a:t>
            </a:r>
            <a:r>
              <a:rPr sz="2800" spc="-330" dirty="0">
                <a:latin typeface="Tahoma"/>
                <a:cs typeface="Tahoma"/>
              </a:rPr>
              <a:t> </a:t>
            </a:r>
            <a:r>
              <a:rPr sz="2800" spc="-90" dirty="0">
                <a:latin typeface="Tahoma"/>
                <a:cs typeface="Tahoma"/>
              </a:rPr>
              <a:t>semantic</a:t>
            </a:r>
            <a:r>
              <a:rPr sz="2800" spc="-320" dirty="0">
                <a:latin typeface="Tahoma"/>
                <a:cs typeface="Tahoma"/>
              </a:rPr>
              <a:t> </a:t>
            </a:r>
            <a:r>
              <a:rPr sz="2800" spc="-240" dirty="0">
                <a:latin typeface="Tahoma"/>
                <a:cs typeface="Tahoma"/>
              </a:rPr>
              <a:t>(Thẻ</a:t>
            </a:r>
            <a:r>
              <a:rPr sz="2800" spc="-330" dirty="0">
                <a:latin typeface="Tahoma"/>
                <a:cs typeface="Tahoma"/>
              </a:rPr>
              <a:t> </a:t>
            </a:r>
            <a:r>
              <a:rPr sz="2800" spc="-220" dirty="0">
                <a:latin typeface="Tahoma"/>
                <a:cs typeface="Tahoma"/>
              </a:rPr>
              <a:t>ngữ</a:t>
            </a:r>
            <a:r>
              <a:rPr sz="2800" spc="-330" dirty="0">
                <a:latin typeface="Tahoma"/>
                <a:cs typeface="Tahoma"/>
              </a:rPr>
              <a:t> </a:t>
            </a:r>
            <a:r>
              <a:rPr sz="2800" spc="-185" dirty="0">
                <a:latin typeface="Tahoma"/>
                <a:cs typeface="Tahoma"/>
              </a:rPr>
              <a:t>nghĩa):</a:t>
            </a:r>
            <a:r>
              <a:rPr sz="2800" spc="-325" dirty="0">
                <a:latin typeface="Tahoma"/>
                <a:cs typeface="Tahoma"/>
              </a:rPr>
              <a:t> </a:t>
            </a:r>
            <a:r>
              <a:rPr sz="2800" spc="-110" dirty="0">
                <a:latin typeface="Tahoma"/>
                <a:cs typeface="Tahoma"/>
              </a:rPr>
              <a:t>Là</a:t>
            </a:r>
            <a:r>
              <a:rPr sz="2800" spc="-330" dirty="0">
                <a:latin typeface="Tahoma"/>
                <a:cs typeface="Tahoma"/>
              </a:rPr>
              <a:t> </a:t>
            </a:r>
            <a:r>
              <a:rPr sz="2800" spc="-200" dirty="0">
                <a:latin typeface="Tahoma"/>
                <a:cs typeface="Tahoma"/>
              </a:rPr>
              <a:t>những</a:t>
            </a:r>
            <a:r>
              <a:rPr sz="2800" spc="-325" dirty="0">
                <a:latin typeface="Tahoma"/>
                <a:cs typeface="Tahoma"/>
              </a:rPr>
              <a:t> </a:t>
            </a:r>
            <a:r>
              <a:rPr sz="2800" spc="-145" dirty="0">
                <a:latin typeface="Tahoma"/>
                <a:cs typeface="Tahoma"/>
              </a:rPr>
              <a:t>thẻ</a:t>
            </a:r>
            <a:r>
              <a:rPr sz="2800" spc="-315" dirty="0">
                <a:latin typeface="Tahoma"/>
                <a:cs typeface="Tahoma"/>
              </a:rPr>
              <a:t> </a:t>
            </a:r>
            <a:r>
              <a:rPr sz="2800" spc="-35" dirty="0">
                <a:latin typeface="Tahoma"/>
                <a:cs typeface="Tahoma"/>
              </a:rPr>
              <a:t>có</a:t>
            </a:r>
            <a:r>
              <a:rPr sz="2800" spc="-335" dirty="0">
                <a:latin typeface="Tahoma"/>
                <a:cs typeface="Tahoma"/>
              </a:rPr>
              <a:t> </a:t>
            </a:r>
            <a:r>
              <a:rPr sz="2800" spc="-100" dirty="0">
                <a:latin typeface="Tahoma"/>
                <a:cs typeface="Tahoma"/>
              </a:rPr>
              <a:t>nội</a:t>
            </a:r>
            <a:r>
              <a:rPr sz="2800" spc="-325" dirty="0">
                <a:latin typeface="Tahoma"/>
                <a:cs typeface="Tahoma"/>
              </a:rPr>
              <a:t> </a:t>
            </a:r>
            <a:r>
              <a:rPr sz="2800" spc="-180" dirty="0">
                <a:latin typeface="Tahoma"/>
                <a:cs typeface="Tahoma"/>
              </a:rPr>
              <a:t>dung</a:t>
            </a:r>
            <a:r>
              <a:rPr sz="2800" spc="-340" dirty="0">
                <a:latin typeface="Tahoma"/>
                <a:cs typeface="Tahoma"/>
              </a:rPr>
              <a:t> </a:t>
            </a:r>
            <a:r>
              <a:rPr sz="2800" spc="-130" dirty="0">
                <a:latin typeface="Tahoma"/>
                <a:cs typeface="Tahoma"/>
              </a:rPr>
              <a:t>bên</a:t>
            </a:r>
            <a:r>
              <a:rPr sz="2800" spc="-330" dirty="0">
                <a:latin typeface="Tahoma"/>
                <a:cs typeface="Tahoma"/>
              </a:rPr>
              <a:t> </a:t>
            </a:r>
            <a:r>
              <a:rPr sz="2800" spc="-170" dirty="0">
                <a:latin typeface="Tahoma"/>
                <a:cs typeface="Tahoma"/>
              </a:rPr>
              <a:t>trong</a:t>
            </a:r>
            <a:r>
              <a:rPr sz="2800" spc="-320" dirty="0">
                <a:latin typeface="Tahoma"/>
                <a:cs typeface="Tahoma"/>
              </a:rPr>
              <a:t> </a:t>
            </a:r>
            <a:r>
              <a:rPr sz="2800" spc="-35" dirty="0">
                <a:latin typeface="Tahoma"/>
                <a:cs typeface="Tahoma"/>
              </a:rPr>
              <a:t>có</a:t>
            </a:r>
            <a:r>
              <a:rPr sz="2800" spc="-340" dirty="0">
                <a:latin typeface="Tahoma"/>
                <a:cs typeface="Tahoma"/>
              </a:rPr>
              <a:t> </a:t>
            </a:r>
            <a:r>
              <a:rPr sz="2800" spc="-254" dirty="0">
                <a:latin typeface="Tahoma"/>
                <a:cs typeface="Tahoma"/>
              </a:rPr>
              <a:t>ý</a:t>
            </a:r>
            <a:r>
              <a:rPr sz="2800" spc="-330" dirty="0">
                <a:latin typeface="Tahoma"/>
                <a:cs typeface="Tahoma"/>
              </a:rPr>
              <a:t> </a:t>
            </a:r>
            <a:r>
              <a:rPr sz="2800" spc="-155" dirty="0">
                <a:latin typeface="Tahoma"/>
                <a:cs typeface="Tahoma"/>
              </a:rPr>
              <a:t>nghĩa</a:t>
            </a:r>
            <a:r>
              <a:rPr sz="2800" spc="-325" dirty="0">
                <a:latin typeface="Tahoma"/>
                <a:cs typeface="Tahoma"/>
              </a:rPr>
              <a:t> </a:t>
            </a:r>
            <a:r>
              <a:rPr sz="2800" spc="-185" dirty="0">
                <a:latin typeface="Tahoma"/>
                <a:cs typeface="Tahoma"/>
              </a:rPr>
              <a:t>tương</a:t>
            </a:r>
            <a:r>
              <a:rPr sz="2800" spc="-325" dirty="0">
                <a:latin typeface="Tahoma"/>
                <a:cs typeface="Tahoma"/>
              </a:rPr>
              <a:t> </a:t>
            </a:r>
            <a:r>
              <a:rPr sz="2800" spc="-215" dirty="0">
                <a:latin typeface="Tahoma"/>
                <a:cs typeface="Tahoma"/>
              </a:rPr>
              <a:t>ứng</a:t>
            </a:r>
            <a:r>
              <a:rPr sz="2800" spc="-330" dirty="0">
                <a:latin typeface="Tahoma"/>
                <a:cs typeface="Tahoma"/>
              </a:rPr>
              <a:t> </a:t>
            </a:r>
            <a:r>
              <a:rPr sz="2800" spc="-145" dirty="0">
                <a:latin typeface="Tahoma"/>
                <a:cs typeface="Tahoma"/>
              </a:rPr>
              <a:t>với</a:t>
            </a:r>
            <a:r>
              <a:rPr sz="2800" spc="-330" dirty="0">
                <a:latin typeface="Tahoma"/>
                <a:cs typeface="Tahoma"/>
              </a:rPr>
              <a:t> </a:t>
            </a:r>
            <a:r>
              <a:rPr sz="2800" spc="-145" dirty="0">
                <a:latin typeface="Tahoma"/>
                <a:cs typeface="Tahoma"/>
              </a:rPr>
              <a:t>tên</a:t>
            </a:r>
            <a:r>
              <a:rPr sz="2800" spc="-330" dirty="0">
                <a:latin typeface="Tahoma"/>
                <a:cs typeface="Tahoma"/>
              </a:rPr>
              <a:t> </a:t>
            </a:r>
            <a:r>
              <a:rPr sz="2800" spc="-145" dirty="0">
                <a:latin typeface="Tahoma"/>
                <a:cs typeface="Tahoma"/>
              </a:rPr>
              <a:t>thẻ</a:t>
            </a:r>
            <a:r>
              <a:rPr sz="2800" spc="-325" dirty="0">
                <a:latin typeface="Tahoma"/>
                <a:cs typeface="Tahoma"/>
              </a:rPr>
              <a:t> </a:t>
            </a:r>
            <a:r>
              <a:rPr sz="2800" spc="-25" dirty="0">
                <a:latin typeface="Tahoma"/>
                <a:cs typeface="Tahoma"/>
              </a:rPr>
              <a:t>đó.</a:t>
            </a:r>
            <a:endParaRPr sz="2800">
              <a:latin typeface="Tahoma"/>
              <a:cs typeface="Tahoma"/>
            </a:endParaRPr>
          </a:p>
          <a:p>
            <a:pPr marL="1331595" lvl="1" indent="-525145">
              <a:lnSpc>
                <a:spcPct val="100000"/>
              </a:lnSpc>
              <a:spcBef>
                <a:spcPts val="985"/>
              </a:spcBef>
              <a:buSzPct val="49000"/>
              <a:buChar char="•"/>
              <a:tabLst>
                <a:tab pos="1331595" algn="l"/>
              </a:tabLst>
            </a:pPr>
            <a:r>
              <a:rPr sz="2450" spc="-175" dirty="0">
                <a:latin typeface="Tahoma"/>
                <a:cs typeface="Tahoma"/>
              </a:rPr>
              <a:t>&lt;article&gt;: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85" dirty="0">
                <a:latin typeface="Tahoma"/>
                <a:cs typeface="Tahoma"/>
              </a:rPr>
              <a:t>Xác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100" dirty="0">
                <a:latin typeface="Tahoma"/>
                <a:cs typeface="Tahoma"/>
              </a:rPr>
              <a:t>định</a:t>
            </a:r>
            <a:r>
              <a:rPr sz="2450" spc="-280" dirty="0">
                <a:latin typeface="Tahoma"/>
                <a:cs typeface="Tahoma"/>
              </a:rPr>
              <a:t> </a:t>
            </a:r>
            <a:r>
              <a:rPr sz="2450" spc="-75" dirty="0">
                <a:latin typeface="Tahoma"/>
                <a:cs typeface="Tahoma"/>
              </a:rPr>
              <a:t>nội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145" dirty="0">
                <a:latin typeface="Tahoma"/>
                <a:cs typeface="Tahoma"/>
              </a:rPr>
              <a:t>dung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60" dirty="0">
                <a:latin typeface="Tahoma"/>
                <a:cs typeface="Tahoma"/>
              </a:rPr>
              <a:t>độc</a:t>
            </a:r>
            <a:r>
              <a:rPr sz="2450" spc="-270" dirty="0">
                <a:latin typeface="Tahoma"/>
                <a:cs typeface="Tahoma"/>
              </a:rPr>
              <a:t> </a:t>
            </a:r>
            <a:r>
              <a:rPr sz="2450" spc="-85" dirty="0">
                <a:latin typeface="Tahoma"/>
                <a:cs typeface="Tahoma"/>
              </a:rPr>
              <a:t>lập,</a:t>
            </a:r>
            <a:r>
              <a:rPr sz="2450" spc="-285" dirty="0">
                <a:latin typeface="Tahoma"/>
                <a:cs typeface="Tahoma"/>
              </a:rPr>
              <a:t> </a:t>
            </a:r>
            <a:r>
              <a:rPr sz="2450" spc="-114" dirty="0">
                <a:latin typeface="Tahoma"/>
                <a:cs typeface="Tahoma"/>
              </a:rPr>
              <a:t>khép</a:t>
            </a:r>
            <a:r>
              <a:rPr sz="2450" spc="-270" dirty="0">
                <a:latin typeface="Tahoma"/>
                <a:cs typeface="Tahoma"/>
              </a:rPr>
              <a:t> </a:t>
            </a:r>
            <a:r>
              <a:rPr sz="2450" spc="-25" dirty="0">
                <a:latin typeface="Tahoma"/>
                <a:cs typeface="Tahoma"/>
              </a:rPr>
              <a:t>kín</a:t>
            </a:r>
            <a:endParaRPr sz="2450">
              <a:latin typeface="Tahoma"/>
              <a:cs typeface="Tahoma"/>
            </a:endParaRPr>
          </a:p>
          <a:p>
            <a:pPr marL="1331595" lvl="1" indent="-525145">
              <a:lnSpc>
                <a:spcPct val="100000"/>
              </a:lnSpc>
              <a:spcBef>
                <a:spcPts val="920"/>
              </a:spcBef>
              <a:buSzPct val="49000"/>
              <a:buChar char="•"/>
              <a:tabLst>
                <a:tab pos="1331595" algn="l"/>
              </a:tabLst>
            </a:pPr>
            <a:r>
              <a:rPr sz="2450" spc="-210" dirty="0">
                <a:latin typeface="Tahoma"/>
                <a:cs typeface="Tahoma"/>
              </a:rPr>
              <a:t>&lt;aside&gt;:</a:t>
            </a:r>
            <a:r>
              <a:rPr sz="2450" spc="-290" dirty="0">
                <a:latin typeface="Tahoma"/>
                <a:cs typeface="Tahoma"/>
              </a:rPr>
              <a:t> </a:t>
            </a:r>
            <a:r>
              <a:rPr sz="2450" spc="-85" dirty="0">
                <a:latin typeface="Tahoma"/>
                <a:cs typeface="Tahoma"/>
              </a:rPr>
              <a:t>Xác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100" dirty="0">
                <a:latin typeface="Tahoma"/>
                <a:cs typeface="Tahoma"/>
              </a:rPr>
              <a:t>định</a:t>
            </a:r>
            <a:r>
              <a:rPr sz="2450" spc="-285" dirty="0">
                <a:latin typeface="Tahoma"/>
                <a:cs typeface="Tahoma"/>
              </a:rPr>
              <a:t> </a:t>
            </a:r>
            <a:r>
              <a:rPr sz="2450" spc="-75" dirty="0">
                <a:latin typeface="Tahoma"/>
                <a:cs typeface="Tahoma"/>
              </a:rPr>
              <a:t>nội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145" dirty="0">
                <a:latin typeface="Tahoma"/>
                <a:cs typeface="Tahoma"/>
              </a:rPr>
              <a:t>dung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120" dirty="0">
                <a:latin typeface="Tahoma"/>
                <a:cs typeface="Tahoma"/>
              </a:rPr>
              <a:t>ngoài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80" dirty="0">
                <a:latin typeface="Tahoma"/>
                <a:cs typeface="Tahoma"/>
              </a:rPr>
              <a:t>nội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145" dirty="0">
                <a:latin typeface="Tahoma"/>
                <a:cs typeface="Tahoma"/>
              </a:rPr>
              <a:t>dung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10" dirty="0">
                <a:latin typeface="Tahoma"/>
                <a:cs typeface="Tahoma"/>
              </a:rPr>
              <a:t>trang</a:t>
            </a:r>
            <a:endParaRPr sz="2450">
              <a:latin typeface="Tahoma"/>
              <a:cs typeface="Tahoma"/>
            </a:endParaRPr>
          </a:p>
          <a:p>
            <a:pPr marL="1331595" lvl="1" indent="-525145">
              <a:lnSpc>
                <a:spcPct val="100000"/>
              </a:lnSpc>
              <a:spcBef>
                <a:spcPts val="915"/>
              </a:spcBef>
              <a:buSzPct val="49000"/>
              <a:buChar char="•"/>
              <a:tabLst>
                <a:tab pos="1331595" algn="l"/>
              </a:tabLst>
            </a:pPr>
            <a:r>
              <a:rPr sz="2450" spc="-170" dirty="0">
                <a:latin typeface="Tahoma"/>
                <a:cs typeface="Tahoma"/>
              </a:rPr>
              <a:t>&lt;details&gt;:</a:t>
            </a:r>
            <a:r>
              <a:rPr sz="2450" spc="-290" dirty="0">
                <a:latin typeface="Tahoma"/>
                <a:cs typeface="Tahoma"/>
              </a:rPr>
              <a:t> </a:t>
            </a:r>
            <a:r>
              <a:rPr sz="2450" spc="-85" dirty="0">
                <a:latin typeface="Tahoma"/>
                <a:cs typeface="Tahoma"/>
              </a:rPr>
              <a:t>Xác</a:t>
            </a:r>
            <a:r>
              <a:rPr sz="2450" spc="-285" dirty="0">
                <a:latin typeface="Tahoma"/>
                <a:cs typeface="Tahoma"/>
              </a:rPr>
              <a:t> </a:t>
            </a:r>
            <a:r>
              <a:rPr sz="2450" spc="-100" dirty="0">
                <a:latin typeface="Tahoma"/>
                <a:cs typeface="Tahoma"/>
              </a:rPr>
              <a:t>định</a:t>
            </a:r>
            <a:r>
              <a:rPr sz="2450" spc="-290" dirty="0">
                <a:latin typeface="Tahoma"/>
                <a:cs typeface="Tahoma"/>
              </a:rPr>
              <a:t> </a:t>
            </a:r>
            <a:r>
              <a:rPr sz="2450" dirty="0">
                <a:latin typeface="Tahoma"/>
                <a:cs typeface="Tahoma"/>
              </a:rPr>
              <a:t>các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30" dirty="0">
                <a:latin typeface="Tahoma"/>
                <a:cs typeface="Tahoma"/>
              </a:rPr>
              <a:t>chi</a:t>
            </a:r>
            <a:r>
              <a:rPr sz="2450" spc="-280" dirty="0">
                <a:latin typeface="Tahoma"/>
                <a:cs typeface="Tahoma"/>
              </a:rPr>
              <a:t> </a:t>
            </a:r>
            <a:r>
              <a:rPr sz="2450" spc="-80" dirty="0">
                <a:latin typeface="Tahoma"/>
                <a:cs typeface="Tahoma"/>
              </a:rPr>
              <a:t>tiết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90" dirty="0">
                <a:latin typeface="Tahoma"/>
                <a:cs typeface="Tahoma"/>
              </a:rPr>
              <a:t>bổ</a:t>
            </a:r>
            <a:r>
              <a:rPr sz="2450" spc="-280" dirty="0">
                <a:latin typeface="Tahoma"/>
                <a:cs typeface="Tahoma"/>
              </a:rPr>
              <a:t> </a:t>
            </a:r>
            <a:r>
              <a:rPr sz="2450" spc="-125" dirty="0">
                <a:latin typeface="Tahoma"/>
                <a:cs typeface="Tahoma"/>
              </a:rPr>
              <a:t>sung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125" dirty="0">
                <a:latin typeface="Tahoma"/>
                <a:cs typeface="Tahoma"/>
              </a:rPr>
              <a:t>mà</a:t>
            </a:r>
            <a:r>
              <a:rPr sz="2450" spc="-290" dirty="0">
                <a:latin typeface="Tahoma"/>
                <a:cs typeface="Tahoma"/>
              </a:rPr>
              <a:t> </a:t>
            </a:r>
            <a:r>
              <a:rPr sz="2450" spc="-135" dirty="0">
                <a:latin typeface="Tahoma"/>
                <a:cs typeface="Tahoma"/>
              </a:rPr>
              <a:t>người</a:t>
            </a:r>
            <a:r>
              <a:rPr sz="2450" spc="-290" dirty="0">
                <a:latin typeface="Tahoma"/>
                <a:cs typeface="Tahoma"/>
              </a:rPr>
              <a:t> </a:t>
            </a:r>
            <a:r>
              <a:rPr sz="2450" spc="-145" dirty="0">
                <a:latin typeface="Tahoma"/>
                <a:cs typeface="Tahoma"/>
              </a:rPr>
              <a:t>dùng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20" dirty="0">
                <a:latin typeface="Tahoma"/>
                <a:cs typeface="Tahoma"/>
              </a:rPr>
              <a:t>có</a:t>
            </a:r>
            <a:r>
              <a:rPr sz="2450" spc="-280" dirty="0">
                <a:latin typeface="Tahoma"/>
                <a:cs typeface="Tahoma"/>
              </a:rPr>
              <a:t> </a:t>
            </a:r>
            <a:r>
              <a:rPr sz="2450" spc="-114" dirty="0">
                <a:latin typeface="Tahoma"/>
                <a:cs typeface="Tahoma"/>
              </a:rPr>
              <a:t>thể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175" dirty="0">
                <a:latin typeface="Tahoma"/>
                <a:cs typeface="Tahoma"/>
              </a:rPr>
              <a:t>xem</a:t>
            </a:r>
            <a:r>
              <a:rPr sz="2450" spc="-280" dirty="0">
                <a:latin typeface="Tahoma"/>
                <a:cs typeface="Tahoma"/>
              </a:rPr>
              <a:t> </a:t>
            </a:r>
            <a:r>
              <a:rPr sz="2450" spc="-70" dirty="0">
                <a:latin typeface="Tahoma"/>
                <a:cs typeface="Tahoma"/>
              </a:rPr>
              <a:t>hoặc</a:t>
            </a:r>
            <a:r>
              <a:rPr sz="2450" spc="-285" dirty="0">
                <a:latin typeface="Tahoma"/>
                <a:cs typeface="Tahoma"/>
              </a:rPr>
              <a:t> </a:t>
            </a:r>
            <a:r>
              <a:rPr sz="2450" spc="-25" dirty="0">
                <a:latin typeface="Tahoma"/>
                <a:cs typeface="Tahoma"/>
              </a:rPr>
              <a:t>ẩn</a:t>
            </a:r>
            <a:endParaRPr sz="2450">
              <a:latin typeface="Tahoma"/>
              <a:cs typeface="Tahoma"/>
            </a:endParaRPr>
          </a:p>
          <a:p>
            <a:pPr marL="1331595" lvl="1" indent="-525145">
              <a:lnSpc>
                <a:spcPct val="100000"/>
              </a:lnSpc>
              <a:spcBef>
                <a:spcPts val="920"/>
              </a:spcBef>
              <a:buSzPct val="49000"/>
              <a:buChar char="•"/>
              <a:tabLst>
                <a:tab pos="1331595" algn="l"/>
              </a:tabLst>
            </a:pPr>
            <a:r>
              <a:rPr sz="2450" spc="-220" dirty="0">
                <a:latin typeface="Tahoma"/>
                <a:cs typeface="Tahoma"/>
              </a:rPr>
              <a:t>&lt;summary&gt;:</a:t>
            </a:r>
            <a:r>
              <a:rPr sz="2450" spc="-300" dirty="0">
                <a:latin typeface="Tahoma"/>
                <a:cs typeface="Tahoma"/>
              </a:rPr>
              <a:t> </a:t>
            </a:r>
            <a:r>
              <a:rPr sz="2450" spc="-85" dirty="0">
                <a:latin typeface="Tahoma"/>
                <a:cs typeface="Tahoma"/>
              </a:rPr>
              <a:t>Xác</a:t>
            </a:r>
            <a:r>
              <a:rPr sz="2450" spc="-280" dirty="0">
                <a:latin typeface="Tahoma"/>
                <a:cs typeface="Tahoma"/>
              </a:rPr>
              <a:t> </a:t>
            </a:r>
            <a:r>
              <a:rPr sz="2450" spc="-100" dirty="0">
                <a:latin typeface="Tahoma"/>
                <a:cs typeface="Tahoma"/>
              </a:rPr>
              <a:t>định</a:t>
            </a:r>
            <a:r>
              <a:rPr sz="2450" spc="-290" dirty="0">
                <a:latin typeface="Tahoma"/>
                <a:cs typeface="Tahoma"/>
              </a:rPr>
              <a:t> </a:t>
            </a:r>
            <a:r>
              <a:rPr sz="2450" spc="-90" dirty="0">
                <a:latin typeface="Tahoma"/>
                <a:cs typeface="Tahoma"/>
              </a:rPr>
              <a:t>tiêu</a:t>
            </a:r>
            <a:r>
              <a:rPr sz="2450" spc="-270" dirty="0">
                <a:latin typeface="Tahoma"/>
                <a:cs typeface="Tahoma"/>
              </a:rPr>
              <a:t> </a:t>
            </a:r>
            <a:r>
              <a:rPr sz="2450" spc="-130" dirty="0">
                <a:latin typeface="Tahoma"/>
                <a:cs typeface="Tahoma"/>
              </a:rPr>
              <a:t>đề</a:t>
            </a:r>
            <a:r>
              <a:rPr sz="2450" spc="-280" dirty="0">
                <a:latin typeface="Tahoma"/>
                <a:cs typeface="Tahoma"/>
              </a:rPr>
              <a:t> </a:t>
            </a:r>
            <a:r>
              <a:rPr sz="2450" spc="-90" dirty="0">
                <a:latin typeface="Tahoma"/>
                <a:cs typeface="Tahoma"/>
              </a:rPr>
              <a:t>hiển</a:t>
            </a:r>
            <a:r>
              <a:rPr sz="2450" spc="-280" dirty="0">
                <a:latin typeface="Tahoma"/>
                <a:cs typeface="Tahoma"/>
              </a:rPr>
              <a:t> </a:t>
            </a:r>
            <a:r>
              <a:rPr sz="2450" spc="-80" dirty="0">
                <a:latin typeface="Tahoma"/>
                <a:cs typeface="Tahoma"/>
              </a:rPr>
              <a:t>thị</a:t>
            </a:r>
            <a:r>
              <a:rPr sz="2450" spc="-280" dirty="0">
                <a:latin typeface="Tahoma"/>
                <a:cs typeface="Tahoma"/>
              </a:rPr>
              <a:t> </a:t>
            </a:r>
            <a:r>
              <a:rPr sz="2450" spc="-60" dirty="0">
                <a:latin typeface="Tahoma"/>
                <a:cs typeface="Tahoma"/>
              </a:rPr>
              <a:t>cho</a:t>
            </a:r>
            <a:r>
              <a:rPr sz="2450" spc="-280" dirty="0">
                <a:latin typeface="Tahoma"/>
                <a:cs typeface="Tahoma"/>
              </a:rPr>
              <a:t> </a:t>
            </a:r>
            <a:r>
              <a:rPr sz="2450" spc="-114" dirty="0">
                <a:latin typeface="Tahoma"/>
                <a:cs typeface="Tahoma"/>
              </a:rPr>
              <a:t>phần</a:t>
            </a:r>
            <a:r>
              <a:rPr sz="2450" spc="-290" dirty="0">
                <a:latin typeface="Tahoma"/>
                <a:cs typeface="Tahoma"/>
              </a:rPr>
              <a:t> </a:t>
            </a:r>
            <a:r>
              <a:rPr sz="2450" spc="-125" dirty="0">
                <a:latin typeface="Tahoma"/>
                <a:cs typeface="Tahoma"/>
              </a:rPr>
              <a:t>tử</a:t>
            </a:r>
            <a:r>
              <a:rPr sz="2450" spc="-280" dirty="0">
                <a:latin typeface="Tahoma"/>
                <a:cs typeface="Tahoma"/>
              </a:rPr>
              <a:t> </a:t>
            </a:r>
            <a:r>
              <a:rPr sz="2450" spc="-20" dirty="0">
                <a:latin typeface="Tahoma"/>
                <a:cs typeface="Tahoma"/>
              </a:rPr>
              <a:t>&lt;details&gt;</a:t>
            </a:r>
            <a:endParaRPr sz="2450">
              <a:latin typeface="Tahoma"/>
              <a:cs typeface="Tahoma"/>
            </a:endParaRPr>
          </a:p>
          <a:p>
            <a:pPr marL="1331595" lvl="1" indent="-525145">
              <a:lnSpc>
                <a:spcPct val="100000"/>
              </a:lnSpc>
              <a:spcBef>
                <a:spcPts val="920"/>
              </a:spcBef>
              <a:buSzPct val="49000"/>
              <a:buChar char="•"/>
              <a:tabLst>
                <a:tab pos="1331595" algn="l"/>
              </a:tabLst>
            </a:pPr>
            <a:r>
              <a:rPr sz="2450" spc="-170" dirty="0">
                <a:latin typeface="Tahoma"/>
                <a:cs typeface="Tahoma"/>
              </a:rPr>
              <a:t>&lt;figcaption&gt;:</a:t>
            </a:r>
            <a:r>
              <a:rPr sz="2450" spc="-285" dirty="0">
                <a:latin typeface="Tahoma"/>
                <a:cs typeface="Tahoma"/>
              </a:rPr>
              <a:t> </a:t>
            </a:r>
            <a:r>
              <a:rPr sz="2450" spc="-85" dirty="0">
                <a:latin typeface="Tahoma"/>
                <a:cs typeface="Tahoma"/>
              </a:rPr>
              <a:t>Xác</a:t>
            </a:r>
            <a:r>
              <a:rPr sz="2450" spc="-270" dirty="0">
                <a:latin typeface="Tahoma"/>
                <a:cs typeface="Tahoma"/>
              </a:rPr>
              <a:t> </a:t>
            </a:r>
            <a:r>
              <a:rPr sz="2450" spc="-100" dirty="0">
                <a:latin typeface="Tahoma"/>
                <a:cs typeface="Tahoma"/>
              </a:rPr>
              <a:t>định</a:t>
            </a:r>
            <a:r>
              <a:rPr sz="2450" spc="-285" dirty="0">
                <a:latin typeface="Tahoma"/>
                <a:cs typeface="Tahoma"/>
              </a:rPr>
              <a:t> </a:t>
            </a:r>
            <a:r>
              <a:rPr sz="2450" spc="-60" dirty="0">
                <a:latin typeface="Tahoma"/>
                <a:cs typeface="Tahoma"/>
              </a:rPr>
              <a:t>chú</a:t>
            </a:r>
            <a:r>
              <a:rPr sz="2450" spc="-270" dirty="0">
                <a:latin typeface="Tahoma"/>
                <a:cs typeface="Tahoma"/>
              </a:rPr>
              <a:t> </a:t>
            </a:r>
            <a:r>
              <a:rPr sz="2450" spc="-65" dirty="0">
                <a:latin typeface="Tahoma"/>
                <a:cs typeface="Tahoma"/>
              </a:rPr>
              <a:t>thích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60" dirty="0">
                <a:latin typeface="Tahoma"/>
                <a:cs typeface="Tahoma"/>
              </a:rPr>
              <a:t>cho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114" dirty="0">
                <a:latin typeface="Tahoma"/>
                <a:cs typeface="Tahoma"/>
              </a:rPr>
              <a:t>phần</a:t>
            </a:r>
            <a:r>
              <a:rPr sz="2450" spc="-290" dirty="0">
                <a:latin typeface="Tahoma"/>
                <a:cs typeface="Tahoma"/>
              </a:rPr>
              <a:t> </a:t>
            </a:r>
            <a:r>
              <a:rPr sz="2450" spc="-125" dirty="0">
                <a:latin typeface="Tahoma"/>
                <a:cs typeface="Tahoma"/>
              </a:rPr>
              <a:t>tử</a:t>
            </a:r>
            <a:r>
              <a:rPr sz="2450" spc="-270" dirty="0">
                <a:latin typeface="Tahoma"/>
                <a:cs typeface="Tahoma"/>
              </a:rPr>
              <a:t> </a:t>
            </a:r>
            <a:r>
              <a:rPr sz="2450" spc="-80" dirty="0">
                <a:latin typeface="Tahoma"/>
                <a:cs typeface="Tahoma"/>
              </a:rPr>
              <a:t>&lt;figure&gt;</a:t>
            </a:r>
            <a:endParaRPr sz="2450">
              <a:latin typeface="Tahoma"/>
              <a:cs typeface="Tahoma"/>
            </a:endParaRPr>
          </a:p>
          <a:p>
            <a:pPr marL="1331595" lvl="1" indent="-525145">
              <a:lnSpc>
                <a:spcPct val="100000"/>
              </a:lnSpc>
              <a:spcBef>
                <a:spcPts val="920"/>
              </a:spcBef>
              <a:buSzPct val="49000"/>
              <a:buChar char="•"/>
              <a:tabLst>
                <a:tab pos="1331595" algn="l"/>
              </a:tabLst>
            </a:pPr>
            <a:r>
              <a:rPr sz="2450" spc="-240" dirty="0">
                <a:latin typeface="Tahoma"/>
                <a:cs typeface="Tahoma"/>
              </a:rPr>
              <a:t>&lt;figure&gt;: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20" dirty="0">
                <a:latin typeface="Tahoma"/>
                <a:cs typeface="Tahoma"/>
              </a:rPr>
              <a:t>Chỉ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100" dirty="0">
                <a:latin typeface="Tahoma"/>
                <a:cs typeface="Tahoma"/>
              </a:rPr>
              <a:t>định</a:t>
            </a:r>
            <a:r>
              <a:rPr sz="2450" spc="-290" dirty="0">
                <a:latin typeface="Tahoma"/>
                <a:cs typeface="Tahoma"/>
              </a:rPr>
              <a:t> </a:t>
            </a:r>
            <a:r>
              <a:rPr sz="2450" spc="-75" dirty="0">
                <a:latin typeface="Tahoma"/>
                <a:cs typeface="Tahoma"/>
              </a:rPr>
              <a:t>nội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145" dirty="0">
                <a:latin typeface="Tahoma"/>
                <a:cs typeface="Tahoma"/>
              </a:rPr>
              <a:t>dung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60" dirty="0">
                <a:latin typeface="Tahoma"/>
                <a:cs typeface="Tahoma"/>
              </a:rPr>
              <a:t>độc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85" dirty="0">
                <a:latin typeface="Tahoma"/>
                <a:cs typeface="Tahoma"/>
              </a:rPr>
              <a:t>lập,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135" dirty="0">
                <a:latin typeface="Tahoma"/>
                <a:cs typeface="Tahoma"/>
              </a:rPr>
              <a:t>như</a:t>
            </a:r>
            <a:r>
              <a:rPr sz="2450" spc="-290" dirty="0">
                <a:latin typeface="Tahoma"/>
                <a:cs typeface="Tahoma"/>
              </a:rPr>
              <a:t> </a:t>
            </a:r>
            <a:r>
              <a:rPr sz="2450" spc="-100" dirty="0">
                <a:latin typeface="Tahoma"/>
                <a:cs typeface="Tahoma"/>
              </a:rPr>
              <a:t>hình</a:t>
            </a:r>
            <a:r>
              <a:rPr sz="2450" spc="-285" dirty="0">
                <a:latin typeface="Tahoma"/>
                <a:cs typeface="Tahoma"/>
              </a:rPr>
              <a:t> </a:t>
            </a:r>
            <a:r>
              <a:rPr sz="2450" spc="-100" dirty="0">
                <a:latin typeface="Tahoma"/>
                <a:cs typeface="Tahoma"/>
              </a:rPr>
              <a:t>minh</a:t>
            </a:r>
            <a:r>
              <a:rPr sz="2450" spc="-285" dirty="0">
                <a:latin typeface="Tahoma"/>
                <a:cs typeface="Tahoma"/>
              </a:rPr>
              <a:t> </a:t>
            </a:r>
            <a:r>
              <a:rPr sz="2450" spc="-105" dirty="0">
                <a:latin typeface="Tahoma"/>
                <a:cs typeface="Tahoma"/>
              </a:rPr>
              <a:t>họa,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60" dirty="0">
                <a:latin typeface="Tahoma"/>
                <a:cs typeface="Tahoma"/>
              </a:rPr>
              <a:t>sơ</a:t>
            </a:r>
            <a:r>
              <a:rPr sz="2450" spc="-290" dirty="0">
                <a:latin typeface="Tahoma"/>
                <a:cs typeface="Tahoma"/>
              </a:rPr>
              <a:t> </a:t>
            </a:r>
            <a:r>
              <a:rPr sz="2450" spc="-114" dirty="0">
                <a:latin typeface="Tahoma"/>
                <a:cs typeface="Tahoma"/>
              </a:rPr>
              <a:t>đồ,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120" dirty="0">
                <a:latin typeface="Tahoma"/>
                <a:cs typeface="Tahoma"/>
              </a:rPr>
              <a:t>ảnh,</a:t>
            </a:r>
            <a:r>
              <a:rPr sz="2450" spc="-285" dirty="0">
                <a:latin typeface="Tahoma"/>
                <a:cs typeface="Tahoma"/>
              </a:rPr>
              <a:t> </a:t>
            </a:r>
            <a:r>
              <a:rPr sz="2450" spc="-114" dirty="0">
                <a:latin typeface="Tahoma"/>
                <a:cs typeface="Tahoma"/>
              </a:rPr>
              <a:t>danh</a:t>
            </a:r>
            <a:r>
              <a:rPr sz="2450" spc="-295" dirty="0">
                <a:latin typeface="Tahoma"/>
                <a:cs typeface="Tahoma"/>
              </a:rPr>
              <a:t> </a:t>
            </a:r>
            <a:r>
              <a:rPr sz="2450" spc="-45" dirty="0">
                <a:latin typeface="Tahoma"/>
                <a:cs typeface="Tahoma"/>
              </a:rPr>
              <a:t>sách</a:t>
            </a:r>
            <a:r>
              <a:rPr sz="2450" spc="-270" dirty="0">
                <a:latin typeface="Tahoma"/>
                <a:cs typeface="Tahoma"/>
              </a:rPr>
              <a:t> </a:t>
            </a:r>
            <a:r>
              <a:rPr sz="2450" spc="-120" dirty="0">
                <a:latin typeface="Tahoma"/>
                <a:cs typeface="Tahoma"/>
              </a:rPr>
              <a:t>mã,</a:t>
            </a:r>
            <a:r>
              <a:rPr sz="2450" spc="-295" dirty="0">
                <a:latin typeface="Tahoma"/>
                <a:cs typeface="Tahoma"/>
              </a:rPr>
              <a:t> v.v.</a:t>
            </a:r>
            <a:endParaRPr sz="2450">
              <a:latin typeface="Tahoma"/>
              <a:cs typeface="Tahoma"/>
            </a:endParaRPr>
          </a:p>
          <a:p>
            <a:pPr marL="1331595" lvl="1" indent="-525145">
              <a:lnSpc>
                <a:spcPct val="100000"/>
              </a:lnSpc>
              <a:spcBef>
                <a:spcPts val="915"/>
              </a:spcBef>
              <a:buSzPct val="49000"/>
              <a:buChar char="•"/>
              <a:tabLst>
                <a:tab pos="1331595" algn="l"/>
              </a:tabLst>
            </a:pPr>
            <a:r>
              <a:rPr sz="2450" spc="-225" dirty="0">
                <a:latin typeface="Tahoma"/>
                <a:cs typeface="Tahoma"/>
              </a:rPr>
              <a:t>&lt;header&gt;:</a:t>
            </a:r>
            <a:r>
              <a:rPr sz="2450" spc="-290" dirty="0">
                <a:latin typeface="Tahoma"/>
                <a:cs typeface="Tahoma"/>
              </a:rPr>
              <a:t> </a:t>
            </a:r>
            <a:r>
              <a:rPr sz="2450" spc="-20" dirty="0">
                <a:latin typeface="Tahoma"/>
                <a:cs typeface="Tahoma"/>
              </a:rPr>
              <a:t>Chỉ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100" dirty="0">
                <a:latin typeface="Tahoma"/>
                <a:cs typeface="Tahoma"/>
              </a:rPr>
              <a:t>định</a:t>
            </a:r>
            <a:r>
              <a:rPr sz="2450" spc="-290" dirty="0">
                <a:latin typeface="Tahoma"/>
                <a:cs typeface="Tahoma"/>
              </a:rPr>
              <a:t> </a:t>
            </a:r>
            <a:r>
              <a:rPr sz="2450" spc="-90" dirty="0">
                <a:latin typeface="Tahoma"/>
                <a:cs typeface="Tahoma"/>
              </a:rPr>
              <a:t>tiêu</a:t>
            </a:r>
            <a:r>
              <a:rPr sz="2450" spc="-265" dirty="0">
                <a:latin typeface="Tahoma"/>
                <a:cs typeface="Tahoma"/>
              </a:rPr>
              <a:t> </a:t>
            </a:r>
            <a:r>
              <a:rPr sz="2450" spc="-130" dirty="0">
                <a:latin typeface="Tahoma"/>
                <a:cs typeface="Tahoma"/>
              </a:rPr>
              <a:t>đề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60" dirty="0">
                <a:latin typeface="Tahoma"/>
                <a:cs typeface="Tahoma"/>
              </a:rPr>
              <a:t>cho</a:t>
            </a:r>
            <a:r>
              <a:rPr sz="2450" spc="-285" dirty="0">
                <a:latin typeface="Tahoma"/>
                <a:cs typeface="Tahoma"/>
              </a:rPr>
              <a:t> </a:t>
            </a:r>
            <a:r>
              <a:rPr sz="2450" spc="-110" dirty="0">
                <a:latin typeface="Tahoma"/>
                <a:cs typeface="Tahoma"/>
              </a:rPr>
              <a:t>một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75" dirty="0">
                <a:latin typeface="Tahoma"/>
                <a:cs typeface="Tahoma"/>
              </a:rPr>
              <a:t>tài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60" dirty="0">
                <a:latin typeface="Tahoma"/>
                <a:cs typeface="Tahoma"/>
              </a:rPr>
              <a:t>liệu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70" dirty="0">
                <a:latin typeface="Tahoma"/>
                <a:cs typeface="Tahoma"/>
              </a:rPr>
              <a:t>hoặc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10" dirty="0">
                <a:latin typeface="Tahoma"/>
                <a:cs typeface="Tahoma"/>
              </a:rPr>
              <a:t>section</a:t>
            </a:r>
            <a:endParaRPr sz="2450">
              <a:latin typeface="Tahoma"/>
              <a:cs typeface="Tahoma"/>
            </a:endParaRPr>
          </a:p>
          <a:p>
            <a:pPr marL="1331595" lvl="1" indent="-525145">
              <a:lnSpc>
                <a:spcPct val="100000"/>
              </a:lnSpc>
              <a:spcBef>
                <a:spcPts val="920"/>
              </a:spcBef>
              <a:buSzPct val="49000"/>
              <a:buChar char="•"/>
              <a:tabLst>
                <a:tab pos="1331595" algn="l"/>
              </a:tabLst>
            </a:pPr>
            <a:r>
              <a:rPr sz="2450" spc="-225" dirty="0">
                <a:latin typeface="Tahoma"/>
                <a:cs typeface="Tahoma"/>
              </a:rPr>
              <a:t>&lt;footer&gt;:</a:t>
            </a:r>
            <a:r>
              <a:rPr sz="2450" spc="-270" dirty="0">
                <a:latin typeface="Tahoma"/>
                <a:cs typeface="Tahoma"/>
              </a:rPr>
              <a:t> </a:t>
            </a:r>
            <a:r>
              <a:rPr sz="2450" spc="-85" dirty="0">
                <a:latin typeface="Tahoma"/>
                <a:cs typeface="Tahoma"/>
              </a:rPr>
              <a:t>Xác</a:t>
            </a:r>
            <a:r>
              <a:rPr sz="2450" spc="-280" dirty="0">
                <a:latin typeface="Tahoma"/>
                <a:cs typeface="Tahoma"/>
              </a:rPr>
              <a:t> </a:t>
            </a:r>
            <a:r>
              <a:rPr sz="2450" spc="-100" dirty="0">
                <a:latin typeface="Tahoma"/>
                <a:cs typeface="Tahoma"/>
              </a:rPr>
              <a:t>định</a:t>
            </a:r>
            <a:r>
              <a:rPr sz="2450" spc="-285" dirty="0">
                <a:latin typeface="Tahoma"/>
                <a:cs typeface="Tahoma"/>
              </a:rPr>
              <a:t> </a:t>
            </a:r>
            <a:r>
              <a:rPr sz="2450" spc="-70" dirty="0">
                <a:latin typeface="Tahoma"/>
                <a:cs typeface="Tahoma"/>
              </a:rPr>
              <a:t>chân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155" dirty="0">
                <a:latin typeface="Tahoma"/>
                <a:cs typeface="Tahoma"/>
              </a:rPr>
              <a:t>trang</a:t>
            </a:r>
            <a:r>
              <a:rPr sz="2450" spc="-270" dirty="0">
                <a:latin typeface="Tahoma"/>
                <a:cs typeface="Tahoma"/>
              </a:rPr>
              <a:t> </a:t>
            </a:r>
            <a:r>
              <a:rPr sz="2450" spc="-60" dirty="0">
                <a:latin typeface="Tahoma"/>
                <a:cs typeface="Tahoma"/>
              </a:rPr>
              <a:t>cho</a:t>
            </a:r>
            <a:r>
              <a:rPr sz="2450" spc="-285" dirty="0">
                <a:latin typeface="Tahoma"/>
                <a:cs typeface="Tahoma"/>
              </a:rPr>
              <a:t> </a:t>
            </a:r>
            <a:r>
              <a:rPr sz="2450" spc="-75" dirty="0">
                <a:latin typeface="Tahoma"/>
                <a:cs typeface="Tahoma"/>
              </a:rPr>
              <a:t>tài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60" dirty="0">
                <a:latin typeface="Tahoma"/>
                <a:cs typeface="Tahoma"/>
              </a:rPr>
              <a:t>liệu</a:t>
            </a:r>
            <a:r>
              <a:rPr sz="2450" spc="-285" dirty="0">
                <a:latin typeface="Tahoma"/>
                <a:cs typeface="Tahoma"/>
              </a:rPr>
              <a:t> </a:t>
            </a:r>
            <a:r>
              <a:rPr sz="2450" spc="-70" dirty="0">
                <a:latin typeface="Tahoma"/>
                <a:cs typeface="Tahoma"/>
              </a:rPr>
              <a:t>hoặc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10" dirty="0">
                <a:latin typeface="Tahoma"/>
                <a:cs typeface="Tahoma"/>
              </a:rPr>
              <a:t>section</a:t>
            </a:r>
            <a:endParaRPr sz="2450">
              <a:latin typeface="Tahoma"/>
              <a:cs typeface="Tahoma"/>
            </a:endParaRPr>
          </a:p>
          <a:p>
            <a:pPr marL="1331595" lvl="1" indent="-525145">
              <a:lnSpc>
                <a:spcPct val="100000"/>
              </a:lnSpc>
              <a:spcBef>
                <a:spcPts val="920"/>
              </a:spcBef>
              <a:buSzPct val="49000"/>
              <a:buChar char="•"/>
              <a:tabLst>
                <a:tab pos="1331595" algn="l"/>
              </a:tabLst>
            </a:pPr>
            <a:r>
              <a:rPr sz="2450" spc="-250" dirty="0">
                <a:latin typeface="Tahoma"/>
                <a:cs typeface="Tahoma"/>
              </a:rPr>
              <a:t>&lt;main&gt;:</a:t>
            </a:r>
            <a:r>
              <a:rPr sz="2450" spc="-285" dirty="0">
                <a:latin typeface="Tahoma"/>
                <a:cs typeface="Tahoma"/>
              </a:rPr>
              <a:t> </a:t>
            </a:r>
            <a:r>
              <a:rPr sz="2450" spc="-20" dirty="0">
                <a:latin typeface="Tahoma"/>
                <a:cs typeface="Tahoma"/>
              </a:rPr>
              <a:t>Chỉ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100" dirty="0">
                <a:latin typeface="Tahoma"/>
                <a:cs typeface="Tahoma"/>
              </a:rPr>
              <a:t>định</a:t>
            </a:r>
            <a:r>
              <a:rPr sz="2450" spc="-290" dirty="0">
                <a:latin typeface="Tahoma"/>
                <a:cs typeface="Tahoma"/>
              </a:rPr>
              <a:t> </a:t>
            </a:r>
            <a:r>
              <a:rPr sz="2450" spc="-75" dirty="0">
                <a:latin typeface="Tahoma"/>
                <a:cs typeface="Tahoma"/>
              </a:rPr>
              <a:t>nội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145" dirty="0">
                <a:latin typeface="Tahoma"/>
                <a:cs typeface="Tahoma"/>
              </a:rPr>
              <a:t>dung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65" dirty="0">
                <a:latin typeface="Tahoma"/>
                <a:cs typeface="Tahoma"/>
              </a:rPr>
              <a:t>chính</a:t>
            </a:r>
            <a:r>
              <a:rPr sz="2450" spc="-290" dirty="0">
                <a:latin typeface="Tahoma"/>
                <a:cs typeface="Tahoma"/>
              </a:rPr>
              <a:t> </a:t>
            </a:r>
            <a:r>
              <a:rPr sz="2450" spc="-60" dirty="0">
                <a:latin typeface="Tahoma"/>
                <a:cs typeface="Tahoma"/>
              </a:rPr>
              <a:t>của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110" dirty="0">
                <a:latin typeface="Tahoma"/>
                <a:cs typeface="Tahoma"/>
              </a:rPr>
              <a:t>một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75" dirty="0">
                <a:latin typeface="Tahoma"/>
                <a:cs typeface="Tahoma"/>
              </a:rPr>
              <a:t>tài</a:t>
            </a:r>
            <a:r>
              <a:rPr sz="2450" spc="-270" dirty="0">
                <a:latin typeface="Tahoma"/>
                <a:cs typeface="Tahoma"/>
              </a:rPr>
              <a:t> </a:t>
            </a:r>
            <a:r>
              <a:rPr sz="2450" spc="-20" dirty="0">
                <a:latin typeface="Tahoma"/>
                <a:cs typeface="Tahoma"/>
              </a:rPr>
              <a:t>liệu</a:t>
            </a:r>
            <a:endParaRPr sz="2450">
              <a:latin typeface="Tahoma"/>
              <a:cs typeface="Tahoma"/>
            </a:endParaRPr>
          </a:p>
          <a:p>
            <a:pPr marL="1331595" lvl="1" indent="-525145">
              <a:lnSpc>
                <a:spcPct val="100000"/>
              </a:lnSpc>
              <a:spcBef>
                <a:spcPts val="920"/>
              </a:spcBef>
              <a:buSzPct val="49000"/>
              <a:buChar char="•"/>
              <a:tabLst>
                <a:tab pos="1331595" algn="l"/>
              </a:tabLst>
            </a:pPr>
            <a:r>
              <a:rPr sz="2450" spc="-260" dirty="0">
                <a:latin typeface="Tahoma"/>
                <a:cs typeface="Tahoma"/>
              </a:rPr>
              <a:t>&lt;mark&gt;:</a:t>
            </a:r>
            <a:r>
              <a:rPr sz="2450" spc="-300" dirty="0">
                <a:latin typeface="Tahoma"/>
                <a:cs typeface="Tahoma"/>
              </a:rPr>
              <a:t> </a:t>
            </a:r>
            <a:r>
              <a:rPr sz="2450" spc="-85" dirty="0">
                <a:latin typeface="Tahoma"/>
                <a:cs typeface="Tahoma"/>
              </a:rPr>
              <a:t>Xác</a:t>
            </a:r>
            <a:r>
              <a:rPr sz="2450" spc="-285" dirty="0">
                <a:latin typeface="Tahoma"/>
                <a:cs typeface="Tahoma"/>
              </a:rPr>
              <a:t> </a:t>
            </a:r>
            <a:r>
              <a:rPr sz="2450" spc="-100" dirty="0">
                <a:latin typeface="Tahoma"/>
                <a:cs typeface="Tahoma"/>
              </a:rPr>
              <a:t>định</a:t>
            </a:r>
            <a:r>
              <a:rPr sz="2450" spc="-290" dirty="0">
                <a:latin typeface="Tahoma"/>
                <a:cs typeface="Tahoma"/>
              </a:rPr>
              <a:t> </a:t>
            </a:r>
            <a:r>
              <a:rPr sz="2450" spc="-150" dirty="0">
                <a:latin typeface="Tahoma"/>
                <a:cs typeface="Tahoma"/>
              </a:rPr>
              <a:t>văn</a:t>
            </a:r>
            <a:r>
              <a:rPr sz="2450" spc="-285" dirty="0">
                <a:latin typeface="Tahoma"/>
                <a:cs typeface="Tahoma"/>
              </a:rPr>
              <a:t> </a:t>
            </a:r>
            <a:r>
              <a:rPr sz="2450" spc="-100" dirty="0">
                <a:latin typeface="Tahoma"/>
                <a:cs typeface="Tahoma"/>
              </a:rPr>
              <a:t>bản</a:t>
            </a:r>
            <a:r>
              <a:rPr sz="2450" spc="-295" dirty="0">
                <a:latin typeface="Tahoma"/>
                <a:cs typeface="Tahoma"/>
              </a:rPr>
              <a:t> </a:t>
            </a:r>
            <a:r>
              <a:rPr sz="2450" spc="-90" dirty="0">
                <a:latin typeface="Tahoma"/>
                <a:cs typeface="Tahoma"/>
              </a:rPr>
              <a:t>được</a:t>
            </a:r>
            <a:r>
              <a:rPr sz="2450" spc="-285" dirty="0">
                <a:latin typeface="Tahoma"/>
                <a:cs typeface="Tahoma"/>
              </a:rPr>
              <a:t> </a:t>
            </a:r>
            <a:r>
              <a:rPr sz="2450" spc="-114" dirty="0">
                <a:latin typeface="Tahoma"/>
                <a:cs typeface="Tahoma"/>
              </a:rPr>
              <a:t>đánh</a:t>
            </a:r>
            <a:r>
              <a:rPr sz="2450" spc="-295" dirty="0">
                <a:latin typeface="Tahoma"/>
                <a:cs typeface="Tahoma"/>
              </a:rPr>
              <a:t> </a:t>
            </a:r>
            <a:r>
              <a:rPr sz="2450" spc="-105" dirty="0">
                <a:latin typeface="Tahoma"/>
                <a:cs typeface="Tahoma"/>
              </a:rPr>
              <a:t>dấu</a:t>
            </a:r>
            <a:r>
              <a:rPr sz="2450" spc="-285" dirty="0">
                <a:latin typeface="Tahoma"/>
                <a:cs typeface="Tahoma"/>
              </a:rPr>
              <a:t> </a:t>
            </a:r>
            <a:r>
              <a:rPr sz="2450" spc="-175" dirty="0">
                <a:latin typeface="Tahoma"/>
                <a:cs typeface="Tahoma"/>
              </a:rPr>
              <a:t>/</a:t>
            </a:r>
            <a:r>
              <a:rPr sz="2450" spc="-280" dirty="0">
                <a:latin typeface="Tahoma"/>
                <a:cs typeface="Tahoma"/>
              </a:rPr>
              <a:t> </a:t>
            </a:r>
            <a:r>
              <a:rPr sz="2450" spc="-114" dirty="0">
                <a:latin typeface="Tahoma"/>
                <a:cs typeface="Tahoma"/>
              </a:rPr>
              <a:t>nhấn</a:t>
            </a:r>
            <a:r>
              <a:rPr sz="2450" spc="-300" dirty="0">
                <a:latin typeface="Tahoma"/>
                <a:cs typeface="Tahoma"/>
              </a:rPr>
              <a:t> </a:t>
            </a:r>
            <a:r>
              <a:rPr sz="2450" spc="-20" dirty="0">
                <a:latin typeface="Tahoma"/>
                <a:cs typeface="Tahoma"/>
              </a:rPr>
              <a:t>mạnh</a:t>
            </a:r>
            <a:endParaRPr sz="2450">
              <a:latin typeface="Tahoma"/>
              <a:cs typeface="Tahoma"/>
            </a:endParaRPr>
          </a:p>
          <a:p>
            <a:pPr marL="1331595" lvl="1" indent="-525145">
              <a:lnSpc>
                <a:spcPct val="100000"/>
              </a:lnSpc>
              <a:spcBef>
                <a:spcPts val="915"/>
              </a:spcBef>
              <a:buSzPct val="49000"/>
              <a:buChar char="•"/>
              <a:tabLst>
                <a:tab pos="1331595" algn="l"/>
              </a:tabLst>
            </a:pPr>
            <a:r>
              <a:rPr sz="2450" spc="-300" dirty="0">
                <a:latin typeface="Tahoma"/>
                <a:cs typeface="Tahoma"/>
              </a:rPr>
              <a:t>&lt;nav&gt;</a:t>
            </a:r>
            <a:r>
              <a:rPr sz="2450" spc="-295" dirty="0">
                <a:latin typeface="Tahoma"/>
                <a:cs typeface="Tahoma"/>
              </a:rPr>
              <a:t> </a:t>
            </a:r>
            <a:r>
              <a:rPr sz="2450" spc="-125" dirty="0">
                <a:latin typeface="Tahoma"/>
                <a:cs typeface="Tahoma"/>
              </a:rPr>
              <a:t>(navigation</a:t>
            </a:r>
            <a:r>
              <a:rPr sz="2450" spc="-295" dirty="0">
                <a:latin typeface="Tahoma"/>
                <a:cs typeface="Tahoma"/>
              </a:rPr>
              <a:t> </a:t>
            </a:r>
            <a:r>
              <a:rPr sz="2450" spc="-140" dirty="0">
                <a:latin typeface="Tahoma"/>
                <a:cs typeface="Tahoma"/>
              </a:rPr>
              <a:t>-</a:t>
            </a:r>
            <a:r>
              <a:rPr sz="2450" spc="-280" dirty="0">
                <a:latin typeface="Tahoma"/>
                <a:cs typeface="Tahoma"/>
              </a:rPr>
              <a:t> </a:t>
            </a:r>
            <a:r>
              <a:rPr sz="2450" spc="-100" dirty="0">
                <a:latin typeface="Tahoma"/>
                <a:cs typeface="Tahoma"/>
              </a:rPr>
              <a:t>dẫn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175" dirty="0">
                <a:latin typeface="Tahoma"/>
                <a:cs typeface="Tahoma"/>
              </a:rPr>
              <a:t>đường):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85" dirty="0">
                <a:latin typeface="Tahoma"/>
                <a:cs typeface="Tahoma"/>
              </a:rPr>
              <a:t>Xác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100" dirty="0">
                <a:latin typeface="Tahoma"/>
                <a:cs typeface="Tahoma"/>
              </a:rPr>
              <a:t>định</a:t>
            </a:r>
            <a:r>
              <a:rPr sz="2450" spc="-290" dirty="0">
                <a:latin typeface="Tahoma"/>
                <a:cs typeface="Tahoma"/>
              </a:rPr>
              <a:t> </a:t>
            </a:r>
            <a:r>
              <a:rPr sz="2450" dirty="0">
                <a:latin typeface="Tahoma"/>
                <a:cs typeface="Tahoma"/>
              </a:rPr>
              <a:t>các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55" dirty="0">
                <a:latin typeface="Tahoma"/>
                <a:cs typeface="Tahoma"/>
              </a:rPr>
              <a:t>liên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110" dirty="0">
                <a:latin typeface="Tahoma"/>
                <a:cs typeface="Tahoma"/>
              </a:rPr>
              <a:t>kết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105" dirty="0">
                <a:latin typeface="Tahoma"/>
                <a:cs typeface="Tahoma"/>
              </a:rPr>
              <a:t>điều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10" dirty="0">
                <a:latin typeface="Tahoma"/>
                <a:cs typeface="Tahoma"/>
              </a:rPr>
              <a:t>hướng</a:t>
            </a:r>
            <a:endParaRPr sz="2450">
              <a:latin typeface="Tahoma"/>
              <a:cs typeface="Tahoma"/>
            </a:endParaRPr>
          </a:p>
          <a:p>
            <a:pPr marL="1331595" lvl="1" indent="-525145">
              <a:lnSpc>
                <a:spcPct val="100000"/>
              </a:lnSpc>
              <a:spcBef>
                <a:spcPts val="920"/>
              </a:spcBef>
              <a:buSzPct val="49000"/>
              <a:buChar char="•"/>
              <a:tabLst>
                <a:tab pos="1331595" algn="l"/>
              </a:tabLst>
            </a:pPr>
            <a:r>
              <a:rPr sz="2450" spc="-180" dirty="0">
                <a:latin typeface="Tahoma"/>
                <a:cs typeface="Tahoma"/>
              </a:rPr>
              <a:t>&lt;section&gt;:</a:t>
            </a:r>
            <a:r>
              <a:rPr sz="2450" spc="-270" dirty="0">
                <a:latin typeface="Tahoma"/>
                <a:cs typeface="Tahoma"/>
              </a:rPr>
              <a:t> </a:t>
            </a:r>
            <a:r>
              <a:rPr sz="2450" spc="-85" dirty="0">
                <a:latin typeface="Tahoma"/>
                <a:cs typeface="Tahoma"/>
              </a:rPr>
              <a:t>Xác</a:t>
            </a:r>
            <a:r>
              <a:rPr sz="2450" spc="-270" dirty="0">
                <a:latin typeface="Tahoma"/>
                <a:cs typeface="Tahoma"/>
              </a:rPr>
              <a:t> </a:t>
            </a:r>
            <a:r>
              <a:rPr sz="2450" spc="-100" dirty="0">
                <a:latin typeface="Tahoma"/>
                <a:cs typeface="Tahoma"/>
              </a:rPr>
              <a:t>định</a:t>
            </a:r>
            <a:r>
              <a:rPr sz="2450" spc="-280" dirty="0">
                <a:latin typeface="Tahoma"/>
                <a:cs typeface="Tahoma"/>
              </a:rPr>
              <a:t> </a:t>
            </a:r>
            <a:r>
              <a:rPr sz="2450" spc="-110" dirty="0">
                <a:latin typeface="Tahoma"/>
                <a:cs typeface="Tahoma"/>
              </a:rPr>
              <a:t>một</a:t>
            </a:r>
            <a:r>
              <a:rPr sz="2450" spc="-270" dirty="0">
                <a:latin typeface="Tahoma"/>
                <a:cs typeface="Tahoma"/>
              </a:rPr>
              <a:t> </a:t>
            </a:r>
            <a:r>
              <a:rPr sz="2450" spc="-114" dirty="0">
                <a:latin typeface="Tahoma"/>
                <a:cs typeface="Tahoma"/>
              </a:rPr>
              <a:t>phần</a:t>
            </a:r>
            <a:r>
              <a:rPr sz="2450" spc="-285" dirty="0">
                <a:latin typeface="Tahoma"/>
                <a:cs typeface="Tahoma"/>
              </a:rPr>
              <a:t> </a:t>
            </a:r>
            <a:r>
              <a:rPr sz="2450" spc="-150" dirty="0">
                <a:latin typeface="Tahoma"/>
                <a:cs typeface="Tahoma"/>
              </a:rPr>
              <a:t>trong</a:t>
            </a:r>
            <a:r>
              <a:rPr sz="2450" spc="-270" dirty="0">
                <a:latin typeface="Tahoma"/>
                <a:cs typeface="Tahoma"/>
              </a:rPr>
              <a:t> </a:t>
            </a:r>
            <a:r>
              <a:rPr sz="2450" spc="-75" dirty="0">
                <a:latin typeface="Tahoma"/>
                <a:cs typeface="Tahoma"/>
              </a:rPr>
              <a:t>tài</a:t>
            </a:r>
            <a:r>
              <a:rPr sz="2450" spc="-265" dirty="0">
                <a:latin typeface="Tahoma"/>
                <a:cs typeface="Tahoma"/>
              </a:rPr>
              <a:t> </a:t>
            </a:r>
            <a:r>
              <a:rPr sz="2450" spc="-20" dirty="0">
                <a:latin typeface="Tahoma"/>
                <a:cs typeface="Tahoma"/>
              </a:rPr>
              <a:t>liệu</a:t>
            </a:r>
            <a:endParaRPr sz="2450">
              <a:latin typeface="Tahoma"/>
              <a:cs typeface="Tahoma"/>
            </a:endParaRPr>
          </a:p>
          <a:p>
            <a:pPr marL="1331595" lvl="1" indent="-525145">
              <a:lnSpc>
                <a:spcPct val="100000"/>
              </a:lnSpc>
              <a:spcBef>
                <a:spcPts val="920"/>
              </a:spcBef>
              <a:buSzPct val="49000"/>
              <a:buChar char="•"/>
              <a:tabLst>
                <a:tab pos="1331595" algn="l"/>
              </a:tabLst>
            </a:pPr>
            <a:r>
              <a:rPr sz="2450" spc="-250" dirty="0">
                <a:latin typeface="Tahoma"/>
                <a:cs typeface="Tahoma"/>
              </a:rPr>
              <a:t>&lt;time&gt;:</a:t>
            </a:r>
            <a:r>
              <a:rPr sz="2450" spc="-280" dirty="0">
                <a:latin typeface="Tahoma"/>
                <a:cs typeface="Tahoma"/>
              </a:rPr>
              <a:t> </a:t>
            </a:r>
            <a:r>
              <a:rPr sz="2450" spc="-80" dirty="0">
                <a:latin typeface="Tahoma"/>
                <a:cs typeface="Tahoma"/>
              </a:rPr>
              <a:t>Xác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100" dirty="0">
                <a:latin typeface="Tahoma"/>
                <a:cs typeface="Tahoma"/>
              </a:rPr>
              <a:t>định</a:t>
            </a:r>
            <a:r>
              <a:rPr sz="2450" spc="-290" dirty="0">
                <a:latin typeface="Tahoma"/>
                <a:cs typeface="Tahoma"/>
              </a:rPr>
              <a:t> </a:t>
            </a:r>
            <a:r>
              <a:rPr sz="2450" spc="-180" dirty="0">
                <a:latin typeface="Tahoma"/>
                <a:cs typeface="Tahoma"/>
              </a:rPr>
              <a:t>ngày</a:t>
            </a:r>
            <a:r>
              <a:rPr sz="2450" spc="-290" dirty="0">
                <a:latin typeface="Tahoma"/>
                <a:cs typeface="Tahoma"/>
              </a:rPr>
              <a:t> </a:t>
            </a:r>
            <a:r>
              <a:rPr sz="2450" spc="-175" dirty="0">
                <a:latin typeface="Tahoma"/>
                <a:cs typeface="Tahoma"/>
              </a:rPr>
              <a:t>/</a:t>
            </a:r>
            <a:r>
              <a:rPr sz="2450" spc="-275" dirty="0">
                <a:latin typeface="Tahoma"/>
                <a:cs typeface="Tahoma"/>
              </a:rPr>
              <a:t> </a:t>
            </a:r>
            <a:r>
              <a:rPr sz="2450" spc="-25" dirty="0">
                <a:latin typeface="Tahoma"/>
                <a:cs typeface="Tahoma"/>
              </a:rPr>
              <a:t>giờ</a:t>
            </a:r>
            <a:endParaRPr sz="245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89530" y="366395"/>
            <a:ext cx="4617720" cy="136207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b="0" spc="-1205" dirty="0">
                <a:latin typeface="Tahoma"/>
                <a:cs typeface="Tahoma"/>
              </a:rPr>
              <a:t>C</a:t>
            </a:r>
            <a:r>
              <a:rPr b="0" spc="-1455" dirty="0">
                <a:latin typeface="Tahoma"/>
                <a:cs typeface="Tahoma"/>
              </a:rPr>
              <a:t>H</a:t>
            </a:r>
            <a:r>
              <a:rPr b="0" spc="-1575" dirty="0">
                <a:latin typeface="Tahoma"/>
                <a:cs typeface="Tahoma"/>
              </a:rPr>
              <a:t>Ư</a:t>
            </a:r>
            <a:r>
              <a:rPr b="0" spc="-1180" dirty="0">
                <a:latin typeface="Tahoma"/>
                <a:cs typeface="Tahoma"/>
              </a:rPr>
              <a:t>Ơ</a:t>
            </a:r>
            <a:r>
              <a:rPr b="0" spc="-1410" dirty="0">
                <a:latin typeface="Tahoma"/>
                <a:cs typeface="Tahoma"/>
              </a:rPr>
              <a:t>N</a:t>
            </a:r>
            <a:r>
              <a:rPr b="0" spc="-170" dirty="0">
                <a:latin typeface="Tahoma"/>
                <a:cs typeface="Tahoma"/>
              </a:rPr>
              <a:t>G</a:t>
            </a:r>
            <a:r>
              <a:rPr b="0" spc="-755" dirty="0">
                <a:latin typeface="Tahoma"/>
                <a:cs typeface="Tahoma"/>
              </a:rPr>
              <a:t>II</a:t>
            </a:r>
            <a:endParaRPr b="0" spc="-755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55"/>
              </a:spcBef>
            </a:pPr>
            <a:r>
              <a:rPr sz="2950" b="0" spc="-765" dirty="0">
                <a:solidFill>
                  <a:srgbClr val="000000"/>
                </a:solidFill>
                <a:latin typeface="Tahoma"/>
                <a:cs typeface="Tahoma"/>
              </a:rPr>
              <a:t>H</a:t>
            </a:r>
            <a:r>
              <a:rPr sz="2950" b="0" spc="-509" dirty="0">
                <a:solidFill>
                  <a:srgbClr val="000000"/>
                </a:solidFill>
                <a:latin typeface="Tahoma"/>
                <a:cs typeface="Tahoma"/>
              </a:rPr>
              <a:t>T</a:t>
            </a:r>
            <a:r>
              <a:rPr sz="2950" b="0" spc="-680" dirty="0">
                <a:solidFill>
                  <a:srgbClr val="000000"/>
                </a:solidFill>
                <a:latin typeface="Tahoma"/>
                <a:cs typeface="Tahoma"/>
              </a:rPr>
              <a:t>M</a:t>
            </a:r>
            <a:r>
              <a:rPr sz="2950" b="0" spc="-30" dirty="0">
                <a:solidFill>
                  <a:srgbClr val="000000"/>
                </a:solidFill>
                <a:latin typeface="Tahoma"/>
                <a:cs typeface="Tahoma"/>
              </a:rPr>
              <a:t>L</a:t>
            </a:r>
            <a:r>
              <a:rPr sz="2950" b="0" spc="130" dirty="0">
                <a:solidFill>
                  <a:srgbClr val="000000"/>
                </a:solidFill>
                <a:latin typeface="Tahoma"/>
                <a:cs typeface="Tahoma"/>
              </a:rPr>
              <a:t>&amp;</a:t>
            </a:r>
            <a:r>
              <a:rPr sz="2950" b="0" spc="-765" dirty="0">
                <a:solidFill>
                  <a:srgbClr val="000000"/>
                </a:solidFill>
                <a:latin typeface="Tahoma"/>
                <a:cs typeface="Tahoma"/>
              </a:rPr>
              <a:t>H</a:t>
            </a:r>
            <a:r>
              <a:rPr sz="2950" b="0" spc="-509" dirty="0">
                <a:solidFill>
                  <a:srgbClr val="000000"/>
                </a:solidFill>
                <a:latin typeface="Tahoma"/>
                <a:cs typeface="Tahoma"/>
              </a:rPr>
              <a:t>T</a:t>
            </a:r>
            <a:r>
              <a:rPr sz="2950" b="0" spc="-680" dirty="0">
                <a:solidFill>
                  <a:srgbClr val="000000"/>
                </a:solidFill>
                <a:latin typeface="Tahoma"/>
                <a:cs typeface="Tahoma"/>
              </a:rPr>
              <a:t>M</a:t>
            </a:r>
            <a:r>
              <a:rPr sz="2950" b="0" spc="-545" dirty="0">
                <a:solidFill>
                  <a:srgbClr val="000000"/>
                </a:solidFill>
                <a:latin typeface="Tahoma"/>
                <a:cs typeface="Tahoma"/>
              </a:rPr>
              <a:t>L</a:t>
            </a:r>
            <a:r>
              <a:rPr sz="2950" b="0" spc="-15" dirty="0">
                <a:solidFill>
                  <a:srgbClr val="000000"/>
                </a:solidFill>
                <a:latin typeface="Tahoma"/>
                <a:cs typeface="Tahoma"/>
              </a:rPr>
              <a:t>5</a:t>
            </a:r>
            <a:endParaRPr sz="295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71926" y="2201978"/>
            <a:ext cx="9552239" cy="2845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19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85" dirty="0"/>
              <a:t>THIẾT </a:t>
            </a:r>
            <a:r>
              <a:rPr spc="-110" dirty="0"/>
              <a:t>KẾ</a:t>
            </a:r>
            <a:r>
              <a:rPr spc="-190" dirty="0"/>
              <a:t> </a:t>
            </a:r>
            <a:r>
              <a:rPr spc="-110" dirty="0"/>
              <a:t>WEB</a:t>
            </a:r>
            <a:r>
              <a:rPr spc="-185" dirty="0"/>
              <a:t> </a:t>
            </a:r>
            <a:r>
              <a:rPr spc="-130" dirty="0"/>
              <a:t>VÀ</a:t>
            </a:r>
            <a:r>
              <a:rPr spc="-185" dirty="0"/>
              <a:t> </a:t>
            </a:r>
            <a:r>
              <a:rPr spc="-145" dirty="0"/>
              <a:t>TRIỂN</a:t>
            </a:r>
            <a:r>
              <a:rPr spc="-180" dirty="0"/>
              <a:t> </a:t>
            </a:r>
            <a:r>
              <a:rPr spc="-130" dirty="0"/>
              <a:t>KHAI</a:t>
            </a:r>
            <a:r>
              <a:rPr spc="-200" dirty="0"/>
              <a:t> </a:t>
            </a:r>
            <a:r>
              <a:rPr spc="-80" dirty="0"/>
              <a:t>HỆ</a:t>
            </a:r>
            <a:r>
              <a:rPr spc="-180" dirty="0"/>
              <a:t> </a:t>
            </a:r>
            <a:r>
              <a:rPr spc="-95" dirty="0"/>
              <a:t>THỐNG</a:t>
            </a:r>
            <a:r>
              <a:rPr spc="-180" dirty="0"/>
              <a:t> </a:t>
            </a:r>
            <a:r>
              <a:rPr spc="-75" dirty="0"/>
              <a:t>PHẦN</a:t>
            </a:r>
            <a:r>
              <a:rPr spc="-185" dirty="0"/>
              <a:t> </a:t>
            </a:r>
            <a:r>
              <a:rPr spc="-25" dirty="0"/>
              <a:t>MỀM</a:t>
            </a:r>
            <a:endParaRPr spc="-25" dirty="0"/>
          </a:p>
          <a:p>
            <a:pPr marL="12700">
              <a:lnSpc>
                <a:spcPct val="100000"/>
              </a:lnSpc>
            </a:pPr>
            <a:r>
              <a:rPr spc="-165" dirty="0"/>
              <a:t>Tạ</a:t>
            </a:r>
            <a:r>
              <a:rPr spc="-190" dirty="0"/>
              <a:t> </a:t>
            </a:r>
            <a:r>
              <a:rPr spc="-25" dirty="0"/>
              <a:t>Chí</a:t>
            </a:r>
            <a:r>
              <a:rPr spc="-190" dirty="0"/>
              <a:t> </a:t>
            </a:r>
            <a:r>
              <a:rPr spc="-20" dirty="0"/>
              <a:t>Hiếu</a:t>
            </a:r>
            <a:endParaRPr spc="-2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3520">
              <a:lnSpc>
                <a:spcPts val="2720"/>
              </a:lnSpc>
            </a:pPr>
            <a:r>
              <a:rPr dirty="0"/>
              <a:t>Slide:</a:t>
            </a:r>
            <a:r>
              <a:rPr spc="5" dirty="0"/>
              <a:t> </a:t>
            </a:r>
            <a:r>
              <a:rPr spc="114" dirty="0">
                <a:latin typeface="Tahoma"/>
                <a:cs typeface="Tahoma"/>
              </a:rPr>
              <a:t>số….</a:t>
            </a:r>
            <a:endParaRPr spc="114" dirty="0">
              <a:latin typeface="Tahoma"/>
              <a:cs typeface="Tahoma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  <p:sp>
        <p:nvSpPr>
          <p:cNvPr id="15" name="object 13"/>
          <p:cNvSpPr txBox="1">
            <a:spLocks noGrp="1"/>
          </p:cNvSpPr>
          <p:nvPr/>
        </p:nvSpPr>
        <p:spPr>
          <a:xfrm>
            <a:off x="601345" y="10674350"/>
            <a:ext cx="5245100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>
              <a:defRPr sz="1650" b="0" i="0">
                <a:solidFill>
                  <a:schemeClr val="bg1"/>
                </a:solidFill>
                <a:latin typeface="Tahoma"/>
                <a:ea typeface="+mn-ea"/>
                <a:cs typeface="Tahoma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980"/>
              </a:lnSpc>
            </a:pPr>
            <a:r>
              <a:rPr spc="-185" dirty="0">
                <a:solidFill>
                  <a:schemeClr val="tx1"/>
                </a:solidFill>
              </a:rPr>
              <a:t>THIẾT </a:t>
            </a:r>
            <a:r>
              <a:rPr spc="-110" dirty="0">
                <a:solidFill>
                  <a:schemeClr val="tx1"/>
                </a:solidFill>
              </a:rPr>
              <a:t>KẾ</a:t>
            </a:r>
            <a:r>
              <a:rPr spc="-190" dirty="0">
                <a:solidFill>
                  <a:schemeClr val="tx1"/>
                </a:solidFill>
              </a:rPr>
              <a:t> </a:t>
            </a:r>
            <a:r>
              <a:rPr spc="-110" dirty="0">
                <a:solidFill>
                  <a:schemeClr val="tx1"/>
                </a:solidFill>
              </a:rPr>
              <a:t>WEB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VÀ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45" dirty="0">
                <a:solidFill>
                  <a:schemeClr val="tx1"/>
                </a:solidFill>
              </a:rPr>
              <a:t>TRIỂN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KHAI</a:t>
            </a:r>
            <a:r>
              <a:rPr spc="-200" dirty="0">
                <a:solidFill>
                  <a:schemeClr val="tx1"/>
                </a:solidFill>
              </a:rPr>
              <a:t> </a:t>
            </a:r>
            <a:r>
              <a:rPr spc="-80" dirty="0">
                <a:solidFill>
                  <a:schemeClr val="tx1"/>
                </a:solidFill>
              </a:rPr>
              <a:t>HỆ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95" dirty="0">
                <a:solidFill>
                  <a:schemeClr val="tx1"/>
                </a:solidFill>
              </a:rPr>
              <a:t>THỐNG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75" dirty="0">
                <a:solidFill>
                  <a:schemeClr val="tx1"/>
                </a:solidFill>
              </a:rPr>
              <a:t>PHẦN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25" dirty="0">
                <a:solidFill>
                  <a:schemeClr val="tx1"/>
                </a:solidFill>
              </a:rPr>
              <a:t>MỀM</a:t>
            </a:r>
            <a:endParaRPr spc="-20" dirty="0">
              <a:solidFill>
                <a:schemeClr val="tx1"/>
              </a:solidFill>
            </a:endParaRPr>
          </a:p>
        </p:txBody>
      </p:sp>
      <p:sp>
        <p:nvSpPr>
          <p:cNvPr id="16" name="object 6"/>
          <p:cNvSpPr/>
          <p:nvPr/>
        </p:nvSpPr>
        <p:spPr>
          <a:xfrm>
            <a:off x="523544" y="10447221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8063A1"/>
            </a:solidFill>
          </a:ln>
        </p:spPr>
        <p:txBody>
          <a:bodyPr wrap="square" lIns="0" tIns="0" rIns="0" bIns="0" rtlCol="0"/>
          <a:p/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714830" y="3401711"/>
            <a:ext cx="10988425" cy="709835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10070" y="2673221"/>
            <a:ext cx="17318990" cy="528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77850" indent="-565150">
              <a:lnSpc>
                <a:spcPct val="100000"/>
              </a:lnSpc>
              <a:spcBef>
                <a:spcPts val="95"/>
              </a:spcBef>
              <a:buSzPct val="36000"/>
              <a:buFont typeface="Tahoma"/>
              <a:buChar char="•"/>
              <a:tabLst>
                <a:tab pos="577850" algn="l"/>
              </a:tabLst>
            </a:pPr>
            <a:r>
              <a:rPr sz="3300" spc="-280" dirty="0">
                <a:latin typeface="Tahoma"/>
                <a:cs typeface="Tahoma"/>
              </a:rPr>
              <a:t>Thẻ</a:t>
            </a:r>
            <a:r>
              <a:rPr sz="3300" spc="-395" dirty="0">
                <a:latin typeface="Tahoma"/>
                <a:cs typeface="Tahoma"/>
              </a:rPr>
              <a:t> </a:t>
            </a:r>
            <a:r>
              <a:rPr sz="3300" spc="-105" dirty="0">
                <a:latin typeface="Tahoma"/>
                <a:cs typeface="Tahoma"/>
              </a:rPr>
              <a:t>semantic</a:t>
            </a:r>
            <a:r>
              <a:rPr sz="3300" spc="-390" dirty="0">
                <a:latin typeface="Tahoma"/>
                <a:cs typeface="Tahoma"/>
              </a:rPr>
              <a:t> </a:t>
            </a:r>
            <a:r>
              <a:rPr sz="3300" spc="-275" dirty="0">
                <a:latin typeface="Tahoma"/>
                <a:cs typeface="Tahoma"/>
              </a:rPr>
              <a:t>(Thẻ</a:t>
            </a:r>
            <a:r>
              <a:rPr sz="3300" spc="-395" dirty="0">
                <a:latin typeface="Tahoma"/>
                <a:cs typeface="Tahoma"/>
              </a:rPr>
              <a:t> </a:t>
            </a:r>
            <a:r>
              <a:rPr sz="3300" spc="-254" dirty="0">
                <a:latin typeface="Tahoma"/>
                <a:cs typeface="Tahoma"/>
              </a:rPr>
              <a:t>ngữ</a:t>
            </a:r>
            <a:r>
              <a:rPr sz="3300" spc="-395" dirty="0">
                <a:latin typeface="Tahoma"/>
                <a:cs typeface="Tahoma"/>
              </a:rPr>
              <a:t> </a:t>
            </a:r>
            <a:r>
              <a:rPr sz="3300" spc="-220" dirty="0">
                <a:latin typeface="Tahoma"/>
                <a:cs typeface="Tahoma"/>
              </a:rPr>
              <a:t>nghĩa):</a:t>
            </a:r>
            <a:r>
              <a:rPr sz="3300" spc="-385" dirty="0">
                <a:latin typeface="Tahoma"/>
                <a:cs typeface="Tahoma"/>
              </a:rPr>
              <a:t> </a:t>
            </a:r>
            <a:r>
              <a:rPr sz="3300" spc="-140" dirty="0">
                <a:latin typeface="Tahoma"/>
                <a:cs typeface="Tahoma"/>
              </a:rPr>
              <a:t>Là</a:t>
            </a:r>
            <a:r>
              <a:rPr sz="3300" spc="-395" dirty="0">
                <a:latin typeface="Tahoma"/>
                <a:cs typeface="Tahoma"/>
              </a:rPr>
              <a:t> </a:t>
            </a:r>
            <a:r>
              <a:rPr sz="3300" spc="-215" dirty="0">
                <a:latin typeface="Tahoma"/>
                <a:cs typeface="Tahoma"/>
              </a:rPr>
              <a:t>những</a:t>
            </a:r>
            <a:r>
              <a:rPr sz="3300" spc="-385" dirty="0">
                <a:latin typeface="Tahoma"/>
                <a:cs typeface="Tahoma"/>
              </a:rPr>
              <a:t> </a:t>
            </a:r>
            <a:r>
              <a:rPr sz="3300" spc="-165" dirty="0">
                <a:latin typeface="Tahoma"/>
                <a:cs typeface="Tahoma"/>
              </a:rPr>
              <a:t>thẻ</a:t>
            </a:r>
            <a:r>
              <a:rPr sz="3300" spc="-395" dirty="0">
                <a:latin typeface="Tahoma"/>
                <a:cs typeface="Tahoma"/>
              </a:rPr>
              <a:t> </a:t>
            </a:r>
            <a:r>
              <a:rPr sz="3300" spc="-40" dirty="0">
                <a:latin typeface="Tahoma"/>
                <a:cs typeface="Tahoma"/>
              </a:rPr>
              <a:t>có</a:t>
            </a:r>
            <a:r>
              <a:rPr sz="3300" spc="-390" dirty="0">
                <a:latin typeface="Tahoma"/>
                <a:cs typeface="Tahoma"/>
              </a:rPr>
              <a:t> </a:t>
            </a:r>
            <a:r>
              <a:rPr sz="3300" spc="-114" dirty="0">
                <a:latin typeface="Tahoma"/>
                <a:cs typeface="Tahoma"/>
              </a:rPr>
              <a:t>nội</a:t>
            </a:r>
            <a:r>
              <a:rPr sz="3300" spc="-390" dirty="0">
                <a:latin typeface="Tahoma"/>
                <a:cs typeface="Tahoma"/>
              </a:rPr>
              <a:t> </a:t>
            </a:r>
            <a:r>
              <a:rPr sz="3300" spc="-210" dirty="0">
                <a:latin typeface="Tahoma"/>
                <a:cs typeface="Tahoma"/>
              </a:rPr>
              <a:t>dung</a:t>
            </a:r>
            <a:r>
              <a:rPr sz="3300" spc="-390" dirty="0">
                <a:latin typeface="Tahoma"/>
                <a:cs typeface="Tahoma"/>
              </a:rPr>
              <a:t> </a:t>
            </a:r>
            <a:r>
              <a:rPr sz="3300" spc="-170" dirty="0">
                <a:latin typeface="Tahoma"/>
                <a:cs typeface="Tahoma"/>
              </a:rPr>
              <a:t>bên</a:t>
            </a:r>
            <a:r>
              <a:rPr sz="3300" spc="-390" dirty="0">
                <a:latin typeface="Tahoma"/>
                <a:cs typeface="Tahoma"/>
              </a:rPr>
              <a:t> </a:t>
            </a:r>
            <a:r>
              <a:rPr sz="3300" spc="-204" dirty="0">
                <a:latin typeface="Tahoma"/>
                <a:cs typeface="Tahoma"/>
              </a:rPr>
              <a:t>trong</a:t>
            </a:r>
            <a:r>
              <a:rPr sz="3300" spc="-400" dirty="0">
                <a:latin typeface="Tahoma"/>
                <a:cs typeface="Tahoma"/>
              </a:rPr>
              <a:t> </a:t>
            </a:r>
            <a:r>
              <a:rPr sz="3300" spc="-40" dirty="0">
                <a:latin typeface="Tahoma"/>
                <a:cs typeface="Tahoma"/>
              </a:rPr>
              <a:t>có</a:t>
            </a:r>
            <a:r>
              <a:rPr sz="3300" spc="-385" dirty="0">
                <a:latin typeface="Tahoma"/>
                <a:cs typeface="Tahoma"/>
              </a:rPr>
              <a:t> </a:t>
            </a:r>
            <a:r>
              <a:rPr sz="3300" spc="-280" dirty="0">
                <a:latin typeface="Tahoma"/>
                <a:cs typeface="Tahoma"/>
              </a:rPr>
              <a:t>ý</a:t>
            </a:r>
            <a:r>
              <a:rPr sz="3300" spc="-390" dirty="0">
                <a:latin typeface="Tahoma"/>
                <a:cs typeface="Tahoma"/>
              </a:rPr>
              <a:t> </a:t>
            </a:r>
            <a:r>
              <a:rPr sz="3300" spc="-185" dirty="0">
                <a:latin typeface="Tahoma"/>
                <a:cs typeface="Tahoma"/>
              </a:rPr>
              <a:t>nghĩa</a:t>
            </a:r>
            <a:r>
              <a:rPr sz="3300" spc="-395" dirty="0">
                <a:latin typeface="Tahoma"/>
                <a:cs typeface="Tahoma"/>
              </a:rPr>
              <a:t> </a:t>
            </a:r>
            <a:r>
              <a:rPr sz="3300" spc="-215" dirty="0">
                <a:latin typeface="Tahoma"/>
                <a:cs typeface="Tahoma"/>
              </a:rPr>
              <a:t>tương</a:t>
            </a:r>
            <a:r>
              <a:rPr sz="3300" spc="-390" dirty="0">
                <a:latin typeface="Tahoma"/>
                <a:cs typeface="Tahoma"/>
              </a:rPr>
              <a:t> </a:t>
            </a:r>
            <a:r>
              <a:rPr sz="3300" spc="-254" dirty="0">
                <a:latin typeface="Tahoma"/>
                <a:cs typeface="Tahoma"/>
              </a:rPr>
              <a:t>ứng</a:t>
            </a:r>
            <a:r>
              <a:rPr sz="3300" spc="-390" dirty="0">
                <a:latin typeface="Tahoma"/>
                <a:cs typeface="Tahoma"/>
              </a:rPr>
              <a:t> </a:t>
            </a:r>
            <a:r>
              <a:rPr sz="3300" spc="-165" dirty="0">
                <a:latin typeface="Tahoma"/>
                <a:cs typeface="Tahoma"/>
              </a:rPr>
              <a:t>với</a:t>
            </a:r>
            <a:r>
              <a:rPr sz="3300" spc="-390" dirty="0">
                <a:latin typeface="Tahoma"/>
                <a:cs typeface="Tahoma"/>
              </a:rPr>
              <a:t> </a:t>
            </a:r>
            <a:r>
              <a:rPr sz="3300" spc="-165" dirty="0">
                <a:latin typeface="Tahoma"/>
                <a:cs typeface="Tahoma"/>
              </a:rPr>
              <a:t>tên</a:t>
            </a:r>
            <a:r>
              <a:rPr sz="3300" spc="-400" dirty="0">
                <a:latin typeface="Tahoma"/>
                <a:cs typeface="Tahoma"/>
              </a:rPr>
              <a:t> </a:t>
            </a:r>
            <a:r>
              <a:rPr sz="3300" spc="-165" dirty="0">
                <a:latin typeface="Tahoma"/>
                <a:cs typeface="Tahoma"/>
              </a:rPr>
              <a:t>thẻ</a:t>
            </a:r>
            <a:r>
              <a:rPr sz="3300" spc="-390" dirty="0">
                <a:latin typeface="Tahoma"/>
                <a:cs typeface="Tahoma"/>
              </a:rPr>
              <a:t> </a:t>
            </a:r>
            <a:r>
              <a:rPr sz="3300" spc="-25" dirty="0">
                <a:latin typeface="Tahoma"/>
                <a:cs typeface="Tahoma"/>
              </a:rPr>
              <a:t>đó.</a:t>
            </a:r>
            <a:endParaRPr sz="33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589530" y="366395"/>
            <a:ext cx="6760845" cy="136207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b="0" spc="-1205" dirty="0">
                <a:latin typeface="Tahoma"/>
                <a:cs typeface="Tahoma"/>
              </a:rPr>
              <a:t>C</a:t>
            </a:r>
            <a:r>
              <a:rPr b="0" spc="-1455" dirty="0">
                <a:latin typeface="Tahoma"/>
                <a:cs typeface="Tahoma"/>
              </a:rPr>
              <a:t>H</a:t>
            </a:r>
            <a:r>
              <a:rPr b="0" spc="-1575" dirty="0">
                <a:latin typeface="Tahoma"/>
                <a:cs typeface="Tahoma"/>
              </a:rPr>
              <a:t>Ư</a:t>
            </a:r>
            <a:r>
              <a:rPr b="0" spc="-1180" dirty="0">
                <a:latin typeface="Tahoma"/>
                <a:cs typeface="Tahoma"/>
              </a:rPr>
              <a:t>Ơ</a:t>
            </a:r>
            <a:r>
              <a:rPr b="0" spc="-1410" dirty="0">
                <a:latin typeface="Tahoma"/>
                <a:cs typeface="Tahoma"/>
              </a:rPr>
              <a:t>N</a:t>
            </a:r>
            <a:r>
              <a:rPr b="0" spc="-170" dirty="0">
                <a:latin typeface="Tahoma"/>
                <a:cs typeface="Tahoma"/>
              </a:rPr>
              <a:t>G</a:t>
            </a:r>
            <a:r>
              <a:rPr b="0" spc="-755" dirty="0">
                <a:latin typeface="Tahoma"/>
                <a:cs typeface="Tahoma"/>
              </a:rPr>
              <a:t>II</a:t>
            </a:r>
            <a:endParaRPr b="0" spc="-755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55"/>
              </a:spcBef>
            </a:pPr>
            <a:r>
              <a:rPr sz="2950" b="0" spc="-765" dirty="0">
                <a:solidFill>
                  <a:srgbClr val="000000"/>
                </a:solidFill>
                <a:latin typeface="Tahoma"/>
                <a:cs typeface="Tahoma"/>
              </a:rPr>
              <a:t>H</a:t>
            </a:r>
            <a:r>
              <a:rPr sz="2950" b="0" spc="-509" dirty="0">
                <a:solidFill>
                  <a:srgbClr val="000000"/>
                </a:solidFill>
                <a:latin typeface="Tahoma"/>
                <a:cs typeface="Tahoma"/>
              </a:rPr>
              <a:t>T</a:t>
            </a:r>
            <a:r>
              <a:rPr sz="2950" b="0" spc="-680" dirty="0">
                <a:solidFill>
                  <a:srgbClr val="000000"/>
                </a:solidFill>
                <a:latin typeface="Tahoma"/>
                <a:cs typeface="Tahoma"/>
              </a:rPr>
              <a:t>M</a:t>
            </a:r>
            <a:r>
              <a:rPr sz="2950" b="0" spc="-30" dirty="0">
                <a:solidFill>
                  <a:srgbClr val="000000"/>
                </a:solidFill>
                <a:latin typeface="Tahoma"/>
                <a:cs typeface="Tahoma"/>
              </a:rPr>
              <a:t>L</a:t>
            </a:r>
            <a:r>
              <a:rPr sz="2950" b="0" spc="130" dirty="0">
                <a:solidFill>
                  <a:srgbClr val="000000"/>
                </a:solidFill>
                <a:latin typeface="Tahoma"/>
                <a:cs typeface="Tahoma"/>
              </a:rPr>
              <a:t>&amp;</a:t>
            </a:r>
            <a:r>
              <a:rPr sz="2950" b="0" spc="-765" dirty="0">
                <a:solidFill>
                  <a:srgbClr val="000000"/>
                </a:solidFill>
                <a:latin typeface="Tahoma"/>
                <a:cs typeface="Tahoma"/>
              </a:rPr>
              <a:t>H</a:t>
            </a:r>
            <a:r>
              <a:rPr sz="2950" b="0" spc="-509" dirty="0">
                <a:solidFill>
                  <a:srgbClr val="000000"/>
                </a:solidFill>
                <a:latin typeface="Tahoma"/>
                <a:cs typeface="Tahoma"/>
              </a:rPr>
              <a:t>T</a:t>
            </a:r>
            <a:r>
              <a:rPr sz="2950" b="0" spc="-680" dirty="0">
                <a:solidFill>
                  <a:srgbClr val="000000"/>
                </a:solidFill>
                <a:latin typeface="Tahoma"/>
                <a:cs typeface="Tahoma"/>
              </a:rPr>
              <a:t>M</a:t>
            </a:r>
            <a:r>
              <a:rPr sz="2950" b="0" spc="-545" dirty="0">
                <a:solidFill>
                  <a:srgbClr val="000000"/>
                </a:solidFill>
                <a:latin typeface="Tahoma"/>
                <a:cs typeface="Tahoma"/>
              </a:rPr>
              <a:t>L</a:t>
            </a:r>
            <a:r>
              <a:rPr sz="2950" b="0" spc="-15" dirty="0">
                <a:solidFill>
                  <a:srgbClr val="000000"/>
                </a:solidFill>
                <a:latin typeface="Tahoma"/>
                <a:cs typeface="Tahoma"/>
              </a:rPr>
              <a:t>5</a:t>
            </a:r>
            <a:endParaRPr sz="295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926" y="2201978"/>
            <a:ext cx="9552239" cy="28459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  <p:sp>
        <p:nvSpPr>
          <p:cNvPr id="15" name="object 13"/>
          <p:cNvSpPr txBox="1">
            <a:spLocks noGrp="1"/>
          </p:cNvSpPr>
          <p:nvPr>
            <p:ph type="dt" sz="half" idx="6"/>
          </p:nvPr>
        </p:nvSpPr>
        <p:spPr>
          <a:xfrm>
            <a:off x="601345" y="10674350"/>
            <a:ext cx="5245100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85" dirty="0">
                <a:solidFill>
                  <a:schemeClr val="tx1"/>
                </a:solidFill>
              </a:rPr>
              <a:t>THIẾT </a:t>
            </a:r>
            <a:r>
              <a:rPr spc="-110" dirty="0">
                <a:solidFill>
                  <a:schemeClr val="tx1"/>
                </a:solidFill>
              </a:rPr>
              <a:t>KẾ</a:t>
            </a:r>
            <a:r>
              <a:rPr spc="-190" dirty="0">
                <a:solidFill>
                  <a:schemeClr val="tx1"/>
                </a:solidFill>
              </a:rPr>
              <a:t> </a:t>
            </a:r>
            <a:r>
              <a:rPr spc="-110" dirty="0">
                <a:solidFill>
                  <a:schemeClr val="tx1"/>
                </a:solidFill>
              </a:rPr>
              <a:t>WEB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VÀ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45" dirty="0">
                <a:solidFill>
                  <a:schemeClr val="tx1"/>
                </a:solidFill>
              </a:rPr>
              <a:t>TRIỂN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KHAI</a:t>
            </a:r>
            <a:r>
              <a:rPr spc="-200" dirty="0">
                <a:solidFill>
                  <a:schemeClr val="tx1"/>
                </a:solidFill>
              </a:rPr>
              <a:t> </a:t>
            </a:r>
            <a:r>
              <a:rPr spc="-80" dirty="0">
                <a:solidFill>
                  <a:schemeClr val="tx1"/>
                </a:solidFill>
              </a:rPr>
              <a:t>HỆ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95" dirty="0">
                <a:solidFill>
                  <a:schemeClr val="tx1"/>
                </a:solidFill>
              </a:rPr>
              <a:t>THỐNG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75" dirty="0">
                <a:solidFill>
                  <a:schemeClr val="tx1"/>
                </a:solidFill>
              </a:rPr>
              <a:t>PHẦN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25" dirty="0">
                <a:solidFill>
                  <a:schemeClr val="tx1"/>
                </a:solidFill>
              </a:rPr>
              <a:t>MỀM</a:t>
            </a:r>
            <a:endParaRPr spc="-20" dirty="0">
              <a:solidFill>
                <a:schemeClr val="tx1"/>
              </a:solidFill>
            </a:endParaRPr>
          </a:p>
        </p:txBody>
      </p:sp>
      <p:sp>
        <p:nvSpPr>
          <p:cNvPr id="16" name="object 6"/>
          <p:cNvSpPr/>
          <p:nvPr/>
        </p:nvSpPr>
        <p:spPr>
          <a:xfrm>
            <a:off x="523544" y="10447221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8063A1"/>
            </a:solidFill>
          </a:ln>
        </p:spPr>
        <p:txBody>
          <a:bodyPr wrap="square" lIns="0" tIns="0" rIns="0" bIns="0" rtlCol="0"/>
          <a:p/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0070" y="2449658"/>
            <a:ext cx="8377555" cy="3107690"/>
          </a:xfrm>
          <a:prstGeom prst="rect">
            <a:avLst/>
          </a:prstGeom>
        </p:spPr>
        <p:txBody>
          <a:bodyPr vert="horz" wrap="square" lIns="0" tIns="2095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0"/>
              </a:spcBef>
            </a:pPr>
            <a:r>
              <a:rPr sz="2600" b="1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2.6</a:t>
            </a:r>
            <a:r>
              <a:rPr sz="2600" b="1" spc="35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600" b="1" spc="-10" dirty="0">
                <a:solidFill>
                  <a:srgbClr val="F47320"/>
                </a:solidFill>
                <a:latin typeface="Times New Roman" panose="02020603050405020304"/>
                <a:cs typeface="Times New Roman" panose="02020603050405020304"/>
              </a:rPr>
              <a:t>HTML5</a:t>
            </a:r>
            <a:endParaRPr sz="2600">
              <a:latin typeface="Times New Roman" panose="02020603050405020304"/>
              <a:cs typeface="Times New Roman" panose="02020603050405020304"/>
            </a:endParaRPr>
          </a:p>
          <a:p>
            <a:pPr marL="641985" indent="-629285">
              <a:lnSpc>
                <a:spcPct val="100000"/>
              </a:lnSpc>
              <a:spcBef>
                <a:spcPts val="1725"/>
              </a:spcBef>
              <a:buSzPct val="41000"/>
              <a:buFont typeface="Wingdings"/>
              <a:buChar char=""/>
              <a:tabLst>
                <a:tab pos="641985" algn="l"/>
              </a:tabLst>
            </a:pPr>
            <a:r>
              <a:rPr sz="2950" spc="-190" dirty="0">
                <a:latin typeface="Tahoma"/>
                <a:cs typeface="Tahoma"/>
              </a:rPr>
              <a:t>Web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130" dirty="0">
                <a:latin typeface="Tahoma"/>
                <a:cs typeface="Tahoma"/>
              </a:rPr>
              <a:t>Forms</a:t>
            </a:r>
            <a:r>
              <a:rPr sz="2950" spc="-355" dirty="0">
                <a:latin typeface="Tahoma"/>
                <a:cs typeface="Tahoma"/>
              </a:rPr>
              <a:t> </a:t>
            </a:r>
            <a:r>
              <a:rPr sz="2950" spc="-105" dirty="0">
                <a:latin typeface="Tahoma"/>
                <a:cs typeface="Tahoma"/>
              </a:rPr>
              <a:t>mới</a:t>
            </a:r>
            <a:r>
              <a:rPr sz="2950" spc="-325" dirty="0">
                <a:latin typeface="Tahoma"/>
                <a:cs typeface="Tahoma"/>
              </a:rPr>
              <a:t> </a:t>
            </a:r>
            <a:r>
              <a:rPr sz="2950" spc="-180" dirty="0">
                <a:latin typeface="Tahoma"/>
                <a:cs typeface="Tahoma"/>
              </a:rPr>
              <a:t>trong</a:t>
            </a:r>
            <a:r>
              <a:rPr sz="2950" spc="-340" dirty="0">
                <a:latin typeface="Tahoma"/>
                <a:cs typeface="Tahoma"/>
              </a:rPr>
              <a:t> </a:t>
            </a:r>
            <a:r>
              <a:rPr sz="2950" spc="-20" dirty="0">
                <a:latin typeface="Tahoma"/>
                <a:cs typeface="Tahoma"/>
              </a:rPr>
              <a:t>HTML5:</a:t>
            </a:r>
            <a:endParaRPr sz="2950">
              <a:latin typeface="Tahoma"/>
              <a:cs typeface="Tahoma"/>
            </a:endParaRPr>
          </a:p>
          <a:p>
            <a:pPr marL="1377950" lvl="1" indent="-525145">
              <a:lnSpc>
                <a:spcPct val="100000"/>
              </a:lnSpc>
              <a:spcBef>
                <a:spcPts val="1705"/>
              </a:spcBef>
              <a:buSzPct val="46000"/>
              <a:buChar char="•"/>
              <a:tabLst>
                <a:tab pos="1377950" algn="l"/>
              </a:tabLst>
            </a:pPr>
            <a:r>
              <a:rPr sz="2600" spc="-160" dirty="0">
                <a:latin typeface="Tahoma"/>
                <a:cs typeface="Tahoma"/>
              </a:rPr>
              <a:t>Input</a:t>
            </a:r>
            <a:r>
              <a:rPr sz="2600" spc="-285" dirty="0">
                <a:latin typeface="Tahoma"/>
                <a:cs typeface="Tahoma"/>
              </a:rPr>
              <a:t> </a:t>
            </a:r>
            <a:r>
              <a:rPr sz="2600" spc="-140" dirty="0">
                <a:latin typeface="Tahoma"/>
                <a:cs typeface="Tahoma"/>
              </a:rPr>
              <a:t>mới:</a:t>
            </a:r>
            <a:r>
              <a:rPr sz="2600" spc="-280" dirty="0">
                <a:latin typeface="Tahoma"/>
                <a:cs typeface="Tahoma"/>
              </a:rPr>
              <a:t> </a:t>
            </a:r>
            <a:r>
              <a:rPr sz="2600" spc="-75" dirty="0">
                <a:latin typeface="Tahoma"/>
                <a:cs typeface="Tahoma"/>
              </a:rPr>
              <a:t>email,</a:t>
            </a:r>
            <a:r>
              <a:rPr sz="2600" spc="-295" dirty="0">
                <a:latin typeface="Tahoma"/>
                <a:cs typeface="Tahoma"/>
              </a:rPr>
              <a:t> </a:t>
            </a:r>
            <a:r>
              <a:rPr sz="2600" spc="-85" dirty="0">
                <a:latin typeface="Tahoma"/>
                <a:cs typeface="Tahoma"/>
              </a:rPr>
              <a:t>url,</a:t>
            </a:r>
            <a:r>
              <a:rPr sz="2600" spc="-270" dirty="0">
                <a:latin typeface="Tahoma"/>
                <a:cs typeface="Tahoma"/>
              </a:rPr>
              <a:t> </a:t>
            </a:r>
            <a:r>
              <a:rPr sz="2600" spc="-150" dirty="0">
                <a:latin typeface="Tahoma"/>
                <a:cs typeface="Tahoma"/>
              </a:rPr>
              <a:t>number,</a:t>
            </a:r>
            <a:r>
              <a:rPr sz="2600" spc="-280" dirty="0">
                <a:latin typeface="Tahoma"/>
                <a:cs typeface="Tahoma"/>
              </a:rPr>
              <a:t> </a:t>
            </a:r>
            <a:r>
              <a:rPr sz="2600" spc="-170" dirty="0">
                <a:latin typeface="Tahoma"/>
                <a:cs typeface="Tahoma"/>
              </a:rPr>
              <a:t>range,</a:t>
            </a:r>
            <a:r>
              <a:rPr sz="2600" spc="-275" dirty="0">
                <a:latin typeface="Tahoma"/>
                <a:cs typeface="Tahoma"/>
              </a:rPr>
              <a:t> </a:t>
            </a:r>
            <a:r>
              <a:rPr sz="2600" spc="-120" dirty="0">
                <a:latin typeface="Tahoma"/>
                <a:cs typeface="Tahoma"/>
              </a:rPr>
              <a:t>date,</a:t>
            </a:r>
            <a:r>
              <a:rPr sz="2600" spc="-280" dirty="0">
                <a:latin typeface="Tahoma"/>
                <a:cs typeface="Tahoma"/>
              </a:rPr>
              <a:t> </a:t>
            </a:r>
            <a:r>
              <a:rPr sz="2600" spc="-10" dirty="0">
                <a:latin typeface="Tahoma"/>
                <a:cs typeface="Tahoma"/>
              </a:rPr>
              <a:t>color.</a:t>
            </a:r>
            <a:endParaRPr sz="2600">
              <a:latin typeface="Tahoma"/>
              <a:cs typeface="Tahoma"/>
            </a:endParaRPr>
          </a:p>
          <a:p>
            <a:pPr marL="1377950" lvl="1" indent="-525145">
              <a:lnSpc>
                <a:spcPct val="100000"/>
              </a:lnSpc>
              <a:spcBef>
                <a:spcPts val="1630"/>
              </a:spcBef>
              <a:buSzPct val="46000"/>
              <a:buChar char="•"/>
              <a:tabLst>
                <a:tab pos="1377950" algn="l"/>
              </a:tabLst>
            </a:pPr>
            <a:r>
              <a:rPr sz="2600" spc="-135" dirty="0">
                <a:latin typeface="Tahoma"/>
                <a:cs typeface="Tahoma"/>
              </a:rPr>
              <a:t>Thuộc</a:t>
            </a:r>
            <a:r>
              <a:rPr sz="2600" spc="-260" dirty="0">
                <a:latin typeface="Tahoma"/>
                <a:cs typeface="Tahoma"/>
              </a:rPr>
              <a:t> </a:t>
            </a:r>
            <a:r>
              <a:rPr sz="2600" spc="-95" dirty="0">
                <a:latin typeface="Tahoma"/>
                <a:cs typeface="Tahoma"/>
              </a:rPr>
              <a:t>tính</a:t>
            </a:r>
            <a:r>
              <a:rPr sz="2600" spc="-260" dirty="0">
                <a:latin typeface="Tahoma"/>
                <a:cs typeface="Tahoma"/>
              </a:rPr>
              <a:t> </a:t>
            </a:r>
            <a:r>
              <a:rPr sz="2600" spc="-85" dirty="0">
                <a:latin typeface="Tahoma"/>
                <a:cs typeface="Tahoma"/>
              </a:rPr>
              <a:t>placeholder,</a:t>
            </a:r>
            <a:r>
              <a:rPr sz="2600" spc="-285" dirty="0">
                <a:latin typeface="Tahoma"/>
                <a:cs typeface="Tahoma"/>
              </a:rPr>
              <a:t> </a:t>
            </a:r>
            <a:r>
              <a:rPr sz="2600" spc="-90" dirty="0">
                <a:latin typeface="Tahoma"/>
                <a:cs typeface="Tahoma"/>
              </a:rPr>
              <a:t>autofocus,</a:t>
            </a:r>
            <a:r>
              <a:rPr sz="2600" spc="-260" dirty="0">
                <a:latin typeface="Tahoma"/>
                <a:cs typeface="Tahoma"/>
              </a:rPr>
              <a:t> </a:t>
            </a:r>
            <a:r>
              <a:rPr sz="2600" spc="-110" dirty="0">
                <a:latin typeface="Tahoma"/>
                <a:cs typeface="Tahoma"/>
              </a:rPr>
              <a:t>required,</a:t>
            </a:r>
            <a:r>
              <a:rPr sz="2600" spc="-275" dirty="0">
                <a:latin typeface="Tahoma"/>
                <a:cs typeface="Tahoma"/>
              </a:rPr>
              <a:t> </a:t>
            </a:r>
            <a:r>
              <a:rPr sz="2600" spc="-55" dirty="0">
                <a:latin typeface="Tahoma"/>
                <a:cs typeface="Tahoma"/>
              </a:rPr>
              <a:t>pattern.</a:t>
            </a:r>
            <a:endParaRPr sz="2600">
              <a:latin typeface="Tahoma"/>
              <a:cs typeface="Tahoma"/>
            </a:endParaRPr>
          </a:p>
          <a:p>
            <a:pPr marL="1377950" lvl="1" indent="-525145">
              <a:lnSpc>
                <a:spcPct val="100000"/>
              </a:lnSpc>
              <a:spcBef>
                <a:spcPts val="1630"/>
              </a:spcBef>
              <a:buSzPct val="46000"/>
              <a:buChar char="•"/>
              <a:tabLst>
                <a:tab pos="1377950" algn="l"/>
              </a:tabLst>
            </a:pPr>
            <a:r>
              <a:rPr sz="2600" spc="-160" dirty="0">
                <a:latin typeface="Tahoma"/>
                <a:cs typeface="Tahoma"/>
              </a:rPr>
              <a:t>Tính</a:t>
            </a:r>
            <a:r>
              <a:rPr sz="2600" spc="-295" dirty="0">
                <a:latin typeface="Tahoma"/>
                <a:cs typeface="Tahoma"/>
              </a:rPr>
              <a:t> </a:t>
            </a:r>
            <a:r>
              <a:rPr sz="2600" spc="-150" dirty="0">
                <a:latin typeface="Tahoma"/>
                <a:cs typeface="Tahoma"/>
              </a:rPr>
              <a:t>năng</a:t>
            </a:r>
            <a:r>
              <a:rPr sz="2600" spc="-290" dirty="0">
                <a:latin typeface="Tahoma"/>
                <a:cs typeface="Tahoma"/>
              </a:rPr>
              <a:t> </a:t>
            </a:r>
            <a:r>
              <a:rPr sz="2600" spc="-120" dirty="0">
                <a:latin typeface="Tahoma"/>
                <a:cs typeface="Tahoma"/>
              </a:rPr>
              <a:t>tự</a:t>
            </a:r>
            <a:r>
              <a:rPr sz="2600" spc="-295" dirty="0">
                <a:latin typeface="Tahoma"/>
                <a:cs typeface="Tahoma"/>
              </a:rPr>
              <a:t> </a:t>
            </a:r>
            <a:r>
              <a:rPr sz="2600" spc="-105" dirty="0">
                <a:latin typeface="Tahoma"/>
                <a:cs typeface="Tahoma"/>
              </a:rPr>
              <a:t>kiểm</a:t>
            </a:r>
            <a:r>
              <a:rPr sz="2600" spc="-285" dirty="0">
                <a:latin typeface="Tahoma"/>
                <a:cs typeface="Tahoma"/>
              </a:rPr>
              <a:t> </a:t>
            </a:r>
            <a:r>
              <a:rPr sz="2600" spc="-130" dirty="0">
                <a:latin typeface="Tahoma"/>
                <a:cs typeface="Tahoma"/>
              </a:rPr>
              <a:t>tra</a:t>
            </a:r>
            <a:r>
              <a:rPr sz="2600" spc="-295" dirty="0">
                <a:latin typeface="Tahoma"/>
                <a:cs typeface="Tahoma"/>
              </a:rPr>
              <a:t> </a:t>
            </a:r>
            <a:r>
              <a:rPr sz="2600" spc="-114" dirty="0">
                <a:latin typeface="Tahoma"/>
                <a:cs typeface="Tahoma"/>
              </a:rPr>
              <a:t>dữ</a:t>
            </a:r>
            <a:r>
              <a:rPr sz="2600" spc="-295" dirty="0">
                <a:latin typeface="Tahoma"/>
                <a:cs typeface="Tahoma"/>
              </a:rPr>
              <a:t> </a:t>
            </a:r>
            <a:r>
              <a:rPr sz="2600" spc="-55" dirty="0">
                <a:latin typeface="Tahoma"/>
                <a:cs typeface="Tahoma"/>
              </a:rPr>
              <a:t>liệu</a:t>
            </a:r>
            <a:r>
              <a:rPr sz="2600" spc="-290" dirty="0">
                <a:latin typeface="Tahoma"/>
                <a:cs typeface="Tahoma"/>
              </a:rPr>
              <a:t> </a:t>
            </a:r>
            <a:r>
              <a:rPr sz="2600" spc="-50" dirty="0">
                <a:latin typeface="Tahoma"/>
                <a:cs typeface="Tahoma"/>
              </a:rPr>
              <a:t>của</a:t>
            </a:r>
            <a:r>
              <a:rPr sz="2600" spc="-295" dirty="0">
                <a:latin typeface="Tahoma"/>
                <a:cs typeface="Tahoma"/>
              </a:rPr>
              <a:t> </a:t>
            </a:r>
            <a:r>
              <a:rPr sz="2600" spc="-105" dirty="0">
                <a:latin typeface="Tahoma"/>
                <a:cs typeface="Tahoma"/>
              </a:rPr>
              <a:t>trình</a:t>
            </a:r>
            <a:r>
              <a:rPr sz="2600" spc="-295" dirty="0">
                <a:latin typeface="Tahoma"/>
                <a:cs typeface="Tahoma"/>
              </a:rPr>
              <a:t> </a:t>
            </a:r>
            <a:r>
              <a:rPr sz="2600" spc="-10" dirty="0">
                <a:latin typeface="Tahoma"/>
                <a:cs typeface="Tahoma"/>
              </a:rPr>
              <a:t>duyệt.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89530" y="366395"/>
            <a:ext cx="4732655" cy="136207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b="0" spc="-1205" dirty="0">
                <a:latin typeface="Tahoma"/>
                <a:cs typeface="Tahoma"/>
              </a:rPr>
              <a:t>C</a:t>
            </a:r>
            <a:r>
              <a:rPr b="0" spc="-1455" dirty="0">
                <a:latin typeface="Tahoma"/>
                <a:cs typeface="Tahoma"/>
              </a:rPr>
              <a:t>H</a:t>
            </a:r>
            <a:r>
              <a:rPr b="0" spc="-1575" dirty="0">
                <a:latin typeface="Tahoma"/>
                <a:cs typeface="Tahoma"/>
              </a:rPr>
              <a:t>Ư</a:t>
            </a:r>
            <a:r>
              <a:rPr b="0" spc="-1180" dirty="0">
                <a:latin typeface="Tahoma"/>
                <a:cs typeface="Tahoma"/>
              </a:rPr>
              <a:t>Ơ</a:t>
            </a:r>
            <a:r>
              <a:rPr b="0" spc="-1410" dirty="0">
                <a:latin typeface="Tahoma"/>
                <a:cs typeface="Tahoma"/>
              </a:rPr>
              <a:t>N</a:t>
            </a:r>
            <a:r>
              <a:rPr b="0" spc="-170" dirty="0">
                <a:latin typeface="Tahoma"/>
                <a:cs typeface="Tahoma"/>
              </a:rPr>
              <a:t>G</a:t>
            </a:r>
            <a:r>
              <a:rPr b="0" spc="-755" dirty="0">
                <a:latin typeface="Tahoma"/>
                <a:cs typeface="Tahoma"/>
              </a:rPr>
              <a:t>II</a:t>
            </a:r>
            <a:endParaRPr b="0" spc="-755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55"/>
              </a:spcBef>
            </a:pPr>
            <a:r>
              <a:rPr sz="2950" b="0" spc="-765" dirty="0">
                <a:solidFill>
                  <a:srgbClr val="000000"/>
                </a:solidFill>
                <a:latin typeface="Tahoma"/>
                <a:cs typeface="Tahoma"/>
              </a:rPr>
              <a:t>H</a:t>
            </a:r>
            <a:r>
              <a:rPr sz="2950" b="0" spc="-509" dirty="0">
                <a:solidFill>
                  <a:srgbClr val="000000"/>
                </a:solidFill>
                <a:latin typeface="Tahoma"/>
                <a:cs typeface="Tahoma"/>
              </a:rPr>
              <a:t>T</a:t>
            </a:r>
            <a:r>
              <a:rPr sz="2950" b="0" spc="-680" dirty="0">
                <a:solidFill>
                  <a:srgbClr val="000000"/>
                </a:solidFill>
                <a:latin typeface="Tahoma"/>
                <a:cs typeface="Tahoma"/>
              </a:rPr>
              <a:t>M</a:t>
            </a:r>
            <a:r>
              <a:rPr sz="2950" b="0" spc="-30" dirty="0">
                <a:solidFill>
                  <a:srgbClr val="000000"/>
                </a:solidFill>
                <a:latin typeface="Tahoma"/>
                <a:cs typeface="Tahoma"/>
              </a:rPr>
              <a:t>L</a:t>
            </a:r>
            <a:r>
              <a:rPr sz="2950" b="0" spc="130" dirty="0">
                <a:solidFill>
                  <a:srgbClr val="000000"/>
                </a:solidFill>
                <a:latin typeface="Tahoma"/>
                <a:cs typeface="Tahoma"/>
              </a:rPr>
              <a:t>&amp;</a:t>
            </a:r>
            <a:r>
              <a:rPr sz="2950" b="0" spc="-765" dirty="0">
                <a:solidFill>
                  <a:srgbClr val="000000"/>
                </a:solidFill>
                <a:latin typeface="Tahoma"/>
                <a:cs typeface="Tahoma"/>
              </a:rPr>
              <a:t>H</a:t>
            </a:r>
            <a:r>
              <a:rPr sz="2950" b="0" spc="-509" dirty="0">
                <a:solidFill>
                  <a:srgbClr val="000000"/>
                </a:solidFill>
                <a:latin typeface="Tahoma"/>
                <a:cs typeface="Tahoma"/>
              </a:rPr>
              <a:t>T</a:t>
            </a:r>
            <a:r>
              <a:rPr sz="2950" b="0" spc="-680" dirty="0">
                <a:solidFill>
                  <a:srgbClr val="000000"/>
                </a:solidFill>
                <a:latin typeface="Tahoma"/>
                <a:cs typeface="Tahoma"/>
              </a:rPr>
              <a:t>M</a:t>
            </a:r>
            <a:r>
              <a:rPr sz="2950" b="0" spc="-545" dirty="0">
                <a:solidFill>
                  <a:srgbClr val="000000"/>
                </a:solidFill>
                <a:latin typeface="Tahoma"/>
                <a:cs typeface="Tahoma"/>
              </a:rPr>
              <a:t>L</a:t>
            </a:r>
            <a:r>
              <a:rPr sz="2950" b="0" spc="-15" dirty="0">
                <a:solidFill>
                  <a:srgbClr val="000000"/>
                </a:solidFill>
                <a:latin typeface="Tahoma"/>
                <a:cs typeface="Tahoma"/>
              </a:rPr>
              <a:t>5</a:t>
            </a:r>
            <a:endParaRPr sz="295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71926" y="2201978"/>
            <a:ext cx="9552239" cy="28459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  <p:sp>
        <p:nvSpPr>
          <p:cNvPr id="15" name="object 13"/>
          <p:cNvSpPr txBox="1">
            <a:spLocks noGrp="1"/>
          </p:cNvSpPr>
          <p:nvPr>
            <p:ph type="dt" sz="half" idx="6"/>
          </p:nvPr>
        </p:nvSpPr>
        <p:spPr>
          <a:xfrm>
            <a:off x="601345" y="10674350"/>
            <a:ext cx="5245100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85" dirty="0">
                <a:solidFill>
                  <a:schemeClr val="tx1"/>
                </a:solidFill>
              </a:rPr>
              <a:t>THIẾT </a:t>
            </a:r>
            <a:r>
              <a:rPr spc="-110" dirty="0">
                <a:solidFill>
                  <a:schemeClr val="tx1"/>
                </a:solidFill>
              </a:rPr>
              <a:t>KẾ</a:t>
            </a:r>
            <a:r>
              <a:rPr spc="-190" dirty="0">
                <a:solidFill>
                  <a:schemeClr val="tx1"/>
                </a:solidFill>
              </a:rPr>
              <a:t> </a:t>
            </a:r>
            <a:r>
              <a:rPr spc="-110" dirty="0">
                <a:solidFill>
                  <a:schemeClr val="tx1"/>
                </a:solidFill>
              </a:rPr>
              <a:t>WEB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VÀ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45" dirty="0">
                <a:solidFill>
                  <a:schemeClr val="tx1"/>
                </a:solidFill>
              </a:rPr>
              <a:t>TRIỂN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KHAI</a:t>
            </a:r>
            <a:r>
              <a:rPr spc="-200" dirty="0">
                <a:solidFill>
                  <a:schemeClr val="tx1"/>
                </a:solidFill>
              </a:rPr>
              <a:t> </a:t>
            </a:r>
            <a:r>
              <a:rPr spc="-80" dirty="0">
                <a:solidFill>
                  <a:schemeClr val="tx1"/>
                </a:solidFill>
              </a:rPr>
              <a:t>HỆ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95" dirty="0">
                <a:solidFill>
                  <a:schemeClr val="tx1"/>
                </a:solidFill>
              </a:rPr>
              <a:t>THỐNG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75" dirty="0">
                <a:solidFill>
                  <a:schemeClr val="tx1"/>
                </a:solidFill>
              </a:rPr>
              <a:t>PHẦN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25" dirty="0">
                <a:solidFill>
                  <a:schemeClr val="tx1"/>
                </a:solidFill>
              </a:rPr>
              <a:t>MỀM</a:t>
            </a:r>
            <a:endParaRPr spc="-20" dirty="0">
              <a:solidFill>
                <a:schemeClr val="tx1"/>
              </a:solidFill>
            </a:endParaRPr>
          </a:p>
        </p:txBody>
      </p:sp>
      <p:sp>
        <p:nvSpPr>
          <p:cNvPr id="16" name="object 6"/>
          <p:cNvSpPr/>
          <p:nvPr/>
        </p:nvSpPr>
        <p:spPr>
          <a:xfrm>
            <a:off x="523544" y="10447221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8063A1"/>
            </a:solidFill>
          </a:ln>
        </p:spPr>
        <p:txBody>
          <a:bodyPr wrap="square" lIns="0" tIns="0" rIns="0" bIns="0" rtlCol="0"/>
          <a:p/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91847" y="260335"/>
            <a:ext cx="7494905" cy="136334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b="0" spc="-1195" dirty="0">
                <a:latin typeface="Tahoma"/>
                <a:cs typeface="Tahoma"/>
              </a:rPr>
              <a:t>C</a:t>
            </a:r>
            <a:r>
              <a:rPr b="0" spc="-1445" dirty="0">
                <a:latin typeface="Tahoma"/>
                <a:cs typeface="Tahoma"/>
              </a:rPr>
              <a:t>H</a:t>
            </a:r>
            <a:r>
              <a:rPr b="0" spc="-1565" dirty="0">
                <a:latin typeface="Tahoma"/>
                <a:cs typeface="Tahoma"/>
              </a:rPr>
              <a:t>Ư</a:t>
            </a:r>
            <a:r>
              <a:rPr b="0" spc="-1170" dirty="0">
                <a:latin typeface="Tahoma"/>
                <a:cs typeface="Tahoma"/>
              </a:rPr>
              <a:t>Ơ</a:t>
            </a:r>
            <a:r>
              <a:rPr b="0" spc="-1400" dirty="0">
                <a:latin typeface="Tahoma"/>
                <a:cs typeface="Tahoma"/>
              </a:rPr>
              <a:t>N</a:t>
            </a:r>
            <a:r>
              <a:rPr b="0" spc="-160" dirty="0">
                <a:latin typeface="Tahoma"/>
                <a:cs typeface="Tahoma"/>
              </a:rPr>
              <a:t>G</a:t>
            </a:r>
            <a:r>
              <a:rPr b="0" spc="-114" dirty="0">
                <a:latin typeface="Tahoma"/>
                <a:cs typeface="Tahoma"/>
              </a:rPr>
              <a:t>I</a:t>
            </a:r>
            <a:endParaRPr b="0" spc="-114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55"/>
              </a:spcBef>
            </a:pPr>
            <a:r>
              <a:rPr sz="2950" b="0" spc="-625" dirty="0">
                <a:solidFill>
                  <a:srgbClr val="000000"/>
                </a:solidFill>
                <a:latin typeface="Tahoma"/>
                <a:cs typeface="Tahoma"/>
              </a:rPr>
              <a:t>G</a:t>
            </a:r>
            <a:r>
              <a:rPr sz="2950" b="0" spc="-145" dirty="0">
                <a:solidFill>
                  <a:srgbClr val="000000"/>
                </a:solidFill>
                <a:latin typeface="Tahoma"/>
                <a:cs typeface="Tahoma"/>
              </a:rPr>
              <a:t>i</a:t>
            </a:r>
            <a:r>
              <a:rPr sz="2950" b="0" spc="-405" dirty="0">
                <a:solidFill>
                  <a:srgbClr val="000000"/>
                </a:solidFill>
                <a:latin typeface="Tahoma"/>
                <a:cs typeface="Tahoma"/>
              </a:rPr>
              <a:t>ớ</a:t>
            </a:r>
            <a:r>
              <a:rPr sz="2950" b="0" spc="5" dirty="0">
                <a:solidFill>
                  <a:srgbClr val="000000"/>
                </a:solidFill>
                <a:latin typeface="Tahoma"/>
                <a:cs typeface="Tahoma"/>
              </a:rPr>
              <a:t>i</a:t>
            </a:r>
            <a:r>
              <a:rPr sz="2950" b="0" spc="-40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b="0" spc="-190" dirty="0">
                <a:solidFill>
                  <a:srgbClr val="000000"/>
                </a:solidFill>
                <a:latin typeface="Tahoma"/>
                <a:cs typeface="Tahoma"/>
              </a:rPr>
              <a:t>t</a:t>
            </a:r>
            <a:r>
              <a:rPr sz="2950" b="0" spc="-420" dirty="0">
                <a:solidFill>
                  <a:srgbClr val="000000"/>
                </a:solidFill>
                <a:latin typeface="Tahoma"/>
                <a:cs typeface="Tahoma"/>
              </a:rPr>
              <a:t>h</a:t>
            </a:r>
            <a:r>
              <a:rPr sz="2950" b="0" spc="-145" dirty="0">
                <a:solidFill>
                  <a:srgbClr val="000000"/>
                </a:solidFill>
                <a:latin typeface="Tahoma"/>
                <a:cs typeface="Tahoma"/>
              </a:rPr>
              <a:t>i</a:t>
            </a:r>
            <a:r>
              <a:rPr sz="2950" b="0" spc="-434" dirty="0">
                <a:solidFill>
                  <a:srgbClr val="000000"/>
                </a:solidFill>
                <a:latin typeface="Tahoma"/>
                <a:cs typeface="Tahoma"/>
              </a:rPr>
              <a:t>ệ</a:t>
            </a:r>
            <a:r>
              <a:rPr sz="2950" b="0" spc="170" dirty="0">
                <a:solidFill>
                  <a:srgbClr val="000000"/>
                </a:solidFill>
                <a:latin typeface="Tahoma"/>
                <a:cs typeface="Tahoma"/>
              </a:rPr>
              <a:t>u</a:t>
            </a:r>
            <a:r>
              <a:rPr sz="2950" b="0" spc="-335" dirty="0">
                <a:solidFill>
                  <a:srgbClr val="000000"/>
                </a:solidFill>
                <a:latin typeface="Tahoma"/>
                <a:cs typeface="Tahoma"/>
              </a:rPr>
              <a:t>v</a:t>
            </a:r>
            <a:r>
              <a:rPr sz="2950" b="0" spc="170" dirty="0">
                <a:solidFill>
                  <a:srgbClr val="000000"/>
                </a:solidFill>
                <a:latin typeface="Tahoma"/>
                <a:cs typeface="Tahoma"/>
              </a:rPr>
              <a:t>ề</a:t>
            </a:r>
            <a:r>
              <a:rPr sz="2950" b="0" spc="-190" dirty="0">
                <a:solidFill>
                  <a:srgbClr val="000000"/>
                </a:solidFill>
                <a:latin typeface="Tahoma"/>
                <a:cs typeface="Tahoma"/>
              </a:rPr>
              <a:t>t</a:t>
            </a:r>
            <a:r>
              <a:rPr sz="2950" b="0" spc="-420" dirty="0">
                <a:solidFill>
                  <a:srgbClr val="000000"/>
                </a:solidFill>
                <a:latin typeface="Tahoma"/>
                <a:cs typeface="Tahoma"/>
              </a:rPr>
              <a:t>h</a:t>
            </a:r>
            <a:r>
              <a:rPr sz="2950" b="0" spc="-145" dirty="0">
                <a:solidFill>
                  <a:srgbClr val="000000"/>
                </a:solidFill>
                <a:latin typeface="Tahoma"/>
                <a:cs typeface="Tahoma"/>
              </a:rPr>
              <a:t>i</a:t>
            </a:r>
            <a:r>
              <a:rPr sz="2950" b="0" spc="-420" dirty="0">
                <a:solidFill>
                  <a:srgbClr val="000000"/>
                </a:solidFill>
                <a:latin typeface="Tahoma"/>
                <a:cs typeface="Tahoma"/>
              </a:rPr>
              <a:t>ế</a:t>
            </a:r>
            <a:r>
              <a:rPr sz="2950" b="0" spc="5" dirty="0">
                <a:solidFill>
                  <a:srgbClr val="000000"/>
                </a:solidFill>
                <a:latin typeface="Tahoma"/>
                <a:cs typeface="Tahoma"/>
              </a:rPr>
              <a:t>t</a:t>
            </a:r>
            <a:r>
              <a:rPr sz="2950" b="0" spc="-45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b="0" spc="-365" dirty="0">
                <a:solidFill>
                  <a:srgbClr val="000000"/>
                </a:solidFill>
                <a:latin typeface="Tahoma"/>
                <a:cs typeface="Tahoma"/>
              </a:rPr>
              <a:t>k</a:t>
            </a:r>
            <a:r>
              <a:rPr sz="2950" b="0" spc="160" dirty="0">
                <a:solidFill>
                  <a:srgbClr val="000000"/>
                </a:solidFill>
                <a:latin typeface="Tahoma"/>
                <a:cs typeface="Tahoma"/>
              </a:rPr>
              <a:t>ế</a:t>
            </a:r>
            <a:r>
              <a:rPr sz="2950" b="0" spc="-905" dirty="0">
                <a:solidFill>
                  <a:srgbClr val="000000"/>
                </a:solidFill>
                <a:latin typeface="Tahoma"/>
                <a:cs typeface="Tahoma"/>
              </a:rPr>
              <a:t>W</a:t>
            </a:r>
            <a:r>
              <a:rPr sz="2950" b="0" spc="-425" dirty="0">
                <a:solidFill>
                  <a:srgbClr val="000000"/>
                </a:solidFill>
                <a:latin typeface="Tahoma"/>
                <a:cs typeface="Tahoma"/>
              </a:rPr>
              <a:t>e</a:t>
            </a:r>
            <a:r>
              <a:rPr sz="2950" b="0" spc="170" dirty="0">
                <a:solidFill>
                  <a:srgbClr val="000000"/>
                </a:solidFill>
                <a:latin typeface="Tahoma"/>
                <a:cs typeface="Tahoma"/>
              </a:rPr>
              <a:t>b</a:t>
            </a:r>
            <a:r>
              <a:rPr sz="2950" b="0" spc="-340" dirty="0">
                <a:solidFill>
                  <a:srgbClr val="000000"/>
                </a:solidFill>
                <a:latin typeface="Tahoma"/>
                <a:cs typeface="Tahoma"/>
              </a:rPr>
              <a:t>v</a:t>
            </a:r>
            <a:r>
              <a:rPr sz="2950" b="0" spc="-5" dirty="0">
                <a:solidFill>
                  <a:srgbClr val="000000"/>
                </a:solidFill>
                <a:latin typeface="Tahoma"/>
                <a:cs typeface="Tahoma"/>
              </a:rPr>
              <a:t>à</a:t>
            </a:r>
            <a:r>
              <a:rPr sz="2950" b="0" spc="-68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b="0" spc="-160" dirty="0">
                <a:solidFill>
                  <a:srgbClr val="000000"/>
                </a:solidFill>
                <a:latin typeface="Tahoma"/>
                <a:cs typeface="Tahoma"/>
              </a:rPr>
              <a:t>t</a:t>
            </a:r>
            <a:r>
              <a:rPr sz="2950" b="0" spc="-254" dirty="0">
                <a:solidFill>
                  <a:srgbClr val="000000"/>
                </a:solidFill>
                <a:latin typeface="Tahoma"/>
                <a:cs typeface="Tahoma"/>
              </a:rPr>
              <a:t>r</a:t>
            </a:r>
            <a:r>
              <a:rPr sz="2950" b="0" spc="-114" dirty="0">
                <a:solidFill>
                  <a:srgbClr val="000000"/>
                </a:solidFill>
                <a:latin typeface="Tahoma"/>
                <a:cs typeface="Tahoma"/>
              </a:rPr>
              <a:t>i</a:t>
            </a:r>
            <a:r>
              <a:rPr sz="2950" b="0" spc="-385" dirty="0">
                <a:solidFill>
                  <a:srgbClr val="000000"/>
                </a:solidFill>
                <a:latin typeface="Tahoma"/>
                <a:cs typeface="Tahoma"/>
              </a:rPr>
              <a:t>ể</a:t>
            </a:r>
            <a:r>
              <a:rPr sz="2950" b="0" spc="195" dirty="0">
                <a:solidFill>
                  <a:srgbClr val="000000"/>
                </a:solidFill>
                <a:latin typeface="Tahoma"/>
                <a:cs typeface="Tahoma"/>
              </a:rPr>
              <a:t>n</a:t>
            </a:r>
            <a:r>
              <a:rPr sz="2950" b="0" spc="-325" dirty="0">
                <a:solidFill>
                  <a:srgbClr val="000000"/>
                </a:solidFill>
                <a:latin typeface="Tahoma"/>
                <a:cs typeface="Tahoma"/>
              </a:rPr>
              <a:t>k</a:t>
            </a:r>
            <a:r>
              <a:rPr sz="2950" b="0" spc="-390" dirty="0">
                <a:solidFill>
                  <a:srgbClr val="000000"/>
                </a:solidFill>
                <a:latin typeface="Tahoma"/>
                <a:cs typeface="Tahoma"/>
              </a:rPr>
              <a:t>h</a:t>
            </a:r>
            <a:r>
              <a:rPr sz="2950" b="0" spc="-335" dirty="0">
                <a:solidFill>
                  <a:srgbClr val="000000"/>
                </a:solidFill>
                <a:latin typeface="Tahoma"/>
                <a:cs typeface="Tahoma"/>
              </a:rPr>
              <a:t>a</a:t>
            </a:r>
            <a:r>
              <a:rPr sz="2950" b="0" spc="35" dirty="0">
                <a:solidFill>
                  <a:srgbClr val="000000"/>
                </a:solidFill>
                <a:latin typeface="Tahoma"/>
                <a:cs typeface="Tahoma"/>
              </a:rPr>
              <a:t>i</a:t>
            </a:r>
            <a:r>
              <a:rPr sz="2950" b="0" spc="-41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2950" b="0" spc="-430" dirty="0">
                <a:solidFill>
                  <a:srgbClr val="000000"/>
                </a:solidFill>
                <a:latin typeface="Tahoma"/>
                <a:cs typeface="Tahoma"/>
              </a:rPr>
              <a:t>h</a:t>
            </a:r>
            <a:r>
              <a:rPr sz="2950" b="0" spc="170" dirty="0">
                <a:solidFill>
                  <a:srgbClr val="000000"/>
                </a:solidFill>
                <a:latin typeface="Tahoma"/>
                <a:cs typeface="Tahoma"/>
              </a:rPr>
              <a:t>ệ</a:t>
            </a:r>
            <a:r>
              <a:rPr sz="2950" b="0" spc="-195" dirty="0">
                <a:solidFill>
                  <a:srgbClr val="000000"/>
                </a:solidFill>
                <a:latin typeface="Tahoma"/>
                <a:cs typeface="Tahoma"/>
              </a:rPr>
              <a:t>t</a:t>
            </a:r>
            <a:r>
              <a:rPr sz="2950" b="0" spc="-425" dirty="0">
                <a:solidFill>
                  <a:srgbClr val="000000"/>
                </a:solidFill>
                <a:latin typeface="Tahoma"/>
                <a:cs typeface="Tahoma"/>
              </a:rPr>
              <a:t>h</a:t>
            </a:r>
            <a:r>
              <a:rPr sz="2950" b="0" spc="-495" dirty="0">
                <a:solidFill>
                  <a:srgbClr val="000000"/>
                </a:solidFill>
                <a:latin typeface="Tahoma"/>
                <a:cs typeface="Tahoma"/>
              </a:rPr>
              <a:t>ố</a:t>
            </a:r>
            <a:r>
              <a:rPr sz="2950" b="0" spc="-409" dirty="0">
                <a:solidFill>
                  <a:srgbClr val="000000"/>
                </a:solidFill>
                <a:latin typeface="Tahoma"/>
                <a:cs typeface="Tahoma"/>
              </a:rPr>
              <a:t>n</a:t>
            </a:r>
            <a:r>
              <a:rPr sz="2950" b="0" spc="175" dirty="0">
                <a:solidFill>
                  <a:srgbClr val="000000"/>
                </a:solidFill>
                <a:latin typeface="Tahoma"/>
                <a:cs typeface="Tahoma"/>
              </a:rPr>
              <a:t>g</a:t>
            </a:r>
            <a:r>
              <a:rPr sz="2950" b="0" spc="-430" dirty="0">
                <a:solidFill>
                  <a:srgbClr val="000000"/>
                </a:solidFill>
                <a:latin typeface="Tahoma"/>
                <a:cs typeface="Tahoma"/>
              </a:rPr>
              <a:t>ph</a:t>
            </a:r>
            <a:r>
              <a:rPr sz="2950" b="0" spc="-370" dirty="0">
                <a:solidFill>
                  <a:srgbClr val="000000"/>
                </a:solidFill>
                <a:latin typeface="Tahoma"/>
                <a:cs typeface="Tahoma"/>
              </a:rPr>
              <a:t>ầ</a:t>
            </a:r>
            <a:r>
              <a:rPr sz="2950" b="0" spc="170" dirty="0">
                <a:solidFill>
                  <a:srgbClr val="000000"/>
                </a:solidFill>
                <a:latin typeface="Tahoma"/>
                <a:cs typeface="Tahoma"/>
              </a:rPr>
              <a:t>n</a:t>
            </a:r>
            <a:r>
              <a:rPr sz="2950" b="0" spc="-675" dirty="0">
                <a:solidFill>
                  <a:srgbClr val="000000"/>
                </a:solidFill>
                <a:latin typeface="Tahoma"/>
                <a:cs typeface="Tahoma"/>
              </a:rPr>
              <a:t>m</a:t>
            </a:r>
            <a:r>
              <a:rPr sz="2950" b="0" spc="-425" dirty="0">
                <a:solidFill>
                  <a:srgbClr val="000000"/>
                </a:solidFill>
                <a:latin typeface="Tahoma"/>
                <a:cs typeface="Tahoma"/>
              </a:rPr>
              <a:t>ề</a:t>
            </a:r>
            <a:r>
              <a:rPr sz="2950" b="0" dirty="0">
                <a:solidFill>
                  <a:srgbClr val="000000"/>
                </a:solidFill>
                <a:latin typeface="Tahoma"/>
                <a:cs typeface="Tahoma"/>
              </a:rPr>
              <a:t>m</a:t>
            </a:r>
            <a:endParaRPr sz="295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393392" y="1017775"/>
            <a:ext cx="3716020" cy="52133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endParaRPr sz="33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9593215" y="1702098"/>
            <a:ext cx="9552238" cy="2845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76246" y="1997081"/>
            <a:ext cx="8599170" cy="1771650"/>
          </a:xfrm>
          <a:prstGeom prst="rect">
            <a:avLst/>
          </a:prstGeom>
        </p:spPr>
        <p:txBody>
          <a:bodyPr vert="horz" wrap="square" lIns="0" tIns="335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45"/>
              </a:spcBef>
            </a:pPr>
            <a:r>
              <a:rPr sz="3600" b="1" dirty="0">
                <a:solidFill>
                  <a:srgbClr val="F47320"/>
                </a:solidFill>
                <a:latin typeface="Calibri"/>
                <a:cs typeface="Calibri"/>
              </a:rPr>
              <a:t>Lưu</a:t>
            </a:r>
            <a:r>
              <a:rPr sz="3600" b="1" spc="-30" dirty="0">
                <a:solidFill>
                  <a:srgbClr val="F4732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F47320"/>
                </a:solidFill>
                <a:latin typeface="Calibri"/>
                <a:cs typeface="Calibri"/>
              </a:rPr>
              <a:t>ý</a:t>
            </a:r>
            <a:r>
              <a:rPr sz="3600" b="1" spc="-15" dirty="0">
                <a:solidFill>
                  <a:srgbClr val="F4732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F47320"/>
                </a:solidFill>
                <a:latin typeface="Calibri"/>
                <a:cs typeface="Calibri"/>
              </a:rPr>
              <a:t>về</a:t>
            </a:r>
            <a:r>
              <a:rPr sz="3600" b="1" spc="-15" dirty="0">
                <a:solidFill>
                  <a:srgbClr val="F4732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F47320"/>
                </a:solidFill>
                <a:latin typeface="Calibri"/>
                <a:cs typeface="Calibri"/>
              </a:rPr>
              <a:t>VS</a:t>
            </a:r>
            <a:r>
              <a:rPr sz="3600" b="1" spc="-20" dirty="0">
                <a:solidFill>
                  <a:srgbClr val="F4732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F47320"/>
                </a:solidFill>
                <a:latin typeface="Calibri"/>
                <a:cs typeface="Calibri"/>
              </a:rPr>
              <a:t>Code</a:t>
            </a:r>
            <a:r>
              <a:rPr sz="3600" b="1" spc="-20" dirty="0">
                <a:solidFill>
                  <a:srgbClr val="F47320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F47320"/>
                </a:solidFill>
                <a:latin typeface="Calibri"/>
                <a:cs typeface="Calibri"/>
              </a:rPr>
              <a:t>và</a:t>
            </a:r>
            <a:r>
              <a:rPr sz="3600" b="1" spc="-10" dirty="0">
                <a:solidFill>
                  <a:srgbClr val="F47320"/>
                </a:solidFill>
                <a:latin typeface="Calibri"/>
                <a:cs typeface="Calibri"/>
              </a:rPr>
              <a:t> Dreamweaver</a:t>
            </a:r>
            <a:endParaRPr sz="3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55"/>
              </a:spcBef>
            </a:pPr>
            <a:r>
              <a:rPr sz="3600" b="1" dirty="0">
                <a:latin typeface="Calibri"/>
                <a:cs typeface="Calibri"/>
              </a:rPr>
              <a:t>Cần</a:t>
            </a:r>
            <a:r>
              <a:rPr sz="3600" b="1" spc="-30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thử</a:t>
            </a:r>
            <a:r>
              <a:rPr sz="3600" b="1" spc="-15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nghiệm</a:t>
            </a:r>
            <a:r>
              <a:rPr sz="3600" b="1" spc="-10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các</a:t>
            </a:r>
            <a:r>
              <a:rPr sz="3600" b="1" spc="-15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chức</a:t>
            </a:r>
            <a:r>
              <a:rPr sz="3600" b="1" spc="-10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năng</a:t>
            </a:r>
            <a:r>
              <a:rPr sz="3600" b="1" spc="-20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(Xem</a:t>
            </a:r>
            <a:r>
              <a:rPr sz="3600" b="1" spc="-20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ghi</a:t>
            </a:r>
            <a:r>
              <a:rPr sz="3600" b="1" spc="-20" dirty="0">
                <a:latin typeface="Calibri"/>
                <a:cs typeface="Calibri"/>
              </a:rPr>
              <a:t> chú)</a:t>
            </a:r>
            <a:endParaRPr sz="3600">
              <a:latin typeface="Calibri"/>
              <a:cs typeface="Calibri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450" y="15875"/>
            <a:ext cx="2875280" cy="1151255"/>
          </a:xfrm>
          <a:prstGeom prst="rect">
            <a:avLst/>
          </a:prstGeom>
        </p:spPr>
      </p:pic>
      <p:sp>
        <p:nvSpPr>
          <p:cNvPr id="15" name="object 13"/>
          <p:cNvSpPr txBox="1">
            <a:spLocks noGrp="1"/>
          </p:cNvSpPr>
          <p:nvPr>
            <p:ph type="dt" sz="half" idx="6"/>
          </p:nvPr>
        </p:nvSpPr>
        <p:spPr>
          <a:xfrm>
            <a:off x="601345" y="10674350"/>
            <a:ext cx="5245100" cy="25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0"/>
              </a:lnSpc>
            </a:pPr>
            <a:r>
              <a:rPr spc="-185" dirty="0">
                <a:solidFill>
                  <a:schemeClr val="tx1"/>
                </a:solidFill>
              </a:rPr>
              <a:t>THIẾT </a:t>
            </a:r>
            <a:r>
              <a:rPr spc="-110" dirty="0">
                <a:solidFill>
                  <a:schemeClr val="tx1"/>
                </a:solidFill>
              </a:rPr>
              <a:t>KẾ</a:t>
            </a:r>
            <a:r>
              <a:rPr spc="-190" dirty="0">
                <a:solidFill>
                  <a:schemeClr val="tx1"/>
                </a:solidFill>
              </a:rPr>
              <a:t> </a:t>
            </a:r>
            <a:r>
              <a:rPr spc="-110" dirty="0">
                <a:solidFill>
                  <a:schemeClr val="tx1"/>
                </a:solidFill>
              </a:rPr>
              <a:t>WEB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VÀ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145" dirty="0">
                <a:solidFill>
                  <a:schemeClr val="tx1"/>
                </a:solidFill>
              </a:rPr>
              <a:t>TRIỂN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130" dirty="0">
                <a:solidFill>
                  <a:schemeClr val="tx1"/>
                </a:solidFill>
              </a:rPr>
              <a:t>KHAI</a:t>
            </a:r>
            <a:r>
              <a:rPr spc="-200" dirty="0">
                <a:solidFill>
                  <a:schemeClr val="tx1"/>
                </a:solidFill>
              </a:rPr>
              <a:t> </a:t>
            </a:r>
            <a:r>
              <a:rPr spc="-80" dirty="0">
                <a:solidFill>
                  <a:schemeClr val="tx1"/>
                </a:solidFill>
              </a:rPr>
              <a:t>HỆ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95" dirty="0">
                <a:solidFill>
                  <a:schemeClr val="tx1"/>
                </a:solidFill>
              </a:rPr>
              <a:t>THỐNG</a:t>
            </a:r>
            <a:r>
              <a:rPr spc="-180" dirty="0">
                <a:solidFill>
                  <a:schemeClr val="tx1"/>
                </a:solidFill>
              </a:rPr>
              <a:t> </a:t>
            </a:r>
            <a:r>
              <a:rPr spc="-75" dirty="0">
                <a:solidFill>
                  <a:schemeClr val="tx1"/>
                </a:solidFill>
              </a:rPr>
              <a:t>PHẦN</a:t>
            </a:r>
            <a:r>
              <a:rPr spc="-185" dirty="0">
                <a:solidFill>
                  <a:schemeClr val="tx1"/>
                </a:solidFill>
              </a:rPr>
              <a:t> </a:t>
            </a:r>
            <a:r>
              <a:rPr spc="-25" dirty="0">
                <a:solidFill>
                  <a:schemeClr val="tx1"/>
                </a:solidFill>
              </a:rPr>
              <a:t>MỀM</a:t>
            </a:r>
            <a:endParaRPr spc="-20" dirty="0">
              <a:solidFill>
                <a:schemeClr val="tx1"/>
              </a:solidFill>
            </a:endParaRPr>
          </a:p>
        </p:txBody>
      </p:sp>
      <p:sp>
        <p:nvSpPr>
          <p:cNvPr id="16" name="object 6"/>
          <p:cNvSpPr/>
          <p:nvPr/>
        </p:nvSpPr>
        <p:spPr>
          <a:xfrm>
            <a:off x="523544" y="10447221"/>
            <a:ext cx="19118580" cy="0"/>
          </a:xfrm>
          <a:custGeom>
            <a:avLst/>
            <a:gdLst/>
            <a:ahLst/>
            <a:cxnLst/>
            <a:rect l="l" t="t" r="r" b="b"/>
            <a:pathLst>
              <a:path w="19118580">
                <a:moveTo>
                  <a:pt x="0" y="0"/>
                </a:moveTo>
                <a:lnTo>
                  <a:pt x="19118370" y="0"/>
                </a:lnTo>
              </a:path>
            </a:pathLst>
          </a:custGeom>
          <a:ln w="41883">
            <a:solidFill>
              <a:srgbClr val="8063A1"/>
            </a:solidFill>
          </a:ln>
        </p:spPr>
        <p:txBody>
          <a:bodyPr wrap="square" lIns="0" tIns="0" rIns="0" bIns="0" rtlCol="0"/>
          <a:p/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022449" y="10706020"/>
            <a:ext cx="1542415" cy="337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350" dirty="0">
                <a:solidFill>
                  <a:srgbClr val="FFFFFF"/>
                </a:solidFill>
                <a:latin typeface="Arial MT"/>
                <a:cs typeface="Arial MT"/>
              </a:rPr>
              <a:t>Slide:</a:t>
            </a:r>
            <a:r>
              <a:rPr sz="235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50" spc="114" dirty="0">
                <a:solidFill>
                  <a:srgbClr val="FFFFFF"/>
                </a:solidFill>
                <a:latin typeface="Tahoma"/>
                <a:cs typeface="Tahoma"/>
              </a:rPr>
              <a:t>số….</a:t>
            </a:r>
            <a:endParaRPr sz="235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2863217"/>
            <a:ext cx="20104100" cy="8445500"/>
            <a:chOff x="0" y="2863217"/>
            <a:chExt cx="20104100" cy="8445500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10371290"/>
              <a:ext cx="20104099" cy="93726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71597" y="7147217"/>
              <a:ext cx="3118996" cy="311899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4573588" y="2866709"/>
              <a:ext cx="3068320" cy="3119755"/>
            </a:xfrm>
            <a:custGeom>
              <a:avLst/>
              <a:gdLst/>
              <a:ahLst/>
              <a:cxnLst/>
              <a:rect l="l" t="t" r="r" b="b"/>
              <a:pathLst>
                <a:path w="3068319" h="3119754">
                  <a:moveTo>
                    <a:pt x="2373366" y="57"/>
                  </a:moveTo>
                  <a:lnTo>
                    <a:pt x="2332830" y="4678"/>
                  </a:lnTo>
                  <a:lnTo>
                    <a:pt x="2292914" y="15850"/>
                  </a:lnTo>
                  <a:lnTo>
                    <a:pt x="2254071" y="33523"/>
                  </a:lnTo>
                  <a:lnTo>
                    <a:pt x="2216757" y="57643"/>
                  </a:lnTo>
                  <a:lnTo>
                    <a:pt x="2181427" y="88159"/>
                  </a:lnTo>
                  <a:lnTo>
                    <a:pt x="2148535" y="125019"/>
                  </a:lnTo>
                  <a:lnTo>
                    <a:pt x="2118536" y="168172"/>
                  </a:lnTo>
                  <a:lnTo>
                    <a:pt x="2095518" y="130948"/>
                  </a:lnTo>
                  <a:lnTo>
                    <a:pt x="2069672" y="97703"/>
                  </a:lnTo>
                  <a:lnTo>
                    <a:pt x="2041261" y="68751"/>
                  </a:lnTo>
                  <a:lnTo>
                    <a:pt x="2010547" y="44406"/>
                  </a:lnTo>
                  <a:lnTo>
                    <a:pt x="1971689" y="21911"/>
                  </a:lnTo>
                  <a:lnTo>
                    <a:pt x="1931954" y="7185"/>
                  </a:lnTo>
                  <a:lnTo>
                    <a:pt x="1891836" y="0"/>
                  </a:lnTo>
                  <a:lnTo>
                    <a:pt x="1851831" y="126"/>
                  </a:lnTo>
                  <a:lnTo>
                    <a:pt x="1812434" y="7334"/>
                  </a:lnTo>
                  <a:lnTo>
                    <a:pt x="1774140" y="21396"/>
                  </a:lnTo>
                  <a:lnTo>
                    <a:pt x="1737445" y="42082"/>
                  </a:lnTo>
                  <a:lnTo>
                    <a:pt x="1702842" y="69164"/>
                  </a:lnTo>
                  <a:lnTo>
                    <a:pt x="1670829" y="102411"/>
                  </a:lnTo>
                  <a:lnTo>
                    <a:pt x="1641899" y="141596"/>
                  </a:lnTo>
                  <a:lnTo>
                    <a:pt x="1616548" y="186489"/>
                  </a:lnTo>
                  <a:lnTo>
                    <a:pt x="1595271" y="236861"/>
                  </a:lnTo>
                  <a:lnTo>
                    <a:pt x="1575089" y="211237"/>
                  </a:lnTo>
                  <a:lnTo>
                    <a:pt x="1531032" y="166428"/>
                  </a:lnTo>
                  <a:lnTo>
                    <a:pt x="1469875" y="123344"/>
                  </a:lnTo>
                  <a:lnTo>
                    <a:pt x="1431558" y="105333"/>
                  </a:lnTo>
                  <a:lnTo>
                    <a:pt x="1392678" y="93274"/>
                  </a:lnTo>
                  <a:lnTo>
                    <a:pt x="1353546" y="87036"/>
                  </a:lnTo>
                  <a:lnTo>
                    <a:pt x="1314476" y="86486"/>
                  </a:lnTo>
                  <a:lnTo>
                    <a:pt x="1275778" y="91491"/>
                  </a:lnTo>
                  <a:lnTo>
                    <a:pt x="1237765" y="101919"/>
                  </a:lnTo>
                  <a:lnTo>
                    <a:pt x="1200750" y="117637"/>
                  </a:lnTo>
                  <a:lnTo>
                    <a:pt x="1165044" y="138513"/>
                  </a:lnTo>
                  <a:lnTo>
                    <a:pt x="1130959" y="164415"/>
                  </a:lnTo>
                  <a:lnTo>
                    <a:pt x="1098807" y="195210"/>
                  </a:lnTo>
                  <a:lnTo>
                    <a:pt x="1068901" y="230766"/>
                  </a:lnTo>
                  <a:lnTo>
                    <a:pt x="1041553" y="270951"/>
                  </a:lnTo>
                  <a:lnTo>
                    <a:pt x="1017075" y="315631"/>
                  </a:lnTo>
                  <a:lnTo>
                    <a:pt x="995778" y="364675"/>
                  </a:lnTo>
                  <a:lnTo>
                    <a:pt x="955240" y="335268"/>
                  </a:lnTo>
                  <a:lnTo>
                    <a:pt x="913106" y="311481"/>
                  </a:lnTo>
                  <a:lnTo>
                    <a:pt x="869677" y="293397"/>
                  </a:lnTo>
                  <a:lnTo>
                    <a:pt x="825256" y="281097"/>
                  </a:lnTo>
                  <a:lnTo>
                    <a:pt x="780143" y="274663"/>
                  </a:lnTo>
                  <a:lnTo>
                    <a:pt x="734641" y="274178"/>
                  </a:lnTo>
                  <a:lnTo>
                    <a:pt x="689051" y="279722"/>
                  </a:lnTo>
                  <a:lnTo>
                    <a:pt x="650340" y="289230"/>
                  </a:lnTo>
                  <a:lnTo>
                    <a:pt x="612911" y="302822"/>
                  </a:lnTo>
                  <a:lnTo>
                    <a:pt x="576872" y="320304"/>
                  </a:lnTo>
                  <a:lnTo>
                    <a:pt x="542328" y="341485"/>
                  </a:lnTo>
                  <a:lnTo>
                    <a:pt x="509384" y="366173"/>
                  </a:lnTo>
                  <a:lnTo>
                    <a:pt x="478145" y="394175"/>
                  </a:lnTo>
                  <a:lnTo>
                    <a:pt x="448718" y="425299"/>
                  </a:lnTo>
                  <a:lnTo>
                    <a:pt x="421208" y="459353"/>
                  </a:lnTo>
                  <a:lnTo>
                    <a:pt x="395719" y="496144"/>
                  </a:lnTo>
                  <a:lnTo>
                    <a:pt x="372359" y="535482"/>
                  </a:lnTo>
                  <a:lnTo>
                    <a:pt x="351232" y="577172"/>
                  </a:lnTo>
                  <a:lnTo>
                    <a:pt x="332445" y="621024"/>
                  </a:lnTo>
                  <a:lnTo>
                    <a:pt x="316101" y="666844"/>
                  </a:lnTo>
                  <a:lnTo>
                    <a:pt x="302308" y="714442"/>
                  </a:lnTo>
                  <a:lnTo>
                    <a:pt x="291171" y="763624"/>
                  </a:lnTo>
                  <a:lnTo>
                    <a:pt x="282794" y="814198"/>
                  </a:lnTo>
                  <a:lnTo>
                    <a:pt x="277285" y="865972"/>
                  </a:lnTo>
                  <a:lnTo>
                    <a:pt x="274747" y="918755"/>
                  </a:lnTo>
                  <a:lnTo>
                    <a:pt x="275288" y="972353"/>
                  </a:lnTo>
                  <a:lnTo>
                    <a:pt x="279011" y="1026575"/>
                  </a:lnTo>
                  <a:lnTo>
                    <a:pt x="276428" y="1036278"/>
                  </a:lnTo>
                  <a:lnTo>
                    <a:pt x="235277" y="1046140"/>
                  </a:lnTo>
                  <a:lnTo>
                    <a:pt x="195902" y="1063419"/>
                  </a:lnTo>
                  <a:lnTo>
                    <a:pt x="158773" y="1087694"/>
                  </a:lnTo>
                  <a:lnTo>
                    <a:pt x="124358" y="1118543"/>
                  </a:lnTo>
                  <a:lnTo>
                    <a:pt x="93127" y="1155545"/>
                  </a:lnTo>
                  <a:lnTo>
                    <a:pt x="65548" y="1198279"/>
                  </a:lnTo>
                  <a:lnTo>
                    <a:pt x="42090" y="1246324"/>
                  </a:lnTo>
                  <a:lnTo>
                    <a:pt x="24614" y="1294484"/>
                  </a:lnTo>
                  <a:lnTo>
                    <a:pt x="11843" y="1344165"/>
                  </a:lnTo>
                  <a:lnTo>
                    <a:pt x="3673" y="1394817"/>
                  </a:lnTo>
                  <a:lnTo>
                    <a:pt x="0" y="1445891"/>
                  </a:lnTo>
                  <a:lnTo>
                    <a:pt x="720" y="1496834"/>
                  </a:lnTo>
                  <a:lnTo>
                    <a:pt x="5731" y="1547098"/>
                  </a:lnTo>
                  <a:lnTo>
                    <a:pt x="14929" y="1596131"/>
                  </a:lnTo>
                  <a:lnTo>
                    <a:pt x="28211" y="1643383"/>
                  </a:lnTo>
                  <a:lnTo>
                    <a:pt x="45472" y="1688305"/>
                  </a:lnTo>
                  <a:lnTo>
                    <a:pt x="66609" y="1730344"/>
                  </a:lnTo>
                  <a:lnTo>
                    <a:pt x="91519" y="1768952"/>
                  </a:lnTo>
                  <a:lnTo>
                    <a:pt x="120099" y="1803578"/>
                  </a:lnTo>
                  <a:lnTo>
                    <a:pt x="152244" y="1833671"/>
                  </a:lnTo>
                  <a:lnTo>
                    <a:pt x="127598" y="1874949"/>
                  </a:lnTo>
                  <a:lnTo>
                    <a:pt x="107065" y="1919713"/>
                  </a:lnTo>
                  <a:lnTo>
                    <a:pt x="90783" y="1967381"/>
                  </a:lnTo>
                  <a:lnTo>
                    <a:pt x="78889" y="2017370"/>
                  </a:lnTo>
                  <a:lnTo>
                    <a:pt x="71522" y="2069098"/>
                  </a:lnTo>
                  <a:lnTo>
                    <a:pt x="68820" y="2121982"/>
                  </a:lnTo>
                  <a:lnTo>
                    <a:pt x="70920" y="2175440"/>
                  </a:lnTo>
                  <a:lnTo>
                    <a:pt x="78612" y="2232563"/>
                  </a:lnTo>
                  <a:lnTo>
                    <a:pt x="91468" y="2286464"/>
                  </a:lnTo>
                  <a:lnTo>
                    <a:pt x="109079" y="2336697"/>
                  </a:lnTo>
                  <a:lnTo>
                    <a:pt x="131036" y="2382816"/>
                  </a:lnTo>
                  <a:lnTo>
                    <a:pt x="156930" y="2424372"/>
                  </a:lnTo>
                  <a:lnTo>
                    <a:pt x="186353" y="2460920"/>
                  </a:lnTo>
                  <a:lnTo>
                    <a:pt x="218895" y="2492013"/>
                  </a:lnTo>
                  <a:lnTo>
                    <a:pt x="254147" y="2517205"/>
                  </a:lnTo>
                  <a:lnTo>
                    <a:pt x="291702" y="2536048"/>
                  </a:lnTo>
                  <a:lnTo>
                    <a:pt x="331149" y="2548096"/>
                  </a:lnTo>
                  <a:lnTo>
                    <a:pt x="372080" y="2552902"/>
                  </a:lnTo>
                  <a:lnTo>
                    <a:pt x="414086" y="2550019"/>
                  </a:lnTo>
                  <a:lnTo>
                    <a:pt x="419880" y="2563701"/>
                  </a:lnTo>
                  <a:lnTo>
                    <a:pt x="443348" y="2613509"/>
                  </a:lnTo>
                  <a:lnTo>
                    <a:pt x="469105" y="2659943"/>
                  </a:lnTo>
                  <a:lnTo>
                    <a:pt x="496985" y="2702943"/>
                  </a:lnTo>
                  <a:lnTo>
                    <a:pt x="526820" y="2742452"/>
                  </a:lnTo>
                  <a:lnTo>
                    <a:pt x="558443" y="2778412"/>
                  </a:lnTo>
                  <a:lnTo>
                    <a:pt x="591687" y="2810766"/>
                  </a:lnTo>
                  <a:lnTo>
                    <a:pt x="626386" y="2839455"/>
                  </a:lnTo>
                  <a:lnTo>
                    <a:pt x="662373" y="2864422"/>
                  </a:lnTo>
                  <a:lnTo>
                    <a:pt x="699480" y="2885608"/>
                  </a:lnTo>
                  <a:lnTo>
                    <a:pt x="737540" y="2902957"/>
                  </a:lnTo>
                  <a:lnTo>
                    <a:pt x="776388" y="2916409"/>
                  </a:lnTo>
                  <a:lnTo>
                    <a:pt x="815855" y="2925908"/>
                  </a:lnTo>
                  <a:lnTo>
                    <a:pt x="855776" y="2931396"/>
                  </a:lnTo>
                  <a:lnTo>
                    <a:pt x="895982" y="2932814"/>
                  </a:lnTo>
                  <a:lnTo>
                    <a:pt x="936307" y="2930104"/>
                  </a:lnTo>
                  <a:lnTo>
                    <a:pt x="976584" y="2923210"/>
                  </a:lnTo>
                  <a:lnTo>
                    <a:pt x="1016647" y="2912073"/>
                  </a:lnTo>
                  <a:lnTo>
                    <a:pt x="1056327" y="2896635"/>
                  </a:lnTo>
                  <a:lnTo>
                    <a:pt x="1095460" y="2876838"/>
                  </a:lnTo>
                  <a:lnTo>
                    <a:pt x="1133876" y="2852625"/>
                  </a:lnTo>
                  <a:lnTo>
                    <a:pt x="1171410" y="2823937"/>
                  </a:lnTo>
                  <a:lnTo>
                    <a:pt x="1195881" y="2870338"/>
                  </a:lnTo>
                  <a:lnTo>
                    <a:pt x="1222993" y="2913395"/>
                  </a:lnTo>
                  <a:lnTo>
                    <a:pt x="1252561" y="2952919"/>
                  </a:lnTo>
                  <a:lnTo>
                    <a:pt x="1284399" y="2988723"/>
                  </a:lnTo>
                  <a:lnTo>
                    <a:pt x="1318322" y="3020616"/>
                  </a:lnTo>
                  <a:lnTo>
                    <a:pt x="1354143" y="3048410"/>
                  </a:lnTo>
                  <a:lnTo>
                    <a:pt x="1391677" y="3071916"/>
                  </a:lnTo>
                  <a:lnTo>
                    <a:pt x="1430739" y="3090945"/>
                  </a:lnTo>
                  <a:lnTo>
                    <a:pt x="1470803" y="3105239"/>
                  </a:lnTo>
                  <a:lnTo>
                    <a:pt x="1510924" y="3114595"/>
                  </a:lnTo>
                  <a:lnTo>
                    <a:pt x="1550923" y="3119144"/>
                  </a:lnTo>
                  <a:lnTo>
                    <a:pt x="1590619" y="3119020"/>
                  </a:lnTo>
                  <a:lnTo>
                    <a:pt x="1629834" y="3114357"/>
                  </a:lnTo>
                  <a:lnTo>
                    <a:pt x="1668389" y="3105287"/>
                  </a:lnTo>
                  <a:lnTo>
                    <a:pt x="1706104" y="3091943"/>
                  </a:lnTo>
                  <a:lnTo>
                    <a:pt x="1742801" y="3074460"/>
                  </a:lnTo>
                  <a:lnTo>
                    <a:pt x="1778300" y="3052969"/>
                  </a:lnTo>
                  <a:lnTo>
                    <a:pt x="1812422" y="3027605"/>
                  </a:lnTo>
                  <a:lnTo>
                    <a:pt x="1844988" y="2998500"/>
                  </a:lnTo>
                  <a:lnTo>
                    <a:pt x="1875819" y="2965788"/>
                  </a:lnTo>
                  <a:lnTo>
                    <a:pt x="1904735" y="2929601"/>
                  </a:lnTo>
                  <a:lnTo>
                    <a:pt x="1931558" y="2890073"/>
                  </a:lnTo>
                  <a:lnTo>
                    <a:pt x="1956108" y="2847338"/>
                  </a:lnTo>
                  <a:lnTo>
                    <a:pt x="1978206" y="2801527"/>
                  </a:lnTo>
                  <a:lnTo>
                    <a:pt x="1997674" y="2752775"/>
                  </a:lnTo>
                  <a:lnTo>
                    <a:pt x="2014331" y="2701215"/>
                  </a:lnTo>
                  <a:lnTo>
                    <a:pt x="2027998" y="2646979"/>
                  </a:lnTo>
                  <a:lnTo>
                    <a:pt x="2067646" y="2677168"/>
                  </a:lnTo>
                  <a:lnTo>
                    <a:pt x="2109261" y="2701034"/>
                  </a:lnTo>
                  <a:lnTo>
                    <a:pt x="2152448" y="2718419"/>
                  </a:lnTo>
                  <a:lnTo>
                    <a:pt x="2196810" y="2729167"/>
                  </a:lnTo>
                  <a:lnTo>
                    <a:pt x="2241953" y="2733120"/>
                  </a:lnTo>
                  <a:lnTo>
                    <a:pt x="2281493" y="2730958"/>
                  </a:lnTo>
                  <a:lnTo>
                    <a:pt x="2319998" y="2723745"/>
                  </a:lnTo>
                  <a:lnTo>
                    <a:pt x="2357296" y="2711714"/>
                  </a:lnTo>
                  <a:lnTo>
                    <a:pt x="2393213" y="2695104"/>
                  </a:lnTo>
                  <a:lnTo>
                    <a:pt x="2427576" y="2674149"/>
                  </a:lnTo>
                  <a:lnTo>
                    <a:pt x="2460211" y="2649085"/>
                  </a:lnTo>
                  <a:lnTo>
                    <a:pt x="2490946" y="2620149"/>
                  </a:lnTo>
                  <a:lnTo>
                    <a:pt x="2519606" y="2587577"/>
                  </a:lnTo>
                  <a:lnTo>
                    <a:pt x="2546020" y="2551604"/>
                  </a:lnTo>
                  <a:lnTo>
                    <a:pt x="2570012" y="2512466"/>
                  </a:lnTo>
                  <a:lnTo>
                    <a:pt x="2591411" y="2470400"/>
                  </a:lnTo>
                  <a:lnTo>
                    <a:pt x="2610042" y="2425641"/>
                  </a:lnTo>
                  <a:lnTo>
                    <a:pt x="2625733" y="2378426"/>
                  </a:lnTo>
                  <a:lnTo>
                    <a:pt x="2638310" y="2328989"/>
                  </a:lnTo>
                  <a:lnTo>
                    <a:pt x="2647599" y="2277568"/>
                  </a:lnTo>
                  <a:lnTo>
                    <a:pt x="2653428" y="2224399"/>
                  </a:lnTo>
                  <a:lnTo>
                    <a:pt x="2655623" y="2169716"/>
                  </a:lnTo>
                  <a:lnTo>
                    <a:pt x="2704116" y="2156559"/>
                  </a:lnTo>
                  <a:lnTo>
                    <a:pt x="2751184" y="2136663"/>
                  </a:lnTo>
                  <a:lnTo>
                    <a:pt x="2796477" y="2110243"/>
                  </a:lnTo>
                  <a:lnTo>
                    <a:pt x="2839642" y="2077514"/>
                  </a:lnTo>
                  <a:lnTo>
                    <a:pt x="2880328" y="2038691"/>
                  </a:lnTo>
                  <a:lnTo>
                    <a:pt x="2909238" y="2005415"/>
                  </a:lnTo>
                  <a:lnTo>
                    <a:pt x="2935801" y="1969707"/>
                  </a:lnTo>
                  <a:lnTo>
                    <a:pt x="2959998" y="1931774"/>
                  </a:lnTo>
                  <a:lnTo>
                    <a:pt x="2981810" y="1891826"/>
                  </a:lnTo>
                  <a:lnTo>
                    <a:pt x="3001217" y="1850068"/>
                  </a:lnTo>
                  <a:lnTo>
                    <a:pt x="3018199" y="1806708"/>
                  </a:lnTo>
                  <a:lnTo>
                    <a:pt x="3032738" y="1761954"/>
                  </a:lnTo>
                  <a:lnTo>
                    <a:pt x="3044812" y="1716014"/>
                  </a:lnTo>
                  <a:lnTo>
                    <a:pt x="3054404" y="1669095"/>
                  </a:lnTo>
                  <a:lnTo>
                    <a:pt x="3061492" y="1621404"/>
                  </a:lnTo>
                  <a:lnTo>
                    <a:pt x="3066059" y="1573149"/>
                  </a:lnTo>
                  <a:lnTo>
                    <a:pt x="3068084" y="1524538"/>
                  </a:lnTo>
                  <a:lnTo>
                    <a:pt x="3067547" y="1475778"/>
                  </a:lnTo>
                  <a:lnTo>
                    <a:pt x="3064430" y="1427077"/>
                  </a:lnTo>
                  <a:lnTo>
                    <a:pt x="3058712" y="1378642"/>
                  </a:lnTo>
                  <a:lnTo>
                    <a:pt x="3050374" y="1330681"/>
                  </a:lnTo>
                  <a:lnTo>
                    <a:pt x="3039397" y="1283401"/>
                  </a:lnTo>
                  <a:lnTo>
                    <a:pt x="3025761" y="1237010"/>
                  </a:lnTo>
                  <a:lnTo>
                    <a:pt x="3009446" y="1191716"/>
                  </a:lnTo>
                  <a:lnTo>
                    <a:pt x="2990433" y="1147725"/>
                  </a:lnTo>
                  <a:lnTo>
                    <a:pt x="2968702" y="1105246"/>
                  </a:lnTo>
                  <a:lnTo>
                    <a:pt x="2973715" y="1088325"/>
                  </a:lnTo>
                  <a:lnTo>
                    <a:pt x="2986084" y="1036278"/>
                  </a:lnTo>
                  <a:lnTo>
                    <a:pt x="2994357" y="983757"/>
                  </a:lnTo>
                  <a:lnTo>
                    <a:pt x="2998690" y="931356"/>
                  </a:lnTo>
                  <a:lnTo>
                    <a:pt x="2999216" y="879399"/>
                  </a:lnTo>
                  <a:lnTo>
                    <a:pt x="2996069" y="828208"/>
                  </a:lnTo>
                  <a:lnTo>
                    <a:pt x="2989382" y="778109"/>
                  </a:lnTo>
                  <a:lnTo>
                    <a:pt x="2979289" y="729425"/>
                  </a:lnTo>
                  <a:lnTo>
                    <a:pt x="2965923" y="682481"/>
                  </a:lnTo>
                  <a:lnTo>
                    <a:pt x="2949419" y="637599"/>
                  </a:lnTo>
                  <a:lnTo>
                    <a:pt x="2929909" y="595104"/>
                  </a:lnTo>
                  <a:lnTo>
                    <a:pt x="2907527" y="555321"/>
                  </a:lnTo>
                  <a:lnTo>
                    <a:pt x="2882406" y="518572"/>
                  </a:lnTo>
                  <a:lnTo>
                    <a:pt x="2854681" y="485182"/>
                  </a:lnTo>
                  <a:lnTo>
                    <a:pt x="2824485" y="455475"/>
                  </a:lnTo>
                  <a:lnTo>
                    <a:pt x="2791950" y="429775"/>
                  </a:lnTo>
                  <a:lnTo>
                    <a:pt x="2757212" y="408405"/>
                  </a:lnTo>
                  <a:lnTo>
                    <a:pt x="2720403" y="391690"/>
                  </a:lnTo>
                  <a:lnTo>
                    <a:pt x="2711105" y="338210"/>
                  </a:lnTo>
                  <a:lnTo>
                    <a:pt x="2697512" y="286906"/>
                  </a:lnTo>
                  <a:lnTo>
                    <a:pt x="2679819" y="238248"/>
                  </a:lnTo>
                  <a:lnTo>
                    <a:pt x="2658224" y="192702"/>
                  </a:lnTo>
                  <a:lnTo>
                    <a:pt x="2632921" y="150735"/>
                  </a:lnTo>
                  <a:lnTo>
                    <a:pt x="2604106" y="112816"/>
                  </a:lnTo>
                  <a:lnTo>
                    <a:pt x="2569409" y="77039"/>
                  </a:lnTo>
                  <a:lnTo>
                    <a:pt x="2532601" y="48124"/>
                  </a:lnTo>
                  <a:lnTo>
                    <a:pt x="2494138" y="26021"/>
                  </a:lnTo>
                  <a:lnTo>
                    <a:pt x="2454475" y="10676"/>
                  </a:lnTo>
                  <a:lnTo>
                    <a:pt x="2414066" y="2039"/>
                  </a:lnTo>
                  <a:lnTo>
                    <a:pt x="2373366" y="5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431650" y="7210600"/>
              <a:ext cx="170256" cy="17025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6752570" y="5999829"/>
              <a:ext cx="717550" cy="1022985"/>
            </a:xfrm>
            <a:custGeom>
              <a:avLst/>
              <a:gdLst/>
              <a:ahLst/>
              <a:cxnLst/>
              <a:rect l="l" t="t" r="r" b="b"/>
              <a:pathLst>
                <a:path w="717550" h="1022984">
                  <a:moveTo>
                    <a:pt x="510705" y="255409"/>
                  </a:moveTo>
                  <a:lnTo>
                    <a:pt x="506590" y="209499"/>
                  </a:lnTo>
                  <a:lnTo>
                    <a:pt x="494728" y="166281"/>
                  </a:lnTo>
                  <a:lnTo>
                    <a:pt x="475830" y="126492"/>
                  </a:lnTo>
                  <a:lnTo>
                    <a:pt x="450646" y="90843"/>
                  </a:lnTo>
                  <a:lnTo>
                    <a:pt x="419862" y="60058"/>
                  </a:lnTo>
                  <a:lnTo>
                    <a:pt x="384225" y="34861"/>
                  </a:lnTo>
                  <a:lnTo>
                    <a:pt x="344449" y="15976"/>
                  </a:lnTo>
                  <a:lnTo>
                    <a:pt x="301244" y="4114"/>
                  </a:lnTo>
                  <a:lnTo>
                    <a:pt x="255346" y="0"/>
                  </a:lnTo>
                  <a:lnTo>
                    <a:pt x="209435" y="4114"/>
                  </a:lnTo>
                  <a:lnTo>
                    <a:pt x="166230" y="15976"/>
                  </a:lnTo>
                  <a:lnTo>
                    <a:pt x="126453" y="34861"/>
                  </a:lnTo>
                  <a:lnTo>
                    <a:pt x="90817" y="60058"/>
                  </a:lnTo>
                  <a:lnTo>
                    <a:pt x="60045" y="90843"/>
                  </a:lnTo>
                  <a:lnTo>
                    <a:pt x="34848" y="126492"/>
                  </a:lnTo>
                  <a:lnTo>
                    <a:pt x="15976" y="166281"/>
                  </a:lnTo>
                  <a:lnTo>
                    <a:pt x="4114" y="209499"/>
                  </a:lnTo>
                  <a:lnTo>
                    <a:pt x="0" y="255409"/>
                  </a:lnTo>
                  <a:lnTo>
                    <a:pt x="4114" y="301307"/>
                  </a:lnTo>
                  <a:lnTo>
                    <a:pt x="15976" y="344512"/>
                  </a:lnTo>
                  <a:lnTo>
                    <a:pt x="34848" y="384289"/>
                  </a:lnTo>
                  <a:lnTo>
                    <a:pt x="60045" y="419925"/>
                  </a:lnTo>
                  <a:lnTo>
                    <a:pt x="90817" y="450697"/>
                  </a:lnTo>
                  <a:lnTo>
                    <a:pt x="126453" y="475894"/>
                  </a:lnTo>
                  <a:lnTo>
                    <a:pt x="166230" y="494792"/>
                  </a:lnTo>
                  <a:lnTo>
                    <a:pt x="209435" y="506653"/>
                  </a:lnTo>
                  <a:lnTo>
                    <a:pt x="255346" y="510768"/>
                  </a:lnTo>
                  <a:lnTo>
                    <a:pt x="301244" y="506653"/>
                  </a:lnTo>
                  <a:lnTo>
                    <a:pt x="344449" y="494792"/>
                  </a:lnTo>
                  <a:lnTo>
                    <a:pt x="384225" y="475894"/>
                  </a:lnTo>
                  <a:lnTo>
                    <a:pt x="419862" y="450697"/>
                  </a:lnTo>
                  <a:lnTo>
                    <a:pt x="450646" y="419925"/>
                  </a:lnTo>
                  <a:lnTo>
                    <a:pt x="475830" y="384289"/>
                  </a:lnTo>
                  <a:lnTo>
                    <a:pt x="494728" y="344512"/>
                  </a:lnTo>
                  <a:lnTo>
                    <a:pt x="506590" y="301307"/>
                  </a:lnTo>
                  <a:lnTo>
                    <a:pt x="510705" y="255409"/>
                  </a:lnTo>
                  <a:close/>
                </a:path>
                <a:path w="717550" h="1022984">
                  <a:moveTo>
                    <a:pt x="717397" y="852119"/>
                  </a:moveTo>
                  <a:lnTo>
                    <a:pt x="711314" y="806856"/>
                  </a:lnTo>
                  <a:lnTo>
                    <a:pt x="694156" y="766178"/>
                  </a:lnTo>
                  <a:lnTo>
                    <a:pt x="667524" y="731723"/>
                  </a:lnTo>
                  <a:lnTo>
                    <a:pt x="633069" y="705104"/>
                  </a:lnTo>
                  <a:lnTo>
                    <a:pt x="592404" y="687946"/>
                  </a:lnTo>
                  <a:lnTo>
                    <a:pt x="547141" y="681863"/>
                  </a:lnTo>
                  <a:lnTo>
                    <a:pt x="501878" y="687946"/>
                  </a:lnTo>
                  <a:lnTo>
                    <a:pt x="461213" y="705104"/>
                  </a:lnTo>
                  <a:lnTo>
                    <a:pt x="426758" y="731723"/>
                  </a:lnTo>
                  <a:lnTo>
                    <a:pt x="400126" y="766178"/>
                  </a:lnTo>
                  <a:lnTo>
                    <a:pt x="382968" y="806856"/>
                  </a:lnTo>
                  <a:lnTo>
                    <a:pt x="376885" y="852119"/>
                  </a:lnTo>
                  <a:lnTo>
                    <a:pt x="382968" y="897369"/>
                  </a:lnTo>
                  <a:lnTo>
                    <a:pt x="400126" y="938047"/>
                  </a:lnTo>
                  <a:lnTo>
                    <a:pt x="426758" y="972502"/>
                  </a:lnTo>
                  <a:lnTo>
                    <a:pt x="461213" y="999121"/>
                  </a:lnTo>
                  <a:lnTo>
                    <a:pt x="501878" y="1016292"/>
                  </a:lnTo>
                  <a:lnTo>
                    <a:pt x="547141" y="1022375"/>
                  </a:lnTo>
                  <a:lnTo>
                    <a:pt x="592404" y="1016292"/>
                  </a:lnTo>
                  <a:lnTo>
                    <a:pt x="633069" y="999121"/>
                  </a:lnTo>
                  <a:lnTo>
                    <a:pt x="667524" y="972502"/>
                  </a:lnTo>
                  <a:lnTo>
                    <a:pt x="694156" y="938047"/>
                  </a:lnTo>
                  <a:lnTo>
                    <a:pt x="711314" y="897369"/>
                  </a:lnTo>
                  <a:lnTo>
                    <a:pt x="717397" y="8521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573588" y="2866709"/>
              <a:ext cx="3068320" cy="3119755"/>
            </a:xfrm>
            <a:custGeom>
              <a:avLst/>
              <a:gdLst/>
              <a:ahLst/>
              <a:cxnLst/>
              <a:rect l="l" t="t" r="r" b="b"/>
              <a:pathLst>
                <a:path w="3068319" h="3119754">
                  <a:moveTo>
                    <a:pt x="279011" y="1026575"/>
                  </a:moveTo>
                  <a:lnTo>
                    <a:pt x="275288" y="972353"/>
                  </a:lnTo>
                  <a:lnTo>
                    <a:pt x="274747" y="918755"/>
                  </a:lnTo>
                  <a:lnTo>
                    <a:pt x="277285" y="865972"/>
                  </a:lnTo>
                  <a:lnTo>
                    <a:pt x="282794" y="814198"/>
                  </a:lnTo>
                  <a:lnTo>
                    <a:pt x="291171" y="763624"/>
                  </a:lnTo>
                  <a:lnTo>
                    <a:pt x="302308" y="714442"/>
                  </a:lnTo>
                  <a:lnTo>
                    <a:pt x="316101" y="666844"/>
                  </a:lnTo>
                  <a:lnTo>
                    <a:pt x="332445" y="621024"/>
                  </a:lnTo>
                  <a:lnTo>
                    <a:pt x="351232" y="577172"/>
                  </a:lnTo>
                  <a:lnTo>
                    <a:pt x="372359" y="535482"/>
                  </a:lnTo>
                  <a:lnTo>
                    <a:pt x="395719" y="496144"/>
                  </a:lnTo>
                  <a:lnTo>
                    <a:pt x="421208" y="459353"/>
                  </a:lnTo>
                  <a:lnTo>
                    <a:pt x="448718" y="425299"/>
                  </a:lnTo>
                  <a:lnTo>
                    <a:pt x="478145" y="394175"/>
                  </a:lnTo>
                  <a:lnTo>
                    <a:pt x="509384" y="366173"/>
                  </a:lnTo>
                  <a:lnTo>
                    <a:pt x="542328" y="341485"/>
                  </a:lnTo>
                  <a:lnTo>
                    <a:pt x="576872" y="320304"/>
                  </a:lnTo>
                  <a:lnTo>
                    <a:pt x="612911" y="302822"/>
                  </a:lnTo>
                  <a:lnTo>
                    <a:pt x="650340" y="289230"/>
                  </a:lnTo>
                  <a:lnTo>
                    <a:pt x="689051" y="279722"/>
                  </a:lnTo>
                  <a:lnTo>
                    <a:pt x="734641" y="274178"/>
                  </a:lnTo>
                  <a:lnTo>
                    <a:pt x="780143" y="274663"/>
                  </a:lnTo>
                  <a:lnTo>
                    <a:pt x="825256" y="281097"/>
                  </a:lnTo>
                  <a:lnTo>
                    <a:pt x="869677" y="293397"/>
                  </a:lnTo>
                  <a:lnTo>
                    <a:pt x="913106" y="311481"/>
                  </a:lnTo>
                  <a:lnTo>
                    <a:pt x="955240" y="335268"/>
                  </a:lnTo>
                  <a:lnTo>
                    <a:pt x="995778" y="364675"/>
                  </a:lnTo>
                  <a:lnTo>
                    <a:pt x="1017075" y="315631"/>
                  </a:lnTo>
                  <a:lnTo>
                    <a:pt x="1041553" y="270951"/>
                  </a:lnTo>
                  <a:lnTo>
                    <a:pt x="1068901" y="230766"/>
                  </a:lnTo>
                  <a:lnTo>
                    <a:pt x="1098807" y="195210"/>
                  </a:lnTo>
                  <a:lnTo>
                    <a:pt x="1130959" y="164415"/>
                  </a:lnTo>
                  <a:lnTo>
                    <a:pt x="1165044" y="138513"/>
                  </a:lnTo>
                  <a:lnTo>
                    <a:pt x="1200750" y="117637"/>
                  </a:lnTo>
                  <a:lnTo>
                    <a:pt x="1237765" y="101919"/>
                  </a:lnTo>
                  <a:lnTo>
                    <a:pt x="1275778" y="91491"/>
                  </a:lnTo>
                  <a:lnTo>
                    <a:pt x="1314476" y="86486"/>
                  </a:lnTo>
                  <a:lnTo>
                    <a:pt x="1353546" y="87036"/>
                  </a:lnTo>
                  <a:lnTo>
                    <a:pt x="1392678" y="93274"/>
                  </a:lnTo>
                  <a:lnTo>
                    <a:pt x="1431558" y="105333"/>
                  </a:lnTo>
                  <a:lnTo>
                    <a:pt x="1469875" y="123344"/>
                  </a:lnTo>
                  <a:lnTo>
                    <a:pt x="1507316" y="147439"/>
                  </a:lnTo>
                  <a:lnTo>
                    <a:pt x="1553650" y="187726"/>
                  </a:lnTo>
                  <a:lnTo>
                    <a:pt x="1595271" y="236861"/>
                  </a:lnTo>
                  <a:lnTo>
                    <a:pt x="1616548" y="186489"/>
                  </a:lnTo>
                  <a:lnTo>
                    <a:pt x="1641899" y="141596"/>
                  </a:lnTo>
                  <a:lnTo>
                    <a:pt x="1670829" y="102411"/>
                  </a:lnTo>
                  <a:lnTo>
                    <a:pt x="1702842" y="69164"/>
                  </a:lnTo>
                  <a:lnTo>
                    <a:pt x="1737445" y="42082"/>
                  </a:lnTo>
                  <a:lnTo>
                    <a:pt x="1774140" y="21396"/>
                  </a:lnTo>
                  <a:lnTo>
                    <a:pt x="1812434" y="7334"/>
                  </a:lnTo>
                  <a:lnTo>
                    <a:pt x="1851831" y="126"/>
                  </a:lnTo>
                  <a:lnTo>
                    <a:pt x="1891836" y="0"/>
                  </a:lnTo>
                  <a:lnTo>
                    <a:pt x="1931954" y="7185"/>
                  </a:lnTo>
                  <a:lnTo>
                    <a:pt x="1971689" y="21911"/>
                  </a:lnTo>
                  <a:lnTo>
                    <a:pt x="2010547" y="44406"/>
                  </a:lnTo>
                  <a:lnTo>
                    <a:pt x="2041261" y="68751"/>
                  </a:lnTo>
                  <a:lnTo>
                    <a:pt x="2069672" y="97703"/>
                  </a:lnTo>
                  <a:lnTo>
                    <a:pt x="2095518" y="130948"/>
                  </a:lnTo>
                  <a:lnTo>
                    <a:pt x="2118536" y="168172"/>
                  </a:lnTo>
                  <a:lnTo>
                    <a:pt x="2148535" y="125019"/>
                  </a:lnTo>
                  <a:lnTo>
                    <a:pt x="2181427" y="88159"/>
                  </a:lnTo>
                  <a:lnTo>
                    <a:pt x="2216757" y="57643"/>
                  </a:lnTo>
                  <a:lnTo>
                    <a:pt x="2254071" y="33523"/>
                  </a:lnTo>
                  <a:lnTo>
                    <a:pt x="2292914" y="15850"/>
                  </a:lnTo>
                  <a:lnTo>
                    <a:pt x="2332830" y="4678"/>
                  </a:lnTo>
                  <a:lnTo>
                    <a:pt x="2373366" y="57"/>
                  </a:lnTo>
                  <a:lnTo>
                    <a:pt x="2414066" y="2039"/>
                  </a:lnTo>
                  <a:lnTo>
                    <a:pt x="2454475" y="10676"/>
                  </a:lnTo>
                  <a:lnTo>
                    <a:pt x="2494138" y="26021"/>
                  </a:lnTo>
                  <a:lnTo>
                    <a:pt x="2532601" y="48124"/>
                  </a:lnTo>
                  <a:lnTo>
                    <a:pt x="2569409" y="77039"/>
                  </a:lnTo>
                  <a:lnTo>
                    <a:pt x="2604106" y="112816"/>
                  </a:lnTo>
                  <a:lnTo>
                    <a:pt x="2632921" y="150735"/>
                  </a:lnTo>
                  <a:lnTo>
                    <a:pt x="2658224" y="192702"/>
                  </a:lnTo>
                  <a:lnTo>
                    <a:pt x="2679819" y="238248"/>
                  </a:lnTo>
                  <a:lnTo>
                    <a:pt x="2697512" y="286906"/>
                  </a:lnTo>
                  <a:lnTo>
                    <a:pt x="2711105" y="338210"/>
                  </a:lnTo>
                  <a:lnTo>
                    <a:pt x="2720403" y="391690"/>
                  </a:lnTo>
                  <a:lnTo>
                    <a:pt x="2757212" y="408405"/>
                  </a:lnTo>
                  <a:lnTo>
                    <a:pt x="2791950" y="429775"/>
                  </a:lnTo>
                  <a:lnTo>
                    <a:pt x="2824485" y="455475"/>
                  </a:lnTo>
                  <a:lnTo>
                    <a:pt x="2854681" y="485182"/>
                  </a:lnTo>
                  <a:lnTo>
                    <a:pt x="2882406" y="518572"/>
                  </a:lnTo>
                  <a:lnTo>
                    <a:pt x="2907527" y="555321"/>
                  </a:lnTo>
                  <a:lnTo>
                    <a:pt x="2929909" y="595104"/>
                  </a:lnTo>
                  <a:lnTo>
                    <a:pt x="2949419" y="637599"/>
                  </a:lnTo>
                  <a:lnTo>
                    <a:pt x="2965923" y="682481"/>
                  </a:lnTo>
                  <a:lnTo>
                    <a:pt x="2979289" y="729425"/>
                  </a:lnTo>
                  <a:lnTo>
                    <a:pt x="2989382" y="778109"/>
                  </a:lnTo>
                  <a:lnTo>
                    <a:pt x="2996069" y="828208"/>
                  </a:lnTo>
                  <a:lnTo>
                    <a:pt x="2999216" y="879399"/>
                  </a:lnTo>
                  <a:lnTo>
                    <a:pt x="2998690" y="931356"/>
                  </a:lnTo>
                  <a:lnTo>
                    <a:pt x="2994357" y="983757"/>
                  </a:lnTo>
                  <a:lnTo>
                    <a:pt x="2986084" y="1036278"/>
                  </a:lnTo>
                  <a:lnTo>
                    <a:pt x="2973715" y="1088325"/>
                  </a:lnTo>
                  <a:lnTo>
                    <a:pt x="2968702" y="1105246"/>
                  </a:lnTo>
                  <a:lnTo>
                    <a:pt x="2990433" y="1147725"/>
                  </a:lnTo>
                  <a:lnTo>
                    <a:pt x="3009446" y="1191716"/>
                  </a:lnTo>
                  <a:lnTo>
                    <a:pt x="3025761" y="1237010"/>
                  </a:lnTo>
                  <a:lnTo>
                    <a:pt x="3039397" y="1283401"/>
                  </a:lnTo>
                  <a:lnTo>
                    <a:pt x="3050374" y="1330681"/>
                  </a:lnTo>
                  <a:lnTo>
                    <a:pt x="3058712" y="1378642"/>
                  </a:lnTo>
                  <a:lnTo>
                    <a:pt x="3064430" y="1427077"/>
                  </a:lnTo>
                  <a:lnTo>
                    <a:pt x="3067547" y="1475778"/>
                  </a:lnTo>
                  <a:lnTo>
                    <a:pt x="3068084" y="1524538"/>
                  </a:lnTo>
                  <a:lnTo>
                    <a:pt x="3066059" y="1573149"/>
                  </a:lnTo>
                  <a:lnTo>
                    <a:pt x="3061492" y="1621404"/>
                  </a:lnTo>
                  <a:lnTo>
                    <a:pt x="3054404" y="1669095"/>
                  </a:lnTo>
                  <a:lnTo>
                    <a:pt x="3044812" y="1716014"/>
                  </a:lnTo>
                  <a:lnTo>
                    <a:pt x="3032738" y="1761954"/>
                  </a:lnTo>
                  <a:lnTo>
                    <a:pt x="3018199" y="1806708"/>
                  </a:lnTo>
                  <a:lnTo>
                    <a:pt x="3001217" y="1850068"/>
                  </a:lnTo>
                  <a:lnTo>
                    <a:pt x="2981810" y="1891826"/>
                  </a:lnTo>
                  <a:lnTo>
                    <a:pt x="2959998" y="1931774"/>
                  </a:lnTo>
                  <a:lnTo>
                    <a:pt x="2935801" y="1969707"/>
                  </a:lnTo>
                  <a:lnTo>
                    <a:pt x="2909238" y="2005415"/>
                  </a:lnTo>
                  <a:lnTo>
                    <a:pt x="2880328" y="2038691"/>
                  </a:lnTo>
                  <a:lnTo>
                    <a:pt x="2839642" y="2077514"/>
                  </a:lnTo>
                  <a:lnTo>
                    <a:pt x="2796477" y="2110243"/>
                  </a:lnTo>
                  <a:lnTo>
                    <a:pt x="2751184" y="2136663"/>
                  </a:lnTo>
                  <a:lnTo>
                    <a:pt x="2704116" y="2156559"/>
                  </a:lnTo>
                  <a:lnTo>
                    <a:pt x="2655623" y="2169716"/>
                  </a:lnTo>
                  <a:lnTo>
                    <a:pt x="2653428" y="2224399"/>
                  </a:lnTo>
                  <a:lnTo>
                    <a:pt x="2647599" y="2277568"/>
                  </a:lnTo>
                  <a:lnTo>
                    <a:pt x="2638310" y="2328989"/>
                  </a:lnTo>
                  <a:lnTo>
                    <a:pt x="2625733" y="2378426"/>
                  </a:lnTo>
                  <a:lnTo>
                    <a:pt x="2610042" y="2425641"/>
                  </a:lnTo>
                  <a:lnTo>
                    <a:pt x="2591411" y="2470400"/>
                  </a:lnTo>
                  <a:lnTo>
                    <a:pt x="2570012" y="2512466"/>
                  </a:lnTo>
                  <a:lnTo>
                    <a:pt x="2546020" y="2551604"/>
                  </a:lnTo>
                  <a:lnTo>
                    <a:pt x="2519606" y="2587577"/>
                  </a:lnTo>
                  <a:lnTo>
                    <a:pt x="2490946" y="2620149"/>
                  </a:lnTo>
                  <a:lnTo>
                    <a:pt x="2460211" y="2649085"/>
                  </a:lnTo>
                  <a:lnTo>
                    <a:pt x="2427576" y="2674149"/>
                  </a:lnTo>
                  <a:lnTo>
                    <a:pt x="2393213" y="2695104"/>
                  </a:lnTo>
                  <a:lnTo>
                    <a:pt x="2357296" y="2711714"/>
                  </a:lnTo>
                  <a:lnTo>
                    <a:pt x="2319998" y="2723745"/>
                  </a:lnTo>
                  <a:lnTo>
                    <a:pt x="2281493" y="2730958"/>
                  </a:lnTo>
                  <a:lnTo>
                    <a:pt x="2241953" y="2733120"/>
                  </a:lnTo>
                  <a:lnTo>
                    <a:pt x="2196810" y="2729167"/>
                  </a:lnTo>
                  <a:lnTo>
                    <a:pt x="2152448" y="2718419"/>
                  </a:lnTo>
                  <a:lnTo>
                    <a:pt x="2109261" y="2701034"/>
                  </a:lnTo>
                  <a:lnTo>
                    <a:pt x="2067646" y="2677168"/>
                  </a:lnTo>
                  <a:lnTo>
                    <a:pt x="2027998" y="2646979"/>
                  </a:lnTo>
                  <a:lnTo>
                    <a:pt x="2014331" y="2701215"/>
                  </a:lnTo>
                  <a:lnTo>
                    <a:pt x="1997674" y="2752775"/>
                  </a:lnTo>
                  <a:lnTo>
                    <a:pt x="1978206" y="2801527"/>
                  </a:lnTo>
                  <a:lnTo>
                    <a:pt x="1956108" y="2847338"/>
                  </a:lnTo>
                  <a:lnTo>
                    <a:pt x="1931558" y="2890073"/>
                  </a:lnTo>
                  <a:lnTo>
                    <a:pt x="1904735" y="2929601"/>
                  </a:lnTo>
                  <a:lnTo>
                    <a:pt x="1875819" y="2965788"/>
                  </a:lnTo>
                  <a:lnTo>
                    <a:pt x="1844988" y="2998500"/>
                  </a:lnTo>
                  <a:lnTo>
                    <a:pt x="1812422" y="3027605"/>
                  </a:lnTo>
                  <a:lnTo>
                    <a:pt x="1778300" y="3052969"/>
                  </a:lnTo>
                  <a:lnTo>
                    <a:pt x="1742801" y="3074460"/>
                  </a:lnTo>
                  <a:lnTo>
                    <a:pt x="1706104" y="3091943"/>
                  </a:lnTo>
                  <a:lnTo>
                    <a:pt x="1668389" y="3105287"/>
                  </a:lnTo>
                  <a:lnTo>
                    <a:pt x="1629834" y="3114357"/>
                  </a:lnTo>
                  <a:lnTo>
                    <a:pt x="1590619" y="3119020"/>
                  </a:lnTo>
                  <a:lnTo>
                    <a:pt x="1550923" y="3119144"/>
                  </a:lnTo>
                  <a:lnTo>
                    <a:pt x="1510924" y="3114595"/>
                  </a:lnTo>
                  <a:lnTo>
                    <a:pt x="1470803" y="3105239"/>
                  </a:lnTo>
                  <a:lnTo>
                    <a:pt x="1430739" y="3090945"/>
                  </a:lnTo>
                  <a:lnTo>
                    <a:pt x="1391677" y="3071916"/>
                  </a:lnTo>
                  <a:lnTo>
                    <a:pt x="1354143" y="3048410"/>
                  </a:lnTo>
                  <a:lnTo>
                    <a:pt x="1318322" y="3020616"/>
                  </a:lnTo>
                  <a:lnTo>
                    <a:pt x="1284399" y="2988723"/>
                  </a:lnTo>
                  <a:lnTo>
                    <a:pt x="1252561" y="2952919"/>
                  </a:lnTo>
                  <a:lnTo>
                    <a:pt x="1222993" y="2913395"/>
                  </a:lnTo>
                  <a:lnTo>
                    <a:pt x="1195881" y="2870338"/>
                  </a:lnTo>
                  <a:lnTo>
                    <a:pt x="1171410" y="2823937"/>
                  </a:lnTo>
                  <a:lnTo>
                    <a:pt x="1133876" y="2852625"/>
                  </a:lnTo>
                  <a:lnTo>
                    <a:pt x="1095460" y="2876838"/>
                  </a:lnTo>
                  <a:lnTo>
                    <a:pt x="1056327" y="2896635"/>
                  </a:lnTo>
                  <a:lnTo>
                    <a:pt x="1016647" y="2912073"/>
                  </a:lnTo>
                  <a:lnTo>
                    <a:pt x="976584" y="2923210"/>
                  </a:lnTo>
                  <a:lnTo>
                    <a:pt x="936307" y="2930104"/>
                  </a:lnTo>
                  <a:lnTo>
                    <a:pt x="895982" y="2932814"/>
                  </a:lnTo>
                  <a:lnTo>
                    <a:pt x="855776" y="2931396"/>
                  </a:lnTo>
                  <a:lnTo>
                    <a:pt x="815855" y="2925908"/>
                  </a:lnTo>
                  <a:lnTo>
                    <a:pt x="776388" y="2916409"/>
                  </a:lnTo>
                  <a:lnTo>
                    <a:pt x="737540" y="2902957"/>
                  </a:lnTo>
                  <a:lnTo>
                    <a:pt x="699480" y="2885608"/>
                  </a:lnTo>
                  <a:lnTo>
                    <a:pt x="662373" y="2864422"/>
                  </a:lnTo>
                  <a:lnTo>
                    <a:pt x="626386" y="2839455"/>
                  </a:lnTo>
                  <a:lnTo>
                    <a:pt x="591687" y="2810766"/>
                  </a:lnTo>
                  <a:lnTo>
                    <a:pt x="558443" y="2778412"/>
                  </a:lnTo>
                  <a:lnTo>
                    <a:pt x="526820" y="2742452"/>
                  </a:lnTo>
                  <a:lnTo>
                    <a:pt x="496985" y="2702943"/>
                  </a:lnTo>
                  <a:lnTo>
                    <a:pt x="469105" y="2659943"/>
                  </a:lnTo>
                  <a:lnTo>
                    <a:pt x="443348" y="2613509"/>
                  </a:lnTo>
                  <a:lnTo>
                    <a:pt x="419880" y="2563701"/>
                  </a:lnTo>
                  <a:lnTo>
                    <a:pt x="416040" y="2554626"/>
                  </a:lnTo>
                  <a:lnTo>
                    <a:pt x="414086" y="2550019"/>
                  </a:lnTo>
                  <a:lnTo>
                    <a:pt x="372080" y="2552902"/>
                  </a:lnTo>
                  <a:lnTo>
                    <a:pt x="331149" y="2548096"/>
                  </a:lnTo>
                  <a:lnTo>
                    <a:pt x="291702" y="2536048"/>
                  </a:lnTo>
                  <a:lnTo>
                    <a:pt x="254147" y="2517205"/>
                  </a:lnTo>
                  <a:lnTo>
                    <a:pt x="218895" y="2492013"/>
                  </a:lnTo>
                  <a:lnTo>
                    <a:pt x="186353" y="2460920"/>
                  </a:lnTo>
                  <a:lnTo>
                    <a:pt x="156930" y="2424372"/>
                  </a:lnTo>
                  <a:lnTo>
                    <a:pt x="131036" y="2382816"/>
                  </a:lnTo>
                  <a:lnTo>
                    <a:pt x="109079" y="2336697"/>
                  </a:lnTo>
                  <a:lnTo>
                    <a:pt x="91468" y="2286464"/>
                  </a:lnTo>
                  <a:lnTo>
                    <a:pt x="78612" y="2232563"/>
                  </a:lnTo>
                  <a:lnTo>
                    <a:pt x="70920" y="2175440"/>
                  </a:lnTo>
                  <a:lnTo>
                    <a:pt x="68820" y="2121982"/>
                  </a:lnTo>
                  <a:lnTo>
                    <a:pt x="71522" y="2069098"/>
                  </a:lnTo>
                  <a:lnTo>
                    <a:pt x="78889" y="2017370"/>
                  </a:lnTo>
                  <a:lnTo>
                    <a:pt x="90783" y="1967381"/>
                  </a:lnTo>
                  <a:lnTo>
                    <a:pt x="107065" y="1919713"/>
                  </a:lnTo>
                  <a:lnTo>
                    <a:pt x="127598" y="1874949"/>
                  </a:lnTo>
                  <a:lnTo>
                    <a:pt x="152244" y="1833671"/>
                  </a:lnTo>
                  <a:lnTo>
                    <a:pt x="120099" y="1803578"/>
                  </a:lnTo>
                  <a:lnTo>
                    <a:pt x="91519" y="1768952"/>
                  </a:lnTo>
                  <a:lnTo>
                    <a:pt x="66609" y="1730344"/>
                  </a:lnTo>
                  <a:lnTo>
                    <a:pt x="45472" y="1688305"/>
                  </a:lnTo>
                  <a:lnTo>
                    <a:pt x="28211" y="1643383"/>
                  </a:lnTo>
                  <a:lnTo>
                    <a:pt x="14929" y="1596131"/>
                  </a:lnTo>
                  <a:lnTo>
                    <a:pt x="5731" y="1547098"/>
                  </a:lnTo>
                  <a:lnTo>
                    <a:pt x="720" y="1496834"/>
                  </a:lnTo>
                  <a:lnTo>
                    <a:pt x="0" y="1445891"/>
                  </a:lnTo>
                  <a:lnTo>
                    <a:pt x="3673" y="1394817"/>
                  </a:lnTo>
                  <a:lnTo>
                    <a:pt x="11843" y="1344165"/>
                  </a:lnTo>
                  <a:lnTo>
                    <a:pt x="24614" y="1294484"/>
                  </a:lnTo>
                  <a:lnTo>
                    <a:pt x="42090" y="1246324"/>
                  </a:lnTo>
                  <a:lnTo>
                    <a:pt x="65548" y="1198279"/>
                  </a:lnTo>
                  <a:lnTo>
                    <a:pt x="93127" y="1155545"/>
                  </a:lnTo>
                  <a:lnTo>
                    <a:pt x="124358" y="1118543"/>
                  </a:lnTo>
                  <a:lnTo>
                    <a:pt x="158773" y="1087694"/>
                  </a:lnTo>
                  <a:lnTo>
                    <a:pt x="195902" y="1063419"/>
                  </a:lnTo>
                  <a:lnTo>
                    <a:pt x="235277" y="1046140"/>
                  </a:lnTo>
                  <a:lnTo>
                    <a:pt x="276428" y="1036278"/>
                  </a:lnTo>
                  <a:lnTo>
                    <a:pt x="279011" y="1026575"/>
                  </a:lnTo>
                  <a:close/>
                </a:path>
              </a:pathLst>
            </a:custGeom>
            <a:ln w="698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428160" y="7207110"/>
              <a:ext cx="177237" cy="17723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4729114" y="3024759"/>
              <a:ext cx="2811780" cy="3997960"/>
            </a:xfrm>
            <a:custGeom>
              <a:avLst/>
              <a:gdLst/>
              <a:ahLst/>
              <a:cxnLst/>
              <a:rect l="l" t="t" r="r" b="b"/>
              <a:pathLst>
                <a:path w="2811780" h="3997959">
                  <a:moveTo>
                    <a:pt x="2740858" y="3827178"/>
                  </a:moveTo>
                  <a:lnTo>
                    <a:pt x="2734777" y="3872438"/>
                  </a:lnTo>
                  <a:lnTo>
                    <a:pt x="2717613" y="3913109"/>
                  </a:lnTo>
                  <a:lnTo>
                    <a:pt x="2690991" y="3947567"/>
                  </a:lnTo>
                  <a:lnTo>
                    <a:pt x="2656533" y="3974189"/>
                  </a:lnTo>
                  <a:lnTo>
                    <a:pt x="2615862" y="3991353"/>
                  </a:lnTo>
                  <a:lnTo>
                    <a:pt x="2570602" y="3997434"/>
                  </a:lnTo>
                  <a:lnTo>
                    <a:pt x="2525341" y="3991353"/>
                  </a:lnTo>
                  <a:lnTo>
                    <a:pt x="2484671" y="3974189"/>
                  </a:lnTo>
                  <a:lnTo>
                    <a:pt x="2450213" y="3947567"/>
                  </a:lnTo>
                  <a:lnTo>
                    <a:pt x="2423591" y="3913109"/>
                  </a:lnTo>
                  <a:lnTo>
                    <a:pt x="2406427" y="3872438"/>
                  </a:lnTo>
                  <a:lnTo>
                    <a:pt x="2400345" y="3827178"/>
                  </a:lnTo>
                  <a:lnTo>
                    <a:pt x="2406427" y="3781917"/>
                  </a:lnTo>
                  <a:lnTo>
                    <a:pt x="2423591" y="3741247"/>
                  </a:lnTo>
                  <a:lnTo>
                    <a:pt x="2450213" y="3706789"/>
                  </a:lnTo>
                  <a:lnTo>
                    <a:pt x="2484671" y="3680167"/>
                  </a:lnTo>
                  <a:lnTo>
                    <a:pt x="2525341" y="3663003"/>
                  </a:lnTo>
                  <a:lnTo>
                    <a:pt x="2570602" y="3656921"/>
                  </a:lnTo>
                  <a:lnTo>
                    <a:pt x="2615862" y="3663003"/>
                  </a:lnTo>
                  <a:lnTo>
                    <a:pt x="2656533" y="3680167"/>
                  </a:lnTo>
                  <a:lnTo>
                    <a:pt x="2690991" y="3706789"/>
                  </a:lnTo>
                  <a:lnTo>
                    <a:pt x="2717613" y="3741247"/>
                  </a:lnTo>
                  <a:lnTo>
                    <a:pt x="2734777" y="3781917"/>
                  </a:lnTo>
                  <a:lnTo>
                    <a:pt x="2740858" y="3827178"/>
                  </a:lnTo>
                  <a:close/>
                </a:path>
                <a:path w="2811780" h="3997959">
                  <a:moveTo>
                    <a:pt x="2534163" y="3230477"/>
                  </a:moveTo>
                  <a:lnTo>
                    <a:pt x="2530048" y="3276372"/>
                  </a:lnTo>
                  <a:lnTo>
                    <a:pt x="2518186" y="3319570"/>
                  </a:lnTo>
                  <a:lnTo>
                    <a:pt x="2499296" y="3359349"/>
                  </a:lnTo>
                  <a:lnTo>
                    <a:pt x="2474102" y="3394988"/>
                  </a:lnTo>
                  <a:lnTo>
                    <a:pt x="2443324" y="3425766"/>
                  </a:lnTo>
                  <a:lnTo>
                    <a:pt x="2407685" y="3450960"/>
                  </a:lnTo>
                  <a:lnTo>
                    <a:pt x="2367906" y="3469850"/>
                  </a:lnTo>
                  <a:lnTo>
                    <a:pt x="2324708" y="3481712"/>
                  </a:lnTo>
                  <a:lnTo>
                    <a:pt x="2278813" y="3485827"/>
                  </a:lnTo>
                  <a:lnTo>
                    <a:pt x="2232900" y="3481712"/>
                  </a:lnTo>
                  <a:lnTo>
                    <a:pt x="2189692" y="3469850"/>
                  </a:lnTo>
                  <a:lnTo>
                    <a:pt x="2149910" y="3450960"/>
                  </a:lnTo>
                  <a:lnTo>
                    <a:pt x="2114273" y="3425766"/>
                  </a:lnTo>
                  <a:lnTo>
                    <a:pt x="2083501" y="3394988"/>
                  </a:lnTo>
                  <a:lnTo>
                    <a:pt x="2058314" y="3359349"/>
                  </a:lnTo>
                  <a:lnTo>
                    <a:pt x="2039432" y="3319570"/>
                  </a:lnTo>
                  <a:lnTo>
                    <a:pt x="2027575" y="3276372"/>
                  </a:lnTo>
                  <a:lnTo>
                    <a:pt x="2023463" y="3230477"/>
                  </a:lnTo>
                  <a:lnTo>
                    <a:pt x="2027575" y="3184561"/>
                  </a:lnTo>
                  <a:lnTo>
                    <a:pt x="2039432" y="3141347"/>
                  </a:lnTo>
                  <a:lnTo>
                    <a:pt x="2058314" y="3101556"/>
                  </a:lnTo>
                  <a:lnTo>
                    <a:pt x="2083501" y="3065908"/>
                  </a:lnTo>
                  <a:lnTo>
                    <a:pt x="2114273" y="3035124"/>
                  </a:lnTo>
                  <a:lnTo>
                    <a:pt x="2149910" y="3009926"/>
                  </a:lnTo>
                  <a:lnTo>
                    <a:pt x="2189692" y="2991035"/>
                  </a:lnTo>
                  <a:lnTo>
                    <a:pt x="2232900" y="2979172"/>
                  </a:lnTo>
                  <a:lnTo>
                    <a:pt x="2278813" y="2975057"/>
                  </a:lnTo>
                  <a:lnTo>
                    <a:pt x="2324708" y="2979172"/>
                  </a:lnTo>
                  <a:lnTo>
                    <a:pt x="2367906" y="2991035"/>
                  </a:lnTo>
                  <a:lnTo>
                    <a:pt x="2407685" y="3009926"/>
                  </a:lnTo>
                  <a:lnTo>
                    <a:pt x="2443324" y="3035124"/>
                  </a:lnTo>
                  <a:lnTo>
                    <a:pt x="2474102" y="3065908"/>
                  </a:lnTo>
                  <a:lnTo>
                    <a:pt x="2499296" y="3101556"/>
                  </a:lnTo>
                  <a:lnTo>
                    <a:pt x="2518186" y="3141347"/>
                  </a:lnTo>
                  <a:lnTo>
                    <a:pt x="2530048" y="3184561"/>
                  </a:lnTo>
                  <a:lnTo>
                    <a:pt x="2534163" y="3230477"/>
                  </a:lnTo>
                  <a:close/>
                </a:path>
                <a:path w="2811780" h="3997959">
                  <a:moveTo>
                    <a:pt x="179750" y="1720994"/>
                  </a:moveTo>
                  <a:lnTo>
                    <a:pt x="132826" y="1721087"/>
                  </a:lnTo>
                  <a:lnTo>
                    <a:pt x="86707" y="1711370"/>
                  </a:lnTo>
                  <a:lnTo>
                    <a:pt x="42172" y="1692085"/>
                  </a:lnTo>
                  <a:lnTo>
                    <a:pt x="0" y="1663474"/>
                  </a:lnTo>
                </a:path>
                <a:path w="2811780" h="3997959">
                  <a:moveTo>
                    <a:pt x="338279" y="2350713"/>
                  </a:moveTo>
                  <a:lnTo>
                    <a:pt x="319125" y="2360263"/>
                  </a:lnTo>
                  <a:lnTo>
                    <a:pt x="299598" y="2368060"/>
                  </a:lnTo>
                  <a:lnTo>
                    <a:pt x="279743" y="2374076"/>
                  </a:lnTo>
                  <a:lnTo>
                    <a:pt x="259608" y="2378287"/>
                  </a:lnTo>
                </a:path>
                <a:path w="2811780" h="3997959">
                  <a:moveTo>
                    <a:pt x="1015675" y="2653322"/>
                  </a:moveTo>
                  <a:lnTo>
                    <a:pt x="1002027" y="2623254"/>
                  </a:lnTo>
                  <a:lnTo>
                    <a:pt x="989577" y="2592250"/>
                  </a:lnTo>
                  <a:lnTo>
                    <a:pt x="978343" y="2560370"/>
                  </a:lnTo>
                  <a:lnTo>
                    <a:pt x="968347" y="2527671"/>
                  </a:lnTo>
                </a:path>
                <a:path w="2811780" h="3997959">
                  <a:moveTo>
                    <a:pt x="1891670" y="2340033"/>
                  </a:moveTo>
                  <a:lnTo>
                    <a:pt x="1888910" y="2374994"/>
                  </a:lnTo>
                  <a:lnTo>
                    <a:pt x="1884829" y="2409673"/>
                  </a:lnTo>
                  <a:lnTo>
                    <a:pt x="1879438" y="2443999"/>
                  </a:lnTo>
                  <a:lnTo>
                    <a:pt x="1872752" y="2477900"/>
                  </a:lnTo>
                </a:path>
                <a:path w="2811780" h="3997959">
                  <a:moveTo>
                    <a:pt x="2267784" y="1488261"/>
                  </a:moveTo>
                  <a:lnTo>
                    <a:pt x="2302202" y="1514367"/>
                  </a:lnTo>
                  <a:lnTo>
                    <a:pt x="2334304" y="1544528"/>
                  </a:lnTo>
                  <a:lnTo>
                    <a:pt x="2363957" y="1578446"/>
                  </a:lnTo>
                  <a:lnTo>
                    <a:pt x="2391025" y="1615823"/>
                  </a:lnTo>
                  <a:lnTo>
                    <a:pt x="2415374" y="1656359"/>
                  </a:lnTo>
                  <a:lnTo>
                    <a:pt x="2436871" y="1699756"/>
                  </a:lnTo>
                  <a:lnTo>
                    <a:pt x="2455381" y="1745715"/>
                  </a:lnTo>
                  <a:lnTo>
                    <a:pt x="2470769" y="1793939"/>
                  </a:lnTo>
                  <a:lnTo>
                    <a:pt x="2482902" y="1844127"/>
                  </a:lnTo>
                  <a:lnTo>
                    <a:pt x="2491644" y="1895983"/>
                  </a:lnTo>
                  <a:lnTo>
                    <a:pt x="2496863" y="1949206"/>
                  </a:lnTo>
                  <a:lnTo>
                    <a:pt x="2498422" y="2003499"/>
                  </a:lnTo>
                </a:path>
                <a:path w="2811780" h="3997959">
                  <a:moveTo>
                    <a:pt x="2811781" y="939587"/>
                  </a:moveTo>
                  <a:lnTo>
                    <a:pt x="2792271" y="993837"/>
                  </a:lnTo>
                  <a:lnTo>
                    <a:pt x="2768475" y="1044435"/>
                  </a:lnTo>
                  <a:lnTo>
                    <a:pt x="2740661" y="1090898"/>
                  </a:lnTo>
                  <a:lnTo>
                    <a:pt x="2709097" y="1132740"/>
                  </a:lnTo>
                </a:path>
                <a:path w="2811780" h="3997959">
                  <a:moveTo>
                    <a:pt x="2565366" y="222750"/>
                  </a:moveTo>
                  <a:lnTo>
                    <a:pt x="2567904" y="245428"/>
                  </a:lnTo>
                  <a:lnTo>
                    <a:pt x="2569651" y="268211"/>
                  </a:lnTo>
                  <a:lnTo>
                    <a:pt x="2570598" y="291073"/>
                  </a:lnTo>
                  <a:lnTo>
                    <a:pt x="2570741" y="313986"/>
                  </a:lnTo>
                </a:path>
                <a:path w="2811780" h="3997959">
                  <a:moveTo>
                    <a:pt x="1909470" y="116366"/>
                  </a:moveTo>
                  <a:lnTo>
                    <a:pt x="1920325" y="85354"/>
                  </a:lnTo>
                  <a:lnTo>
                    <a:pt x="1932750" y="55539"/>
                  </a:lnTo>
                  <a:lnTo>
                    <a:pt x="1946694" y="27046"/>
                  </a:lnTo>
                  <a:lnTo>
                    <a:pt x="1962104" y="0"/>
                  </a:lnTo>
                </a:path>
                <a:path w="2811780" h="3997959">
                  <a:moveTo>
                    <a:pt x="1417408" y="171792"/>
                  </a:moveTo>
                  <a:lnTo>
                    <a:pt x="1422077" y="145929"/>
                  </a:lnTo>
                  <a:lnTo>
                    <a:pt x="1427897" y="120537"/>
                  </a:lnTo>
                  <a:lnTo>
                    <a:pt x="1434842" y="95695"/>
                  </a:lnTo>
                  <a:lnTo>
                    <a:pt x="1442887" y="71481"/>
                  </a:lnTo>
                </a:path>
                <a:path w="2811780" h="3997959">
                  <a:moveTo>
                    <a:pt x="839904" y="205857"/>
                  </a:moveTo>
                  <a:lnTo>
                    <a:pt x="864541" y="227257"/>
                  </a:lnTo>
                  <a:lnTo>
                    <a:pt x="888157" y="250672"/>
                  </a:lnTo>
                  <a:lnTo>
                    <a:pt x="910700" y="276025"/>
                  </a:lnTo>
                  <a:lnTo>
                    <a:pt x="932118" y="303236"/>
                  </a:lnTo>
                </a:path>
                <a:path w="2811780" h="3997959">
                  <a:moveTo>
                    <a:pt x="139541" y="971000"/>
                  </a:moveTo>
                  <a:lnTo>
                    <a:pt x="134451" y="945731"/>
                  </a:lnTo>
                  <a:lnTo>
                    <a:pt x="130074" y="920207"/>
                  </a:lnTo>
                  <a:lnTo>
                    <a:pt x="126417" y="894461"/>
                  </a:lnTo>
                  <a:lnTo>
                    <a:pt x="123486" y="868525"/>
                  </a:lnTo>
                </a:path>
              </a:pathLst>
            </a:custGeom>
            <a:ln w="698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5140765" y="3552426"/>
            <a:ext cx="1718310" cy="1533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3960"/>
              </a:lnSpc>
              <a:spcBef>
                <a:spcPts val="95"/>
              </a:spcBef>
            </a:pPr>
            <a:r>
              <a:rPr sz="3300" spc="-20" dirty="0">
                <a:solidFill>
                  <a:srgbClr val="006FC0"/>
                </a:solidFill>
                <a:latin typeface="Arial" panose="020B0604020202020204"/>
                <a:cs typeface="Arial" panose="020B0604020202020204"/>
              </a:rPr>
              <a:t>HEY!</a:t>
            </a:r>
            <a:endParaRPr sz="3300">
              <a:latin typeface="Arial" panose="020B0604020202020204"/>
              <a:cs typeface="Arial" panose="020B0604020202020204"/>
            </a:endParaRPr>
          </a:p>
          <a:p>
            <a:pPr marL="12065" marR="5080" algn="ctr">
              <a:lnSpc>
                <a:spcPts val="3960"/>
              </a:lnSpc>
              <a:spcBef>
                <a:spcPts val="100"/>
              </a:spcBef>
            </a:pPr>
            <a:r>
              <a:rPr sz="3300" spc="-10" dirty="0">
                <a:solidFill>
                  <a:srgbClr val="006FC0"/>
                </a:solidFill>
                <a:latin typeface="Arial" panose="020B0604020202020204"/>
                <a:cs typeface="Arial" panose="020B0604020202020204"/>
              </a:rPr>
              <a:t>CODING </a:t>
            </a:r>
            <a:r>
              <a:rPr sz="3300" spc="-50" dirty="0">
                <a:solidFill>
                  <a:srgbClr val="006FC0"/>
                </a:solidFill>
                <a:latin typeface="Arial" panose="020B0604020202020204"/>
                <a:cs typeface="Arial" panose="020B0604020202020204"/>
              </a:rPr>
              <a:t>IS</a:t>
            </a:r>
            <a:r>
              <a:rPr sz="3300" spc="-180" dirty="0">
                <a:solidFill>
                  <a:srgbClr val="006FC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300" spc="-114" dirty="0">
                <a:solidFill>
                  <a:srgbClr val="006FC0"/>
                </a:solidFill>
                <a:latin typeface="Arial" panose="020B0604020202020204"/>
                <a:cs typeface="Arial" panose="020B0604020202020204"/>
              </a:rPr>
              <a:t>EASY!</a:t>
            </a:r>
            <a:endParaRPr sz="33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37139" y="1387424"/>
            <a:ext cx="6429821" cy="6429821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9850" y="3521075"/>
            <a:ext cx="5041265" cy="201866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95050" y="10379075"/>
            <a:ext cx="3822700" cy="9251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24949</Words>
  <Application>WPS Presentation</Application>
  <PresentationFormat>On-screen Show (4:3)</PresentationFormat>
  <Paragraphs>874</Paragraphs>
  <Slides>54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54</vt:i4>
      </vt:variant>
    </vt:vector>
  </HeadingPairs>
  <TitlesOfParts>
    <vt:vector size="73" baseType="lpstr">
      <vt:lpstr>Arial</vt:lpstr>
      <vt:lpstr>SimSun</vt:lpstr>
      <vt:lpstr>Wingdings</vt:lpstr>
      <vt:lpstr>Tahoma</vt:lpstr>
      <vt:lpstr>DejaVu Sans</vt:lpstr>
      <vt:lpstr>Times New Roman</vt:lpstr>
      <vt:lpstr>Arial MT</vt:lpstr>
      <vt:lpstr>Calibri</vt:lpstr>
      <vt:lpstr>Arial</vt:lpstr>
      <vt:lpstr>Microsoft YaHei</vt:lpstr>
      <vt:lpstr>Droid Sans Fallback</vt:lpstr>
      <vt:lpstr>Arial Unicode MS</vt:lpstr>
      <vt:lpstr>Trebuchet MS</vt:lpstr>
      <vt:lpstr>Consolas</vt:lpstr>
      <vt:lpstr>Courier New</vt:lpstr>
      <vt:lpstr>Wingdings</vt:lpstr>
      <vt:lpstr>Quicksand Light</vt:lpstr>
      <vt:lpstr>Andale Mono</vt:lpstr>
      <vt:lpstr>Office Theme</vt:lpstr>
      <vt:lpstr>IT-W1</vt:lpstr>
      <vt:lpstr>QUY ĐỊNH TRONG LỚP HỌC</vt:lpstr>
      <vt:lpstr>NỘI DUNG BUỔI 1</vt:lpstr>
      <vt:lpstr>Giới thiệu về thiết kế Web và triển khai hệ thống phần mềm</vt:lpstr>
      <vt:lpstr>Giới thiệu về thiết kế Web và triển khai hệ thống phần mềm</vt:lpstr>
      <vt:lpstr>Giới thiệu về thiết kế Web và triển khai hệ thống phần mềm</vt:lpstr>
      <vt:lpstr>Giới thiệu về thiết kế Web và triển khai hệ thống phần mềm</vt:lpstr>
      <vt:lpstr>HTML &amp; HTML5</vt:lpstr>
      <vt:lpstr>HTML &amp; HTML5</vt:lpstr>
      <vt:lpstr>HTML &amp; HTML5</vt:lpstr>
      <vt:lpstr>HTML &amp; HTML5</vt:lpstr>
      <vt:lpstr>HTML &amp; HTML5</vt:lpstr>
      <vt:lpstr>HTML &amp; HTML5</vt:lpstr>
      <vt:lpstr>HTML &amp; HTML5</vt:lpstr>
      <vt:lpstr>HTML &amp; HTML5</vt:lpstr>
      <vt:lpstr>HTML &amp; HTML5</vt:lpstr>
      <vt:lpstr>CHƯƠNG II: HTML &amp; HTML5</vt:lpstr>
      <vt:lpstr>CHƯƠNG II: HTML &amp; HTML5</vt:lpstr>
      <vt:lpstr>CHƯƠNG II: HTML &amp; HTML5</vt:lpstr>
      <vt:lpstr>CHƯƠNG II: HTML &amp; HTML5</vt:lpstr>
      <vt:lpstr>CHƯƠNG II: HTML &amp; HTML5</vt:lpstr>
      <vt:lpstr>CHƯƠNG II: HTML &amp; HTML5</vt:lpstr>
      <vt:lpstr>CHƯƠNG II: HTML &amp; HTML5</vt:lpstr>
      <vt:lpstr>CHƯƠNG II: HTML &amp; HTML5</vt:lpstr>
      <vt:lpstr>CHƯƠNG II: HTML &amp; HTML5</vt:lpstr>
      <vt:lpstr>CHƯƠNG II: HTML &amp; HTML5</vt:lpstr>
      <vt:lpstr>CHƯƠNG II: HTML &amp; HTML5</vt:lpstr>
      <vt:lpstr>CHƯƠNG II: HTML &amp; HTML5</vt:lpstr>
      <vt:lpstr>CHƯƠNG II: HTML &amp; HTML5</vt:lpstr>
      <vt:lpstr>CHƯƠNG II: HTML &amp; HTML5</vt:lpstr>
      <vt:lpstr>CHƯƠNG II: HTML &amp; HTML5</vt:lpstr>
      <vt:lpstr>CHƯƠNG II: HTML &amp; HTML5</vt:lpstr>
      <vt:lpstr>CHƯƠNG II: HTML &amp; HTML5</vt:lpstr>
      <vt:lpstr>CHƯƠNG II: HTML &amp; HTML5</vt:lpstr>
      <vt:lpstr>CHƯƠNG II: HTML &amp; HTML5</vt:lpstr>
      <vt:lpstr>CHƯƠNG II: HTML &amp; HTML5</vt:lpstr>
      <vt:lpstr>CHƯƠNG II: HTML &amp; HTML5</vt:lpstr>
      <vt:lpstr>CHƯƠNG II: HTML &amp; HTML5</vt:lpstr>
      <vt:lpstr>CHƯƠNG II: HTML &amp; HTML5</vt:lpstr>
      <vt:lpstr>CHƯƠNG II: HTML &amp; HTML5</vt:lpstr>
      <vt:lpstr>CHƯƠNG II: HTML &amp; HTML5</vt:lpstr>
      <vt:lpstr>CHƯƠNG II: HTML &amp; HTML5</vt:lpstr>
      <vt:lpstr>CHƯƠNG II: HTML &amp; HTML5</vt:lpstr>
      <vt:lpstr>CHƯƠNG II: HTML &amp; HTML5</vt:lpstr>
      <vt:lpstr>CHƯƠNG II: HTML &amp; HTML5</vt:lpstr>
      <vt:lpstr>CHƯƠNG II: HTML &amp; HTML5</vt:lpstr>
      <vt:lpstr>CHƯƠNG II: HTML &amp; HTML5</vt:lpstr>
      <vt:lpstr>HTML&amp;HTML5</vt:lpstr>
      <vt:lpstr>HTML&amp;HTML5</vt:lpstr>
      <vt:lpstr>HTML&amp;HTML5</vt:lpstr>
      <vt:lpstr>HTML&amp;HTML5</vt:lpstr>
      <vt:lpstr>HTML&amp;HTML5</vt:lpstr>
      <vt:lpstr>Giới thiệuvềthiết kếWebvà triểnkhai hệthốngphầnmềm</vt:lpstr>
      <vt:lpstr>CODING IS EASY!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THIẾT KẾ WEB  VÀ TRIỂN KHAI HỆ THỐNG  PHẦN MỀMIT-W1</dc:title>
  <dc:creator>Gigabyte</dc:creator>
  <cp:lastModifiedBy>levandat</cp:lastModifiedBy>
  <cp:revision>2</cp:revision>
  <dcterms:created xsi:type="dcterms:W3CDTF">2025-09-09T10:54:45Z</dcterms:created>
  <dcterms:modified xsi:type="dcterms:W3CDTF">2025-09-09T10:54:45Z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2025-09-07T16:00:00Z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2025-09-09T16:00:00Z</vt:filetime>
  </property>
  <property fmtid="{D5CDD505-2E9C-101B-9397-08002B2CF9AE}" pid="5" name="Producer">
    <vt:lpwstr>Microsoft® PowerPoint® 2019</vt:lpwstr>
  </property>
  <property fmtid="{D5CDD505-2E9C-101B-9397-08002B2CF9AE}" pid="6" name="ICV">
    <vt:lpwstr/>
  </property>
  <property fmtid="{D5CDD505-2E9C-101B-9397-08002B2CF9AE}" pid="7" name="KSOProductBuildVer">
    <vt:lpwstr>1033-11.1.0.11723</vt:lpwstr>
  </property>
</Properties>
</file>