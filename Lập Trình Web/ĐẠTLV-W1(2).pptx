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99"/>
        <p:guide pos="21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5538412" cy="70180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3382747" y="0"/>
            <a:ext cx="25538412" cy="70180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271158" y="1748433"/>
            <a:ext cx="8392480" cy="472077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893480" y="6731468"/>
            <a:ext cx="47147837" cy="550756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285666"/>
            <a:ext cx="25538412" cy="701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3382747" y="13285666"/>
            <a:ext cx="25538412" cy="701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20304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r>
              <a:rPr spc="-114" dirty="0"/>
              <a:t>GV:</a:t>
            </a:r>
            <a:r>
              <a:rPr spc="-204" dirty="0"/>
              <a:t> </a:t>
            </a:r>
            <a:r>
              <a:rPr spc="-165" dirty="0"/>
              <a:t>Tạ</a:t>
            </a:r>
            <a:r>
              <a:rPr spc="-185" dirty="0"/>
              <a:t> </a:t>
            </a:r>
            <a:r>
              <a:rPr spc="-25" dirty="0"/>
              <a:t>Chí</a:t>
            </a:r>
            <a:r>
              <a:rPr spc="-190" dirty="0"/>
              <a:t> </a:t>
            </a:r>
            <a:r>
              <a:rPr spc="-20" dirty="0"/>
              <a:t>Hiếu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0304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r>
              <a:rPr spc="-114" dirty="0"/>
              <a:t>GV:</a:t>
            </a:r>
            <a:r>
              <a:rPr spc="-204" dirty="0"/>
              <a:t> </a:t>
            </a:r>
            <a:r>
              <a:rPr spc="-165" dirty="0"/>
              <a:t>Tạ</a:t>
            </a:r>
            <a:r>
              <a:rPr spc="-185" dirty="0"/>
              <a:t> </a:t>
            </a:r>
            <a:r>
              <a:rPr spc="-25" dirty="0"/>
              <a:t>Chí</a:t>
            </a:r>
            <a:r>
              <a:rPr spc="-190" dirty="0"/>
              <a:t> </a:t>
            </a:r>
            <a:r>
              <a:rPr spc="-20" dirty="0"/>
              <a:t>Hiếu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0304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r>
              <a:rPr spc="-114" dirty="0"/>
              <a:t>GV:</a:t>
            </a:r>
            <a:r>
              <a:rPr spc="-204" dirty="0"/>
              <a:t> </a:t>
            </a:r>
            <a:r>
              <a:rPr spc="-165" dirty="0"/>
              <a:t>Tạ</a:t>
            </a:r>
            <a:r>
              <a:rPr spc="-185" dirty="0"/>
              <a:t> </a:t>
            </a:r>
            <a:r>
              <a:rPr spc="-25" dirty="0"/>
              <a:t>Chí</a:t>
            </a:r>
            <a:r>
              <a:rPr spc="-190" dirty="0"/>
              <a:t> </a:t>
            </a:r>
            <a:r>
              <a:rPr spc="-20" dirty="0"/>
              <a:t>Hiếu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371290"/>
            <a:ext cx="20104099" cy="93726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0304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r>
              <a:rPr spc="-114" dirty="0"/>
              <a:t>GV:</a:t>
            </a:r>
            <a:r>
              <a:rPr spc="-204" dirty="0"/>
              <a:t> </a:t>
            </a:r>
            <a:r>
              <a:rPr spc="-165" dirty="0"/>
              <a:t>Tạ</a:t>
            </a:r>
            <a:r>
              <a:rPr spc="-185" dirty="0"/>
              <a:t> </a:t>
            </a:r>
            <a:r>
              <a:rPr spc="-25" dirty="0"/>
              <a:t>Chí</a:t>
            </a:r>
            <a:r>
              <a:rPr spc="-190" dirty="0"/>
              <a:t> </a:t>
            </a:r>
            <a:r>
              <a:rPr spc="-20" dirty="0"/>
              <a:t>Hiếu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r>
              <a:rPr spc="-114" dirty="0"/>
              <a:t>GV:</a:t>
            </a:r>
            <a:r>
              <a:rPr spc="-204" dirty="0"/>
              <a:t> </a:t>
            </a:r>
            <a:r>
              <a:rPr spc="-165" dirty="0"/>
              <a:t>Tạ</a:t>
            </a:r>
            <a:r>
              <a:rPr spc="-185" dirty="0"/>
              <a:t> </a:t>
            </a:r>
            <a:r>
              <a:rPr spc="-25" dirty="0"/>
              <a:t>Chí</a:t>
            </a:r>
            <a:r>
              <a:rPr spc="-190" dirty="0"/>
              <a:t> </a:t>
            </a:r>
            <a:r>
              <a:rPr spc="-20" dirty="0"/>
              <a:t>Hiếu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373472" y="0"/>
            <a:ext cx="1268512" cy="115033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521" y="301915"/>
            <a:ext cx="17035145" cy="762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20304D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27" y="10552053"/>
            <a:ext cx="4371975" cy="532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r>
              <a:rPr spc="-114" dirty="0"/>
              <a:t>GV:</a:t>
            </a:r>
            <a:r>
              <a:rPr spc="-204" dirty="0"/>
              <a:t> </a:t>
            </a:r>
            <a:r>
              <a:rPr spc="-165" dirty="0"/>
              <a:t>Tạ</a:t>
            </a:r>
            <a:r>
              <a:rPr spc="-185" dirty="0"/>
              <a:t> </a:t>
            </a:r>
            <a:r>
              <a:rPr spc="-25" dirty="0"/>
              <a:t>Chí</a:t>
            </a:r>
            <a:r>
              <a:rPr spc="-190" dirty="0"/>
              <a:t> </a:t>
            </a:r>
            <a:r>
              <a:rPr spc="-20" dirty="0"/>
              <a:t>Hiếu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21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8.png"/><Relationship Id="rId4" Type="http://schemas.openxmlformats.org/officeDocument/2006/relationships/image" Target="../media/image25.jpe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04050" y="4359275"/>
            <a:ext cx="13004165" cy="4305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 indent="5876925">
              <a:lnSpc>
                <a:spcPct val="100000"/>
              </a:lnSpc>
              <a:spcBef>
                <a:spcPts val="95"/>
              </a:spcBef>
            </a:pPr>
            <a:r>
              <a:rPr sz="7200" b="1" spc="-102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THIẾT</a:t>
            </a:r>
            <a:r>
              <a:rPr sz="7200" b="1" spc="-73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 </a:t>
            </a:r>
            <a:r>
              <a:rPr sz="7200" b="1" spc="-82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KẾ</a:t>
            </a:r>
            <a:r>
              <a:rPr sz="7200" b="1" spc="-73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 </a:t>
            </a:r>
            <a:r>
              <a:rPr sz="7200" b="1" spc="-93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WEB</a:t>
            </a:r>
            <a:r>
              <a:rPr sz="7200" b="1" spc="-75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 </a:t>
            </a:r>
            <a:br>
              <a:rPr sz="7200" b="1" spc="-75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</a:br>
            <a:r>
              <a:rPr sz="7200" b="1" spc="-88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VÀ </a:t>
            </a:r>
            <a:r>
              <a:rPr sz="7200" b="1" spc="-1019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TRIỂN</a:t>
            </a:r>
            <a:r>
              <a:rPr sz="7200" b="1" spc="-73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 </a:t>
            </a:r>
            <a:r>
              <a:rPr sz="7200" b="1" spc="-1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KHAI</a:t>
            </a:r>
            <a:r>
              <a:rPr sz="7200" b="1" spc="-72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 </a:t>
            </a:r>
            <a:r>
              <a:rPr sz="7200" b="1" spc="-73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HỆ</a:t>
            </a:r>
            <a:r>
              <a:rPr sz="7200" b="1" spc="-72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 </a:t>
            </a:r>
            <a:r>
              <a:rPr sz="7200" b="1" spc="-83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THỐNG</a:t>
            </a:r>
            <a:r>
              <a:rPr sz="7200" b="1" spc="-75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 </a:t>
            </a:r>
            <a:br>
              <a:rPr sz="7200" b="1" spc="-75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</a:br>
            <a:r>
              <a:rPr sz="8000" b="1" spc="-81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PHẦN</a:t>
            </a:r>
            <a:r>
              <a:rPr sz="8000" b="1" spc="-72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 </a:t>
            </a:r>
            <a:r>
              <a:rPr sz="7200" b="1" spc="-98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MỀM</a:t>
            </a:r>
            <a:endParaRPr sz="7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/>
              <a:cs typeface="Tahoma"/>
            </a:endParaRPr>
          </a:p>
          <a:p>
            <a:pPr marL="7425055">
              <a:lnSpc>
                <a:spcPct val="100000"/>
              </a:lnSpc>
              <a:spcBef>
                <a:spcPts val="120"/>
              </a:spcBef>
            </a:pPr>
            <a:r>
              <a:rPr lang="vi-VN" sz="5400" b="1" spc="-74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IT-W1</a:t>
            </a:r>
            <a:endParaRPr lang="vi-VN" sz="5400" b="1" spc="-745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/>
              <a:cs typeface="Tahoma"/>
            </a:endParaRPr>
          </a:p>
        </p:txBody>
      </p:sp>
      <p:grpSp>
        <p:nvGrpSpPr>
          <p:cNvPr id="3" name="object 3"/>
          <p:cNvGrpSpPr>
            <a:grpSpLocks noChangeAspect="1"/>
          </p:cNvGrpSpPr>
          <p:nvPr/>
        </p:nvGrpSpPr>
        <p:grpSpPr>
          <a:xfrm rot="0">
            <a:off x="-10160" y="-29210"/>
            <a:ext cx="5892036" cy="10865081"/>
            <a:chOff x="0" y="0"/>
            <a:chExt cx="5892036" cy="11308554"/>
          </a:xfrm>
          <a:noFill/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892036" cy="11308554"/>
            </a:xfrm>
            <a:prstGeom prst="rect">
              <a:avLst/>
            </a:prstGeom>
            <a:grpFill/>
            <a:ln>
              <a:noFill/>
            </a:ln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5645830" cy="11308553"/>
            </a:xfrm>
            <a:prstGeom prst="rect">
              <a:avLst/>
            </a:prstGeom>
            <a:grpFill/>
            <a:ln>
              <a:noFill/>
            </a:ln>
          </p:spPr>
        </p:pic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1050" y="-2803525"/>
            <a:ext cx="10289540" cy="10289540"/>
          </a:xfrm>
          <a:prstGeom prst="rect">
            <a:avLst/>
          </a:prstGeom>
          <a:effectLst>
            <a:outerShdw blurRad="50800" dist="50800" dir="5400000" algn="ctr" rotWithShape="0">
              <a:srgbClr val="002060">
                <a:alpha val="10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521" y="301915"/>
            <a:ext cx="17035145" cy="738505"/>
          </a:xfrm>
          <a:prstGeom prst="rect">
            <a:avLst/>
          </a:prstGeom>
        </p:spPr>
        <p:txBody>
          <a:bodyPr/>
          <a:lstStyle/>
          <a:p>
            <a:r>
              <a:t>THÔNG TIN GIẢNG </a:t>
            </a:r>
            <a:r>
              <a:t>VIÊN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390" y="1627505"/>
            <a:ext cx="7285990" cy="63957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9760" indent="-607060">
              <a:lnSpc>
                <a:spcPct val="100000"/>
              </a:lnSpc>
              <a:spcBef>
                <a:spcPts val="3335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lang="vi-VN" altLang="en-US" sz="3600" spc="-260" dirty="0">
                <a:latin typeface="Tahoma"/>
                <a:cs typeface="Tahoma"/>
              </a:rPr>
              <a:t>Lê Văn Đạt</a:t>
            </a:r>
            <a:endParaRPr lang="vi-VN" altLang="en-US" sz="3600" spc="-260" dirty="0">
              <a:latin typeface="Tahoma"/>
              <a:cs typeface="Tahoma"/>
            </a:endParaRPr>
          </a:p>
          <a:p>
            <a:pPr marL="619760" indent="-607060">
              <a:lnSpc>
                <a:spcPct val="100000"/>
              </a:lnSpc>
              <a:spcBef>
                <a:spcPts val="3335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600" spc="-145" dirty="0">
                <a:latin typeface="Tahoma"/>
                <a:cs typeface="Tahoma"/>
              </a:rPr>
              <a:t>Email:</a:t>
            </a:r>
            <a:r>
              <a:rPr sz="3600" spc="-395" dirty="0">
                <a:latin typeface="Tahoma"/>
                <a:cs typeface="Tahoma"/>
              </a:rPr>
              <a:t> </a:t>
            </a:r>
            <a:r>
              <a:rPr lang="vi-VN" altLang="en-US" sz="3600" spc="-85" dirty="0">
                <a:latin typeface="Tahoma"/>
                <a:cs typeface="Tahoma"/>
              </a:rPr>
              <a:t>dat.dev.vl@gmail.com</a:t>
            </a:r>
            <a:endParaRPr sz="3600">
              <a:latin typeface="Tahoma"/>
              <a:cs typeface="Tahoma"/>
            </a:endParaRPr>
          </a:p>
          <a:p>
            <a:pPr marL="619760" indent="-607060">
              <a:lnSpc>
                <a:spcPct val="100000"/>
              </a:lnSpc>
              <a:spcBef>
                <a:spcPts val="3330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600" spc="-145" dirty="0">
                <a:latin typeface="Tahoma"/>
                <a:cs typeface="Tahoma"/>
              </a:rPr>
              <a:t>Mobile:</a:t>
            </a:r>
            <a:r>
              <a:rPr sz="3600" spc="-390" dirty="0">
                <a:latin typeface="Tahoma"/>
                <a:cs typeface="Tahoma"/>
              </a:rPr>
              <a:t> </a:t>
            </a:r>
            <a:r>
              <a:rPr lang="vi-VN" altLang="en-US" sz="3600" spc="-25" dirty="0">
                <a:latin typeface="Tahoma"/>
                <a:cs typeface="Tahoma"/>
              </a:rPr>
              <a:t>0345 335 303 </a:t>
            </a:r>
            <a:endParaRPr sz="3600">
              <a:latin typeface="Tahoma"/>
              <a:cs typeface="Tahoma"/>
            </a:endParaRPr>
          </a:p>
          <a:p>
            <a:pPr marL="619760" indent="-607060">
              <a:lnSpc>
                <a:spcPct val="100000"/>
              </a:lnSpc>
              <a:spcBef>
                <a:spcPts val="3330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600" dirty="0">
                <a:latin typeface="Tahoma"/>
                <a:cs typeface="Tahoma"/>
              </a:rPr>
              <a:t>Các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170" dirty="0">
                <a:latin typeface="Tahoma"/>
                <a:cs typeface="Tahoma"/>
              </a:rPr>
              <a:t>môn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75" dirty="0">
                <a:latin typeface="Tahoma"/>
                <a:cs typeface="Tahoma"/>
              </a:rPr>
              <a:t>học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215" dirty="0">
                <a:latin typeface="Tahoma"/>
                <a:cs typeface="Tahoma"/>
              </a:rPr>
              <a:t>đã/đang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215" dirty="0">
                <a:latin typeface="Tahoma"/>
                <a:cs typeface="Tahoma"/>
              </a:rPr>
              <a:t>giảng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165" dirty="0">
                <a:latin typeface="Tahoma"/>
                <a:cs typeface="Tahoma"/>
              </a:rPr>
              <a:t>dạy:</a:t>
            </a:r>
            <a:endParaRPr sz="360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545"/>
              </a:spcBef>
              <a:buSzPct val="88000"/>
              <a:buChar char="•"/>
              <a:tabLst>
                <a:tab pos="1373505" algn="l"/>
              </a:tabLst>
            </a:pPr>
            <a:r>
              <a:rPr sz="2950" spc="-120" dirty="0">
                <a:latin typeface="Tahoma"/>
                <a:cs typeface="Tahoma"/>
              </a:rPr>
              <a:t>Lập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30" dirty="0">
                <a:latin typeface="Tahoma"/>
                <a:cs typeface="Tahoma"/>
              </a:rPr>
              <a:t>trình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hướng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05" dirty="0">
                <a:latin typeface="Tahoma"/>
                <a:cs typeface="Tahoma"/>
              </a:rPr>
              <a:t>đối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tượng</a:t>
            </a:r>
            <a:endParaRPr sz="295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495"/>
              </a:spcBef>
              <a:buSzPct val="88000"/>
              <a:buChar char="•"/>
              <a:tabLst>
                <a:tab pos="1373505" algn="l"/>
              </a:tabLst>
            </a:pPr>
            <a:r>
              <a:rPr sz="2950" spc="-120" dirty="0">
                <a:latin typeface="Tahoma"/>
                <a:cs typeface="Tahoma"/>
              </a:rPr>
              <a:t>Lập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30" dirty="0">
                <a:latin typeface="Tahoma"/>
                <a:cs typeface="Tahoma"/>
              </a:rPr>
              <a:t>trình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70" dirty="0">
                <a:latin typeface="Tahoma"/>
                <a:cs typeface="Tahoma"/>
              </a:rPr>
              <a:t>Web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Frontend</a:t>
            </a:r>
            <a:endParaRPr sz="295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495"/>
              </a:spcBef>
              <a:buSzPct val="88000"/>
              <a:buChar char="•"/>
              <a:tabLst>
                <a:tab pos="1373505" algn="l"/>
              </a:tabLst>
            </a:pPr>
            <a:r>
              <a:rPr sz="2950" spc="-120" dirty="0">
                <a:latin typeface="Tahoma"/>
                <a:cs typeface="Tahoma"/>
              </a:rPr>
              <a:t>Lập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30" dirty="0">
                <a:latin typeface="Tahoma"/>
                <a:cs typeface="Tahoma"/>
              </a:rPr>
              <a:t>trình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65" dirty="0">
                <a:latin typeface="Tahoma"/>
                <a:cs typeface="Tahoma"/>
              </a:rPr>
              <a:t>Web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Backend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5752465" cy="253365"/>
          </a:xfrm>
          <a:prstGeom prst="rect">
            <a:avLst/>
          </a:prstGeom>
        </p:spPr>
        <p:txBody>
          <a:bodyPr wrap="square"/>
          <a:lstStyle/>
          <a:p>
            <a:r>
              <a:t>THIẾT KẾ WEB VÀ TRIỂN KHAI HỆ THỐNG PHẦN </a:t>
            </a:r>
            <a:r>
              <a:t>MỀM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3050" y="2851150"/>
            <a:ext cx="6027420" cy="6027420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19100800" y="8572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01625"/>
            <a:ext cx="7573645" cy="7556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4" dirty="0"/>
              <a:t>THÔNG</a:t>
            </a:r>
            <a:r>
              <a:rPr spc="-575" dirty="0"/>
              <a:t> </a:t>
            </a:r>
            <a:r>
              <a:rPr spc="-470" dirty="0"/>
              <a:t>TIN</a:t>
            </a:r>
            <a:r>
              <a:rPr spc="-585" dirty="0"/>
              <a:t> </a:t>
            </a:r>
            <a:r>
              <a:rPr spc="-70" dirty="0"/>
              <a:t>HỌC</a:t>
            </a:r>
            <a:r>
              <a:rPr spc="-570" dirty="0"/>
              <a:t> </a:t>
            </a:r>
            <a:r>
              <a:rPr spc="-80" dirty="0"/>
              <a:t>PHẦN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707696" y="1627599"/>
            <a:ext cx="10478770" cy="5314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9760" indent="-607060">
              <a:lnSpc>
                <a:spcPct val="100000"/>
              </a:lnSpc>
              <a:spcBef>
                <a:spcPts val="125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600" spc="-150" dirty="0">
                <a:latin typeface="Tahoma"/>
                <a:cs typeface="Tahoma"/>
              </a:rPr>
              <a:t>Mã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75" dirty="0">
                <a:latin typeface="Tahoma"/>
                <a:cs typeface="Tahoma"/>
              </a:rPr>
              <a:t>học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215" dirty="0">
                <a:latin typeface="Tahoma"/>
                <a:cs typeface="Tahoma"/>
              </a:rPr>
              <a:t>phần: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lang="vi-VN" altLang="en-US" sz="3600" spc="-85" dirty="0">
                <a:latin typeface="Tahoma"/>
                <a:cs typeface="Tahoma"/>
              </a:rPr>
              <a:t>IT-W3</a:t>
            </a:r>
            <a:endParaRPr sz="3600">
              <a:latin typeface="Tahoma"/>
              <a:cs typeface="Tahoma"/>
            </a:endParaRPr>
          </a:p>
          <a:p>
            <a:pPr marL="619760" indent="-607060">
              <a:lnSpc>
                <a:spcPct val="100000"/>
              </a:lnSpc>
              <a:spcBef>
                <a:spcPts val="3335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600" spc="-125" dirty="0">
                <a:latin typeface="Tahoma"/>
                <a:cs typeface="Tahoma"/>
              </a:rPr>
              <a:t>Số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-114" dirty="0">
                <a:latin typeface="Tahoma"/>
                <a:cs typeface="Tahoma"/>
              </a:rPr>
              <a:t>tín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125" dirty="0">
                <a:latin typeface="Tahoma"/>
                <a:cs typeface="Tahoma"/>
              </a:rPr>
              <a:t>chỉ: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145" dirty="0">
                <a:latin typeface="Tahoma"/>
                <a:cs typeface="Tahoma"/>
              </a:rPr>
              <a:t>03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185" dirty="0">
                <a:latin typeface="Tahoma"/>
                <a:cs typeface="Tahoma"/>
              </a:rPr>
              <a:t>(45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tiết)</a:t>
            </a:r>
            <a:endParaRPr sz="3600">
              <a:latin typeface="Tahoma"/>
              <a:cs typeface="Tahoma"/>
            </a:endParaRPr>
          </a:p>
          <a:p>
            <a:pPr marL="619760" indent="-607060">
              <a:lnSpc>
                <a:spcPct val="100000"/>
              </a:lnSpc>
              <a:spcBef>
                <a:spcPts val="3330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600" spc="-195" dirty="0">
                <a:latin typeface="Tahoma"/>
                <a:cs typeface="Tahoma"/>
              </a:rPr>
              <a:t>Đánh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-185" dirty="0">
                <a:latin typeface="Tahoma"/>
                <a:cs typeface="Tahoma"/>
              </a:rPr>
              <a:t>giá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-75" dirty="0">
                <a:latin typeface="Tahoma"/>
                <a:cs typeface="Tahoma"/>
              </a:rPr>
              <a:t>học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phần:</a:t>
            </a:r>
            <a:endParaRPr sz="360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545"/>
              </a:spcBef>
              <a:buSzPct val="88000"/>
              <a:buChar char="•"/>
              <a:tabLst>
                <a:tab pos="1373505" algn="l"/>
              </a:tabLst>
            </a:pPr>
            <a:r>
              <a:rPr sz="2950" spc="-120" dirty="0">
                <a:latin typeface="Tahoma"/>
                <a:cs typeface="Tahoma"/>
              </a:rPr>
              <a:t>Chuyên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cần: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285" dirty="0">
                <a:latin typeface="Tahoma"/>
                <a:cs typeface="Tahoma"/>
              </a:rPr>
              <a:t>10%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65" dirty="0">
                <a:latin typeface="Tahoma"/>
                <a:cs typeface="Tahoma"/>
              </a:rPr>
              <a:t>(Nghỉ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quá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285" dirty="0">
                <a:latin typeface="Tahoma"/>
                <a:cs typeface="Tahoma"/>
              </a:rPr>
              <a:t>20%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thì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học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lại)</a:t>
            </a:r>
            <a:endParaRPr sz="295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495"/>
              </a:spcBef>
              <a:buSzPct val="88000"/>
              <a:buChar char="•"/>
              <a:tabLst>
                <a:tab pos="1373505" algn="l"/>
              </a:tabLst>
            </a:pPr>
            <a:r>
              <a:rPr sz="2950" spc="-100" dirty="0">
                <a:latin typeface="Tahoma"/>
                <a:cs typeface="Tahoma"/>
              </a:rPr>
              <a:t>Giữa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235" dirty="0">
                <a:latin typeface="Tahoma"/>
                <a:cs typeface="Tahoma"/>
              </a:rPr>
              <a:t>kỳ: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290" dirty="0">
                <a:latin typeface="Tahoma"/>
                <a:cs typeface="Tahoma"/>
              </a:rPr>
              <a:t>30%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215" dirty="0">
                <a:latin typeface="Tahoma"/>
                <a:cs typeface="Tahoma"/>
              </a:rPr>
              <a:t>(Thuyết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30" dirty="0">
                <a:latin typeface="Tahoma"/>
                <a:cs typeface="Tahoma"/>
              </a:rPr>
              <a:t>trình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hoặc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Bài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10" dirty="0">
                <a:latin typeface="Tahoma"/>
                <a:cs typeface="Tahoma"/>
              </a:rPr>
              <a:t>tập/Bài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kiểm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30" dirty="0">
                <a:latin typeface="Tahoma"/>
                <a:cs typeface="Tahoma"/>
              </a:rPr>
              <a:t>tra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65" dirty="0">
                <a:latin typeface="Tahoma"/>
                <a:cs typeface="Tahoma"/>
              </a:rPr>
              <a:t>thay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45" dirty="0">
                <a:latin typeface="Tahoma"/>
                <a:cs typeface="Tahoma"/>
              </a:rPr>
              <a:t>thế)</a:t>
            </a:r>
            <a:endParaRPr sz="295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495"/>
              </a:spcBef>
              <a:buSzPct val="88000"/>
              <a:buChar char="•"/>
              <a:tabLst>
                <a:tab pos="1373505" algn="l"/>
              </a:tabLst>
            </a:pPr>
            <a:r>
              <a:rPr sz="2950" spc="-55" dirty="0">
                <a:latin typeface="Tahoma"/>
                <a:cs typeface="Tahoma"/>
              </a:rPr>
              <a:t>Cuối</a:t>
            </a:r>
            <a:r>
              <a:rPr sz="2950" spc="-355" dirty="0">
                <a:latin typeface="Tahoma"/>
                <a:cs typeface="Tahoma"/>
              </a:rPr>
              <a:t> </a:t>
            </a:r>
            <a:r>
              <a:rPr sz="2950" spc="-240" dirty="0">
                <a:latin typeface="Tahoma"/>
                <a:cs typeface="Tahoma"/>
              </a:rPr>
              <a:t>kỳ: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285" dirty="0">
                <a:latin typeface="Tahoma"/>
                <a:cs typeface="Tahoma"/>
              </a:rPr>
              <a:t>60%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(Bài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tập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lớn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Cá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45" dirty="0">
                <a:latin typeface="Tahoma"/>
                <a:cs typeface="Tahoma"/>
              </a:rPr>
              <a:t>nhân/Nhóm)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50800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ym typeface="+mn-ea"/>
              </a:rPr>
              <a:t>THIẾT </a:t>
            </a:r>
            <a:r>
              <a:rPr spc="-110" dirty="0">
                <a:sym typeface="+mn-ea"/>
              </a:rPr>
              <a:t>KẾ</a:t>
            </a:r>
            <a:r>
              <a:rPr spc="-190" dirty="0">
                <a:sym typeface="+mn-ea"/>
              </a:rPr>
              <a:t> </a:t>
            </a:r>
            <a:r>
              <a:rPr spc="-110" dirty="0">
                <a:sym typeface="+mn-ea"/>
              </a:rPr>
              <a:t>WEB</a:t>
            </a:r>
            <a:r>
              <a:rPr spc="-185" dirty="0">
                <a:sym typeface="+mn-ea"/>
              </a:rPr>
              <a:t> </a:t>
            </a:r>
            <a:r>
              <a:rPr spc="-130" dirty="0">
                <a:sym typeface="+mn-ea"/>
              </a:rPr>
              <a:t>VÀ</a:t>
            </a:r>
            <a:r>
              <a:rPr spc="-185" dirty="0">
                <a:sym typeface="+mn-ea"/>
              </a:rPr>
              <a:t> </a:t>
            </a:r>
            <a:r>
              <a:rPr spc="-145" dirty="0">
                <a:sym typeface="+mn-ea"/>
              </a:rPr>
              <a:t>TRIỂN</a:t>
            </a:r>
            <a:r>
              <a:rPr spc="-180" dirty="0">
                <a:sym typeface="+mn-ea"/>
              </a:rPr>
              <a:t> </a:t>
            </a:r>
            <a:r>
              <a:rPr spc="-130" dirty="0">
                <a:sym typeface="+mn-ea"/>
              </a:rPr>
              <a:t>KHAI</a:t>
            </a:r>
            <a:r>
              <a:rPr spc="-200" dirty="0">
                <a:sym typeface="+mn-ea"/>
              </a:rPr>
              <a:t> </a:t>
            </a:r>
            <a:r>
              <a:rPr spc="-80" dirty="0">
                <a:sym typeface="+mn-ea"/>
              </a:rPr>
              <a:t>HỆ</a:t>
            </a:r>
            <a:r>
              <a:rPr spc="-180" dirty="0">
                <a:sym typeface="+mn-ea"/>
              </a:rPr>
              <a:t> </a:t>
            </a:r>
            <a:r>
              <a:rPr spc="-95" dirty="0">
                <a:sym typeface="+mn-ea"/>
              </a:rPr>
              <a:t>THỐNG</a:t>
            </a:r>
            <a:r>
              <a:rPr spc="-180" dirty="0">
                <a:sym typeface="+mn-ea"/>
              </a:rPr>
              <a:t> </a:t>
            </a:r>
            <a:r>
              <a:rPr spc="-75" dirty="0">
                <a:sym typeface="+mn-ea"/>
              </a:rPr>
              <a:t>PHẦN</a:t>
            </a:r>
            <a:r>
              <a:rPr spc="-185" dirty="0">
                <a:sym typeface="+mn-ea"/>
              </a:rPr>
              <a:t> </a:t>
            </a:r>
            <a:r>
              <a:rPr spc="-25" dirty="0">
                <a:sym typeface="+mn-ea"/>
              </a:rPr>
              <a:t>MỀM</a:t>
            </a:r>
            <a:endParaRPr spc="-2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01625"/>
            <a:ext cx="7587615" cy="7556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4" dirty="0"/>
              <a:t>THÔNG</a:t>
            </a:r>
            <a:r>
              <a:rPr spc="-575" dirty="0"/>
              <a:t> </a:t>
            </a:r>
            <a:r>
              <a:rPr spc="-470" dirty="0"/>
              <a:t>TIN</a:t>
            </a:r>
            <a:r>
              <a:rPr spc="-585" dirty="0"/>
              <a:t> </a:t>
            </a:r>
            <a:r>
              <a:rPr spc="-70" dirty="0"/>
              <a:t>HỌC</a:t>
            </a:r>
            <a:r>
              <a:rPr spc="-570" dirty="0"/>
              <a:t> </a:t>
            </a:r>
            <a:r>
              <a:rPr spc="-80" dirty="0"/>
              <a:t>PHẦN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707696" y="1627599"/>
            <a:ext cx="11703050" cy="36506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9760" indent="-607060">
              <a:lnSpc>
                <a:spcPct val="100000"/>
              </a:lnSpc>
              <a:spcBef>
                <a:spcPts val="125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600" spc="-80" dirty="0">
                <a:latin typeface="Tahoma"/>
                <a:cs typeface="Tahoma"/>
              </a:rPr>
              <a:t>Nội</a:t>
            </a:r>
            <a:r>
              <a:rPr sz="3600" spc="-450" dirty="0">
                <a:latin typeface="Tahoma"/>
                <a:cs typeface="Tahoma"/>
              </a:rPr>
              <a:t> </a:t>
            </a:r>
            <a:r>
              <a:rPr sz="3600" spc="-125" dirty="0">
                <a:latin typeface="Tahoma"/>
                <a:cs typeface="Tahoma"/>
              </a:rPr>
              <a:t>dung</a:t>
            </a:r>
            <a:r>
              <a:rPr sz="3600" spc="-130" dirty="0">
                <a:latin typeface="Tahoma"/>
                <a:cs typeface="Tahoma"/>
              </a:rPr>
              <a:t> </a:t>
            </a:r>
            <a:r>
              <a:rPr sz="3600" spc="-75" dirty="0">
                <a:latin typeface="Tahoma"/>
                <a:cs typeface="Tahoma"/>
              </a:rPr>
              <a:t>học</a:t>
            </a:r>
            <a:r>
              <a:rPr sz="3600" spc="-44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phần:</a:t>
            </a:r>
            <a:endParaRPr sz="360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545"/>
              </a:spcBef>
              <a:buSzPct val="88000"/>
              <a:buChar char="•"/>
              <a:tabLst>
                <a:tab pos="1373505" algn="l"/>
              </a:tabLst>
            </a:pPr>
            <a:r>
              <a:rPr sz="2950" spc="-145" dirty="0">
                <a:latin typeface="Tahoma"/>
                <a:cs typeface="Tahoma"/>
              </a:rPr>
              <a:t>Chương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210" dirty="0">
                <a:latin typeface="Tahoma"/>
                <a:cs typeface="Tahoma"/>
              </a:rPr>
              <a:t>1: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Giới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14" dirty="0">
                <a:latin typeface="Tahoma"/>
                <a:cs typeface="Tahoma"/>
              </a:rPr>
              <a:t>thiệu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về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14" dirty="0">
                <a:latin typeface="Tahoma"/>
                <a:cs typeface="Tahoma"/>
              </a:rPr>
              <a:t>thiết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kế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65" dirty="0">
                <a:latin typeface="Tahoma"/>
                <a:cs typeface="Tahoma"/>
              </a:rPr>
              <a:t>Web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và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14" dirty="0">
                <a:latin typeface="Tahoma"/>
                <a:cs typeface="Tahoma"/>
              </a:rPr>
              <a:t>triển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khai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hệ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75" dirty="0">
                <a:latin typeface="Tahoma"/>
                <a:cs typeface="Tahoma"/>
              </a:rPr>
              <a:t>thống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phần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mềm</a:t>
            </a:r>
            <a:endParaRPr sz="295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495"/>
              </a:spcBef>
              <a:buSzPct val="88000"/>
              <a:buChar char="•"/>
              <a:tabLst>
                <a:tab pos="1373505" algn="l"/>
              </a:tabLst>
            </a:pPr>
            <a:r>
              <a:rPr sz="2950" spc="-145" dirty="0">
                <a:latin typeface="Tahoma"/>
                <a:cs typeface="Tahoma"/>
              </a:rPr>
              <a:t>Chương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210" dirty="0">
                <a:latin typeface="Tahoma"/>
                <a:cs typeface="Tahoma"/>
              </a:rPr>
              <a:t>2: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95" dirty="0">
                <a:latin typeface="Tahoma"/>
                <a:cs typeface="Tahoma"/>
              </a:rPr>
              <a:t>HTML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260" dirty="0">
                <a:latin typeface="Tahoma"/>
                <a:cs typeface="Tahoma"/>
              </a:rPr>
              <a:t>&amp;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HTML5</a:t>
            </a:r>
            <a:endParaRPr sz="295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495"/>
              </a:spcBef>
              <a:buSzPct val="88000"/>
              <a:buChar char="•"/>
              <a:tabLst>
                <a:tab pos="1373505" algn="l"/>
              </a:tabLst>
            </a:pPr>
            <a:r>
              <a:rPr sz="2950" spc="-145" dirty="0">
                <a:latin typeface="Tahoma"/>
                <a:cs typeface="Tahoma"/>
              </a:rPr>
              <a:t>Chương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210" dirty="0">
                <a:latin typeface="Tahoma"/>
                <a:cs typeface="Tahoma"/>
              </a:rPr>
              <a:t>3: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45" dirty="0">
                <a:latin typeface="Tahoma"/>
                <a:cs typeface="Tahoma"/>
              </a:rPr>
              <a:t>CSS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260" dirty="0">
                <a:latin typeface="Tahoma"/>
                <a:cs typeface="Tahoma"/>
              </a:rPr>
              <a:t>&amp;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CSS3</a:t>
            </a:r>
            <a:endParaRPr sz="295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495"/>
              </a:spcBef>
              <a:buSzPct val="88000"/>
              <a:buChar char="•"/>
              <a:tabLst>
                <a:tab pos="1373505" algn="l"/>
              </a:tabLst>
            </a:pPr>
            <a:r>
              <a:rPr sz="2950" spc="-145" dirty="0">
                <a:latin typeface="Tahoma"/>
                <a:cs typeface="Tahoma"/>
              </a:rPr>
              <a:t>Chương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210" dirty="0">
                <a:latin typeface="Tahoma"/>
                <a:cs typeface="Tahoma"/>
              </a:rPr>
              <a:t>4: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Cài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đặt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và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14" dirty="0">
                <a:latin typeface="Tahoma"/>
                <a:cs typeface="Tahoma"/>
              </a:rPr>
              <a:t>triển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khai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hệ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75" dirty="0">
                <a:latin typeface="Tahoma"/>
                <a:cs typeface="Tahoma"/>
              </a:rPr>
              <a:t>thống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phần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mềm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4940300" cy="530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3670300" lvl="8">
              <a:lnSpc>
                <a:spcPct val="100000"/>
              </a:lnSpc>
            </a:pPr>
            <a:endParaRPr spc="-2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01625"/>
            <a:ext cx="9598025" cy="7556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4" dirty="0"/>
              <a:t>THÔNG</a:t>
            </a:r>
            <a:r>
              <a:rPr spc="-575" dirty="0"/>
              <a:t> </a:t>
            </a:r>
            <a:r>
              <a:rPr spc="-470" dirty="0"/>
              <a:t>TIN</a:t>
            </a:r>
            <a:r>
              <a:rPr spc="-585" dirty="0"/>
              <a:t> </a:t>
            </a:r>
            <a:r>
              <a:rPr spc="-70" dirty="0"/>
              <a:t>HỌC</a:t>
            </a:r>
            <a:r>
              <a:rPr spc="-570" dirty="0"/>
              <a:t> </a:t>
            </a:r>
            <a:r>
              <a:rPr spc="-80" dirty="0"/>
              <a:t>PHẦN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707696" y="1627599"/>
            <a:ext cx="18870295" cy="4245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9760" indent="-607060">
              <a:lnSpc>
                <a:spcPct val="100000"/>
              </a:lnSpc>
              <a:spcBef>
                <a:spcPts val="125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600" spc="-110" dirty="0">
                <a:latin typeface="Tahoma"/>
                <a:cs typeface="Tahoma"/>
              </a:rPr>
              <a:t>Chuẩn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90" dirty="0">
                <a:latin typeface="Tahoma"/>
                <a:cs typeface="Tahoma"/>
              </a:rPr>
              <a:t>đầu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70" dirty="0">
                <a:latin typeface="Tahoma"/>
                <a:cs typeface="Tahoma"/>
              </a:rPr>
              <a:t>ra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70" dirty="0">
                <a:latin typeface="Tahoma"/>
                <a:cs typeface="Tahoma"/>
              </a:rPr>
              <a:t>môn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học:</a:t>
            </a:r>
            <a:endParaRPr sz="360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575"/>
              </a:spcBef>
              <a:buSzPct val="88000"/>
              <a:buFont typeface="Tahoma"/>
              <a:buChar char="•"/>
              <a:tabLst>
                <a:tab pos="1373505" algn="l"/>
              </a:tabLst>
            </a:pPr>
            <a:r>
              <a:rPr sz="2950" b="1" spc="-285" dirty="0">
                <a:latin typeface="Tahoma"/>
                <a:cs typeface="Tahoma"/>
              </a:rPr>
              <a:t>Kiến</a:t>
            </a:r>
            <a:r>
              <a:rPr sz="2950" b="1" spc="-330" dirty="0">
                <a:latin typeface="Tahoma"/>
                <a:cs typeface="Tahoma"/>
              </a:rPr>
              <a:t> </a:t>
            </a:r>
            <a:r>
              <a:rPr sz="2950" b="1" spc="-275" dirty="0">
                <a:latin typeface="Tahoma"/>
                <a:cs typeface="Tahoma"/>
              </a:rPr>
              <a:t>thức</a:t>
            </a:r>
            <a:r>
              <a:rPr sz="2950" spc="-275" dirty="0">
                <a:latin typeface="Tahoma"/>
                <a:cs typeface="Tahoma"/>
              </a:rPr>
              <a:t>:</a:t>
            </a:r>
            <a:r>
              <a:rPr sz="2950" spc="-37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S</a:t>
            </a:r>
            <a:r>
              <a:rPr sz="2950" dirty="0">
                <a:latin typeface="Calibri"/>
                <a:cs typeface="Calibri"/>
              </a:rPr>
              <a:t>ử</a:t>
            </a:r>
            <a:r>
              <a:rPr sz="2950" spc="105" dirty="0">
                <a:latin typeface="Calibri"/>
                <a:cs typeface="Calibri"/>
              </a:rPr>
              <a:t> </a:t>
            </a:r>
            <a:r>
              <a:rPr sz="2950" spc="-20" dirty="0">
                <a:latin typeface="Tahoma"/>
                <a:cs typeface="Tahoma"/>
              </a:rPr>
              <a:t>dụng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công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cụ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l</a:t>
            </a:r>
            <a:r>
              <a:rPr sz="2950" dirty="0">
                <a:latin typeface="Calibri"/>
                <a:cs typeface="Calibri"/>
              </a:rPr>
              <a:t>ậ</a:t>
            </a:r>
            <a:r>
              <a:rPr sz="2950" dirty="0">
                <a:latin typeface="Tahoma"/>
                <a:cs typeface="Tahoma"/>
              </a:rPr>
              <a:t>p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spc="-95" dirty="0">
                <a:latin typeface="Tahoma"/>
                <a:cs typeface="Tahoma"/>
              </a:rPr>
              <a:t>trình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spc="-45" dirty="0">
                <a:latin typeface="Tahoma"/>
                <a:cs typeface="Tahoma"/>
              </a:rPr>
              <a:t>web,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spc="-50" dirty="0">
                <a:latin typeface="Tahoma"/>
                <a:cs typeface="Tahoma"/>
              </a:rPr>
              <a:t>hi</a:t>
            </a:r>
            <a:r>
              <a:rPr sz="2950" spc="-50" dirty="0">
                <a:latin typeface="Calibri"/>
                <a:cs typeface="Calibri"/>
              </a:rPr>
              <a:t>ể</a:t>
            </a:r>
            <a:r>
              <a:rPr sz="2950" spc="-50" dirty="0">
                <a:latin typeface="Tahoma"/>
                <a:cs typeface="Tahoma"/>
              </a:rPr>
              <a:t>u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và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thi</a:t>
            </a:r>
            <a:r>
              <a:rPr sz="2950" spc="-85" dirty="0">
                <a:latin typeface="Calibri"/>
                <a:cs typeface="Calibri"/>
              </a:rPr>
              <a:t>ế</a:t>
            </a:r>
            <a:r>
              <a:rPr sz="2950" spc="-85" dirty="0">
                <a:latin typeface="Tahoma"/>
                <a:cs typeface="Tahoma"/>
              </a:rPr>
              <a:t>t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k</a:t>
            </a:r>
            <a:r>
              <a:rPr sz="2950" dirty="0">
                <a:latin typeface="Calibri"/>
                <a:cs typeface="Calibri"/>
              </a:rPr>
              <a:t>ế</a:t>
            </a:r>
            <a:r>
              <a:rPr sz="2950" spc="114" dirty="0">
                <a:latin typeface="Calibri"/>
                <a:cs typeface="Calibri"/>
              </a:rPr>
              <a:t> </a:t>
            </a:r>
            <a:r>
              <a:rPr sz="2950" spc="-20" dirty="0">
                <a:latin typeface="Tahoma"/>
                <a:cs typeface="Tahoma"/>
              </a:rPr>
              <a:t>giao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di</a:t>
            </a:r>
            <a:r>
              <a:rPr sz="2950" spc="-20" dirty="0">
                <a:latin typeface="Calibri"/>
                <a:cs typeface="Calibri"/>
              </a:rPr>
              <a:t>ệ</a:t>
            </a:r>
            <a:r>
              <a:rPr sz="2950" spc="-20" dirty="0">
                <a:latin typeface="Tahoma"/>
                <a:cs typeface="Tahoma"/>
              </a:rPr>
              <a:t>n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55" dirty="0">
                <a:latin typeface="Tahoma"/>
                <a:cs typeface="Tahoma"/>
              </a:rPr>
              <a:t>HTML/CSS,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dirty="0">
                <a:latin typeface="Calibri"/>
                <a:cs typeface="Calibri"/>
              </a:rPr>
              <a:t>ấ</a:t>
            </a:r>
            <a:r>
              <a:rPr sz="2950" dirty="0">
                <a:latin typeface="Tahoma"/>
                <a:cs typeface="Tahoma"/>
              </a:rPr>
              <a:t>u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spc="-75" dirty="0">
                <a:latin typeface="Tahoma"/>
                <a:cs typeface="Tahoma"/>
              </a:rPr>
              <a:t>hình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spc="-30" dirty="0">
                <a:latin typeface="Tahoma"/>
                <a:cs typeface="Tahoma"/>
              </a:rPr>
              <a:t>webserver,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s</a:t>
            </a:r>
            <a:r>
              <a:rPr sz="2950" dirty="0">
                <a:latin typeface="Calibri"/>
                <a:cs typeface="Calibri"/>
              </a:rPr>
              <a:t>ử</a:t>
            </a:r>
            <a:r>
              <a:rPr sz="2950" spc="110" dirty="0">
                <a:latin typeface="Calibri"/>
                <a:cs typeface="Calibri"/>
              </a:rPr>
              <a:t> </a:t>
            </a:r>
            <a:r>
              <a:rPr sz="2950" spc="-20" dirty="0">
                <a:latin typeface="Tahoma"/>
                <a:cs typeface="Tahoma"/>
              </a:rPr>
              <a:t>dụng</a:t>
            </a:r>
            <a:endParaRPr sz="2950">
              <a:latin typeface="Tahoma"/>
              <a:cs typeface="Tahoma"/>
            </a:endParaRPr>
          </a:p>
          <a:p>
            <a:pPr marL="1373505">
              <a:lnSpc>
                <a:spcPct val="100000"/>
              </a:lnSpc>
              <a:spcBef>
                <a:spcPts val="25"/>
              </a:spcBef>
            </a:pPr>
            <a:r>
              <a:rPr sz="2950" spc="-70" dirty="0">
                <a:latin typeface="Tahoma"/>
                <a:cs typeface="Tahoma"/>
              </a:rPr>
              <a:t>ti</a:t>
            </a:r>
            <a:r>
              <a:rPr sz="2950" spc="-70" dirty="0">
                <a:latin typeface="Calibri"/>
                <a:cs typeface="Calibri"/>
              </a:rPr>
              <a:t>ệ</a:t>
            </a:r>
            <a:r>
              <a:rPr sz="2950" spc="-70" dirty="0">
                <a:latin typeface="Tahoma"/>
                <a:cs typeface="Tahoma"/>
              </a:rPr>
              <a:t>n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ích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40" dirty="0">
                <a:latin typeface="Tahoma"/>
                <a:cs typeface="Tahoma"/>
              </a:rPr>
              <a:t>văn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phòng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Google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và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spc="-40" dirty="0">
                <a:latin typeface="Tahoma"/>
                <a:cs typeface="Tahoma"/>
              </a:rPr>
              <a:t>gi</a:t>
            </a:r>
            <a:r>
              <a:rPr sz="2950" spc="-40" dirty="0">
                <a:latin typeface="Calibri"/>
                <a:cs typeface="Calibri"/>
              </a:rPr>
              <a:t>ả</a:t>
            </a:r>
            <a:r>
              <a:rPr sz="2950" spc="-40" dirty="0">
                <a:latin typeface="Tahoma"/>
                <a:cs typeface="Tahoma"/>
              </a:rPr>
              <a:t>i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spc="-55" dirty="0">
                <a:latin typeface="Tahoma"/>
                <a:cs typeface="Tahoma"/>
              </a:rPr>
              <a:t>quy</a:t>
            </a:r>
            <a:r>
              <a:rPr sz="2950" spc="-55" dirty="0">
                <a:latin typeface="Calibri"/>
                <a:cs typeface="Calibri"/>
              </a:rPr>
              <a:t>ế</a:t>
            </a:r>
            <a:r>
              <a:rPr sz="2950" spc="-55" dirty="0">
                <a:latin typeface="Tahoma"/>
                <a:cs typeface="Tahoma"/>
              </a:rPr>
              <a:t>t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40" dirty="0">
                <a:latin typeface="Tahoma"/>
                <a:cs typeface="Tahoma"/>
              </a:rPr>
              <a:t>v</a:t>
            </a:r>
            <a:r>
              <a:rPr sz="2950" spc="-40" dirty="0">
                <a:latin typeface="Calibri"/>
                <a:cs typeface="Calibri"/>
              </a:rPr>
              <a:t>ấ</a:t>
            </a:r>
            <a:r>
              <a:rPr sz="2950" spc="-40" dirty="0">
                <a:latin typeface="Tahoma"/>
                <a:cs typeface="Tahoma"/>
              </a:rPr>
              <a:t>n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đ</a:t>
            </a:r>
            <a:r>
              <a:rPr sz="2950" dirty="0">
                <a:latin typeface="Calibri"/>
                <a:cs typeface="Calibri"/>
              </a:rPr>
              <a:t>ề</a:t>
            </a:r>
            <a:r>
              <a:rPr sz="2950" spc="105" dirty="0">
                <a:latin typeface="Calibri"/>
                <a:cs typeface="Calibri"/>
              </a:rPr>
              <a:t> </a:t>
            </a:r>
            <a:r>
              <a:rPr sz="2950" spc="-90" dirty="0">
                <a:latin typeface="Tahoma"/>
                <a:cs typeface="Tahoma"/>
              </a:rPr>
              <a:t>thi</a:t>
            </a:r>
            <a:r>
              <a:rPr sz="2950" spc="-90" dirty="0">
                <a:latin typeface="Calibri"/>
                <a:cs typeface="Calibri"/>
              </a:rPr>
              <a:t>ế</a:t>
            </a:r>
            <a:r>
              <a:rPr sz="2950" spc="-90" dirty="0">
                <a:latin typeface="Tahoma"/>
                <a:cs typeface="Tahoma"/>
              </a:rPr>
              <a:t>t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k</a:t>
            </a:r>
            <a:r>
              <a:rPr sz="2950" dirty="0">
                <a:latin typeface="Calibri"/>
                <a:cs typeface="Calibri"/>
              </a:rPr>
              <a:t>ế</a:t>
            </a:r>
            <a:r>
              <a:rPr sz="2950" spc="100" dirty="0">
                <a:latin typeface="Calibri"/>
                <a:cs typeface="Calibri"/>
              </a:rPr>
              <a:t> </a:t>
            </a:r>
            <a:r>
              <a:rPr sz="2950" spc="-35" dirty="0">
                <a:latin typeface="Tahoma"/>
                <a:cs typeface="Tahoma"/>
              </a:rPr>
              <a:t>web.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(LO1.1;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LO1.2;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LO1.3)</a:t>
            </a:r>
            <a:endParaRPr sz="295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495"/>
              </a:spcBef>
              <a:buSzPct val="88000"/>
              <a:buFont typeface="Tahoma"/>
              <a:buChar char="•"/>
              <a:tabLst>
                <a:tab pos="1373505" algn="l"/>
              </a:tabLst>
            </a:pPr>
            <a:r>
              <a:rPr sz="2950" b="1" spc="-400" dirty="0">
                <a:latin typeface="Tahoma"/>
                <a:cs typeface="Tahoma"/>
              </a:rPr>
              <a:t>Kỹ</a:t>
            </a:r>
            <a:r>
              <a:rPr sz="2950" b="1" spc="-330" dirty="0">
                <a:latin typeface="Tahoma"/>
                <a:cs typeface="Tahoma"/>
              </a:rPr>
              <a:t> </a:t>
            </a:r>
            <a:r>
              <a:rPr sz="2950" b="1" spc="-355" dirty="0">
                <a:latin typeface="Tahoma"/>
                <a:cs typeface="Tahoma"/>
              </a:rPr>
              <a:t>năng</a:t>
            </a:r>
            <a:r>
              <a:rPr sz="2950" spc="-355" dirty="0">
                <a:latin typeface="Tahoma"/>
                <a:cs typeface="Tahoma"/>
              </a:rPr>
              <a:t>:</a:t>
            </a:r>
            <a:r>
              <a:rPr sz="2950" spc="-36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Chu</a:t>
            </a:r>
            <a:r>
              <a:rPr sz="2950" dirty="0">
                <a:latin typeface="Calibri"/>
                <a:cs typeface="Calibri"/>
              </a:rPr>
              <a:t>ẩ</a:t>
            </a:r>
            <a:r>
              <a:rPr sz="2950" dirty="0">
                <a:latin typeface="Tahoma"/>
                <a:cs typeface="Tahoma"/>
              </a:rPr>
              <a:t>n</a:t>
            </a:r>
            <a:r>
              <a:rPr sz="2950" spc="-229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đ</a:t>
            </a:r>
            <a:r>
              <a:rPr sz="2950" spc="-20" dirty="0">
                <a:latin typeface="Calibri"/>
                <a:cs typeface="Calibri"/>
              </a:rPr>
              <a:t>ầ</a:t>
            </a:r>
            <a:r>
              <a:rPr sz="2950" spc="-20" dirty="0">
                <a:latin typeface="Tahoma"/>
                <a:cs typeface="Tahoma"/>
              </a:rPr>
              <a:t>u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ra</a:t>
            </a:r>
            <a:r>
              <a:rPr sz="2950" spc="-17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</a:t>
            </a:r>
            <a:r>
              <a:rPr sz="2950" dirty="0">
                <a:latin typeface="Calibri"/>
                <a:cs typeface="Calibri"/>
              </a:rPr>
              <a:t>ề</a:t>
            </a:r>
            <a:r>
              <a:rPr sz="2950" spc="90" dirty="0">
                <a:latin typeface="Calibri"/>
                <a:cs typeface="Calibri"/>
              </a:rPr>
              <a:t> </a:t>
            </a:r>
            <a:r>
              <a:rPr sz="2950" dirty="0">
                <a:latin typeface="Tahoma"/>
                <a:cs typeface="Tahoma"/>
              </a:rPr>
              <a:t>k</a:t>
            </a:r>
            <a:r>
              <a:rPr sz="2950" dirty="0">
                <a:latin typeface="Calibri"/>
                <a:cs typeface="Calibri"/>
              </a:rPr>
              <a:t>ỹ</a:t>
            </a:r>
            <a:r>
              <a:rPr sz="2950" spc="100" dirty="0">
                <a:latin typeface="Calibri"/>
                <a:cs typeface="Calibri"/>
              </a:rPr>
              <a:t> </a:t>
            </a:r>
            <a:r>
              <a:rPr sz="2950" spc="-20" dirty="0">
                <a:latin typeface="Tahoma"/>
                <a:cs typeface="Tahoma"/>
              </a:rPr>
              <a:t>năng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g</a:t>
            </a:r>
            <a:r>
              <a:rPr sz="2950" spc="-20" dirty="0">
                <a:latin typeface="Calibri"/>
                <a:cs typeface="Calibri"/>
              </a:rPr>
              <a:t>ồ</a:t>
            </a:r>
            <a:r>
              <a:rPr sz="2950" spc="-20" dirty="0">
                <a:latin typeface="Tahoma"/>
                <a:cs typeface="Tahoma"/>
              </a:rPr>
              <a:t>m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spc="-90" dirty="0">
                <a:latin typeface="Tahoma"/>
                <a:cs typeface="Tahoma"/>
              </a:rPr>
              <a:t>thi</a:t>
            </a:r>
            <a:r>
              <a:rPr sz="2950" spc="-90" dirty="0">
                <a:latin typeface="Calibri"/>
                <a:cs typeface="Calibri"/>
              </a:rPr>
              <a:t>ế</a:t>
            </a:r>
            <a:r>
              <a:rPr sz="2950" spc="-90" dirty="0">
                <a:latin typeface="Tahoma"/>
                <a:cs typeface="Tahoma"/>
              </a:rPr>
              <a:t>t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k</a:t>
            </a:r>
            <a:r>
              <a:rPr sz="2950" dirty="0">
                <a:latin typeface="Calibri"/>
                <a:cs typeface="Calibri"/>
              </a:rPr>
              <a:t>ế</a:t>
            </a:r>
            <a:r>
              <a:rPr sz="2950" spc="95" dirty="0">
                <a:latin typeface="Calibri"/>
                <a:cs typeface="Calibri"/>
              </a:rPr>
              <a:t> </a:t>
            </a:r>
            <a:r>
              <a:rPr sz="2950" spc="-25" dirty="0">
                <a:latin typeface="Tahoma"/>
                <a:cs typeface="Tahoma"/>
              </a:rPr>
              <a:t>website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đáp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Calibri"/>
                <a:cs typeface="Calibri"/>
              </a:rPr>
              <a:t>ứ</a:t>
            </a:r>
            <a:r>
              <a:rPr sz="2950" dirty="0">
                <a:latin typeface="Tahoma"/>
                <a:cs typeface="Tahoma"/>
              </a:rPr>
              <a:t>ng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40" dirty="0">
                <a:latin typeface="Tahoma"/>
                <a:cs typeface="Tahoma"/>
              </a:rPr>
              <a:t>yêu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dirty="0">
                <a:latin typeface="Calibri"/>
                <a:cs typeface="Calibri"/>
              </a:rPr>
              <a:t>ầ</a:t>
            </a:r>
            <a:r>
              <a:rPr sz="2950" dirty="0">
                <a:latin typeface="Tahoma"/>
                <a:cs typeface="Tahoma"/>
              </a:rPr>
              <a:t>u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ngư</a:t>
            </a:r>
            <a:r>
              <a:rPr sz="2950" spc="-20" dirty="0">
                <a:latin typeface="Calibri"/>
                <a:cs typeface="Calibri"/>
              </a:rPr>
              <a:t>ờ</a:t>
            </a:r>
            <a:r>
              <a:rPr sz="2950" spc="-20" dirty="0">
                <a:latin typeface="Tahoma"/>
                <a:cs typeface="Tahoma"/>
              </a:rPr>
              <a:t>i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dùng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b</a:t>
            </a:r>
            <a:r>
              <a:rPr sz="2950" dirty="0">
                <a:latin typeface="Calibri"/>
                <a:cs typeface="Calibri"/>
              </a:rPr>
              <a:t>ằ</a:t>
            </a:r>
            <a:r>
              <a:rPr sz="2950" dirty="0">
                <a:latin typeface="Tahoma"/>
                <a:cs typeface="Tahoma"/>
              </a:rPr>
              <a:t>ng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65" dirty="0">
                <a:latin typeface="Tahoma"/>
                <a:cs typeface="Tahoma"/>
              </a:rPr>
              <a:t>HTML/CSS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và</a:t>
            </a:r>
            <a:endParaRPr sz="2950">
              <a:latin typeface="Tahoma"/>
              <a:cs typeface="Tahoma"/>
            </a:endParaRPr>
          </a:p>
          <a:p>
            <a:pPr marL="1373505">
              <a:lnSpc>
                <a:spcPct val="100000"/>
              </a:lnSpc>
              <a:spcBef>
                <a:spcPts val="25"/>
              </a:spcBef>
            </a:pPr>
            <a:r>
              <a:rPr sz="2950" spc="-65" dirty="0">
                <a:latin typeface="Tahoma"/>
                <a:cs typeface="Tahoma"/>
              </a:rPr>
              <a:t>thành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spc="-35" dirty="0">
                <a:latin typeface="Tahoma"/>
                <a:cs typeface="Tahoma"/>
              </a:rPr>
              <a:t>thạo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s</a:t>
            </a:r>
            <a:r>
              <a:rPr sz="2950" dirty="0">
                <a:latin typeface="Calibri"/>
                <a:cs typeface="Calibri"/>
              </a:rPr>
              <a:t>ử</a:t>
            </a:r>
            <a:r>
              <a:rPr sz="2950" spc="114" dirty="0">
                <a:latin typeface="Calibri"/>
                <a:cs typeface="Calibri"/>
              </a:rPr>
              <a:t> </a:t>
            </a:r>
            <a:r>
              <a:rPr sz="2950" spc="-20" dirty="0">
                <a:latin typeface="Tahoma"/>
                <a:cs typeface="Tahoma"/>
              </a:rPr>
              <a:t>dụng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spc="110" dirty="0">
                <a:latin typeface="Tahoma"/>
                <a:cs typeface="Tahoma"/>
              </a:rPr>
              <a:t>các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spc="-75" dirty="0">
                <a:latin typeface="Tahoma"/>
                <a:cs typeface="Tahoma"/>
              </a:rPr>
              <a:t>ti</a:t>
            </a:r>
            <a:r>
              <a:rPr sz="2950" spc="-75" dirty="0">
                <a:latin typeface="Calibri"/>
                <a:cs typeface="Calibri"/>
              </a:rPr>
              <a:t>ệ</a:t>
            </a:r>
            <a:r>
              <a:rPr sz="2950" spc="-75" dirty="0">
                <a:latin typeface="Tahoma"/>
                <a:cs typeface="Tahoma"/>
              </a:rPr>
              <a:t>n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ích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spc="-40" dirty="0">
                <a:latin typeface="Tahoma"/>
                <a:cs typeface="Tahoma"/>
              </a:rPr>
              <a:t>văn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phòng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Google</a:t>
            </a:r>
            <a:r>
              <a:rPr sz="2950" spc="-370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(LO2.1,</a:t>
            </a:r>
            <a:r>
              <a:rPr sz="2950" spc="-36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LO2.2).</a:t>
            </a:r>
            <a:endParaRPr sz="2950">
              <a:latin typeface="Tahoma"/>
              <a:cs typeface="Tahoma"/>
            </a:endParaRPr>
          </a:p>
          <a:p>
            <a:pPr marL="1373505" marR="901065" lvl="1" indent="-565785">
              <a:lnSpc>
                <a:spcPct val="101000"/>
              </a:lnSpc>
              <a:spcBef>
                <a:spcPts val="2475"/>
              </a:spcBef>
              <a:buSzPct val="88000"/>
              <a:buFont typeface="Tahoma"/>
              <a:buChar char="•"/>
              <a:tabLst>
                <a:tab pos="1373505" algn="l"/>
              </a:tabLst>
            </a:pPr>
            <a:r>
              <a:rPr sz="2950" b="1" spc="-370" dirty="0">
                <a:latin typeface="Tahoma"/>
                <a:cs typeface="Tahoma"/>
              </a:rPr>
              <a:t>Năng</a:t>
            </a:r>
            <a:r>
              <a:rPr sz="2950" b="1" spc="-330" dirty="0">
                <a:latin typeface="Tahoma"/>
                <a:cs typeface="Tahoma"/>
              </a:rPr>
              <a:t> </a:t>
            </a:r>
            <a:r>
              <a:rPr sz="2950" b="1" spc="-190" dirty="0">
                <a:latin typeface="Tahoma"/>
                <a:cs typeface="Tahoma"/>
              </a:rPr>
              <a:t>lực</a:t>
            </a:r>
            <a:r>
              <a:rPr sz="2950" b="1" spc="-330" dirty="0">
                <a:latin typeface="Tahoma"/>
                <a:cs typeface="Tahoma"/>
              </a:rPr>
              <a:t> </a:t>
            </a:r>
            <a:r>
              <a:rPr sz="2950" b="1" spc="-320" dirty="0">
                <a:latin typeface="Tahoma"/>
                <a:cs typeface="Tahoma"/>
              </a:rPr>
              <a:t>tự</a:t>
            </a:r>
            <a:r>
              <a:rPr sz="2950" b="1" spc="-330" dirty="0">
                <a:latin typeface="Tahoma"/>
                <a:cs typeface="Tahoma"/>
              </a:rPr>
              <a:t> </a:t>
            </a:r>
            <a:r>
              <a:rPr sz="2950" b="1" spc="-260" dirty="0">
                <a:latin typeface="Tahoma"/>
                <a:cs typeface="Tahoma"/>
              </a:rPr>
              <a:t>chủ</a:t>
            </a:r>
            <a:r>
              <a:rPr sz="2950" spc="-260" dirty="0">
                <a:latin typeface="Tahoma"/>
                <a:cs typeface="Tahoma"/>
              </a:rPr>
              <a:t>:</a:t>
            </a:r>
            <a:r>
              <a:rPr sz="2950" spc="-3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Chu</a:t>
            </a:r>
            <a:r>
              <a:rPr sz="2950" dirty="0">
                <a:latin typeface="Calibri"/>
                <a:cs typeface="Calibri"/>
              </a:rPr>
              <a:t>ẩ</a:t>
            </a:r>
            <a:r>
              <a:rPr sz="2950" dirty="0">
                <a:latin typeface="Tahoma"/>
                <a:cs typeface="Tahoma"/>
              </a:rPr>
              <a:t>n</a:t>
            </a:r>
            <a:r>
              <a:rPr sz="2950" spc="-23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đ</a:t>
            </a:r>
            <a:r>
              <a:rPr sz="2950" spc="-20" dirty="0">
                <a:latin typeface="Calibri"/>
                <a:cs typeface="Calibri"/>
              </a:rPr>
              <a:t>ầ</a:t>
            </a:r>
            <a:r>
              <a:rPr sz="2950" spc="-20" dirty="0">
                <a:latin typeface="Tahoma"/>
                <a:cs typeface="Tahoma"/>
              </a:rPr>
              <a:t>u</a:t>
            </a:r>
            <a:r>
              <a:rPr sz="2950" spc="-19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ra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</a:t>
            </a:r>
            <a:r>
              <a:rPr sz="2950" dirty="0">
                <a:latin typeface="Calibri"/>
                <a:cs typeface="Calibri"/>
              </a:rPr>
              <a:t>ề</a:t>
            </a:r>
            <a:r>
              <a:rPr sz="2950" spc="95" dirty="0">
                <a:latin typeface="Calibri"/>
                <a:cs typeface="Calibri"/>
              </a:rPr>
              <a:t> </a:t>
            </a:r>
            <a:r>
              <a:rPr sz="2950" dirty="0">
                <a:latin typeface="Tahoma"/>
                <a:cs typeface="Tahoma"/>
              </a:rPr>
              <a:t>t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spc="90" dirty="0">
                <a:latin typeface="Calibri"/>
                <a:cs typeface="Calibri"/>
              </a:rPr>
              <a:t> </a:t>
            </a:r>
            <a:r>
              <a:rPr sz="2950" dirty="0">
                <a:latin typeface="Tahoma"/>
                <a:cs typeface="Tahoma"/>
              </a:rPr>
              <a:t>ch</a:t>
            </a:r>
            <a:r>
              <a:rPr sz="2950" dirty="0">
                <a:latin typeface="Calibri"/>
                <a:cs typeface="Calibri"/>
              </a:rPr>
              <a:t>ủ</a:t>
            </a:r>
            <a:r>
              <a:rPr sz="2950" spc="80" dirty="0">
                <a:latin typeface="Calibri"/>
                <a:cs typeface="Calibri"/>
              </a:rPr>
              <a:t> </a:t>
            </a:r>
            <a:r>
              <a:rPr sz="2950" dirty="0">
                <a:latin typeface="Tahoma"/>
                <a:cs typeface="Tahoma"/>
              </a:rPr>
              <a:t>và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trách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nhi</a:t>
            </a:r>
            <a:r>
              <a:rPr sz="2950" spc="-70" dirty="0">
                <a:latin typeface="Calibri"/>
                <a:cs typeface="Calibri"/>
              </a:rPr>
              <a:t>ệ</a:t>
            </a:r>
            <a:r>
              <a:rPr sz="2950" spc="-70" dirty="0">
                <a:latin typeface="Tahoma"/>
                <a:cs typeface="Tahoma"/>
              </a:rPr>
              <a:t>m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g</a:t>
            </a:r>
            <a:r>
              <a:rPr sz="2950" spc="-10" dirty="0">
                <a:latin typeface="Calibri"/>
                <a:cs typeface="Calibri"/>
              </a:rPr>
              <a:t>ồ</a:t>
            </a:r>
            <a:r>
              <a:rPr sz="2950" spc="-10" dirty="0">
                <a:latin typeface="Tahoma"/>
                <a:cs typeface="Tahoma"/>
              </a:rPr>
              <a:t>m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35" dirty="0">
                <a:latin typeface="Tahoma"/>
                <a:cs typeface="Tahoma"/>
              </a:rPr>
              <a:t>rèn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luy</a:t>
            </a:r>
            <a:r>
              <a:rPr sz="2950" spc="-70" dirty="0">
                <a:latin typeface="Calibri"/>
                <a:cs typeface="Calibri"/>
              </a:rPr>
              <a:t>ệ</a:t>
            </a:r>
            <a:r>
              <a:rPr sz="2950" spc="-70" dirty="0">
                <a:latin typeface="Tahoma"/>
                <a:cs typeface="Tahoma"/>
              </a:rPr>
              <a:t>n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đạo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đ</a:t>
            </a:r>
            <a:r>
              <a:rPr sz="2950" dirty="0">
                <a:latin typeface="Calibri"/>
                <a:cs typeface="Calibri"/>
              </a:rPr>
              <a:t>ứ</a:t>
            </a:r>
            <a:r>
              <a:rPr sz="2950" dirty="0">
                <a:latin typeface="Tahoma"/>
                <a:cs typeface="Tahoma"/>
              </a:rPr>
              <a:t>c,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spc="-90" dirty="0">
                <a:latin typeface="Tahoma"/>
                <a:cs typeface="Tahoma"/>
              </a:rPr>
              <a:t>ý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th</a:t>
            </a:r>
            <a:r>
              <a:rPr sz="2950" dirty="0">
                <a:latin typeface="Calibri"/>
                <a:cs typeface="Calibri"/>
              </a:rPr>
              <a:t>ứ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trách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75" dirty="0">
                <a:latin typeface="Tahoma"/>
                <a:cs typeface="Tahoma"/>
              </a:rPr>
              <a:t>nhi</a:t>
            </a:r>
            <a:r>
              <a:rPr sz="2950" spc="-75" dirty="0">
                <a:latin typeface="Calibri"/>
                <a:cs typeface="Calibri"/>
              </a:rPr>
              <a:t>ệ</a:t>
            </a:r>
            <a:r>
              <a:rPr sz="2950" spc="-75" dirty="0">
                <a:latin typeface="Tahoma"/>
                <a:cs typeface="Tahoma"/>
              </a:rPr>
              <a:t>m,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tác phong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làm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vi</a:t>
            </a:r>
            <a:r>
              <a:rPr sz="2950" dirty="0">
                <a:latin typeface="Calibri"/>
                <a:cs typeface="Calibri"/>
              </a:rPr>
              <a:t>ệ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khoa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học,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trung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th</a:t>
            </a:r>
            <a:r>
              <a:rPr sz="2950" spc="-10" dirty="0">
                <a:latin typeface="Calibri"/>
                <a:cs typeface="Calibri"/>
              </a:rPr>
              <a:t>ự</a:t>
            </a:r>
            <a:r>
              <a:rPr sz="2950" spc="-10" dirty="0">
                <a:latin typeface="Tahoma"/>
                <a:cs typeface="Tahoma"/>
              </a:rPr>
              <a:t>c,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hoàn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thành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spc="-95" dirty="0">
                <a:latin typeface="Tahoma"/>
                <a:cs typeface="Tahoma"/>
              </a:rPr>
              <a:t>t</a:t>
            </a:r>
            <a:r>
              <a:rPr sz="2950" spc="-95" dirty="0">
                <a:latin typeface="Calibri"/>
                <a:cs typeface="Calibri"/>
              </a:rPr>
              <a:t>ố</a:t>
            </a:r>
            <a:r>
              <a:rPr sz="2950" spc="-95" dirty="0">
                <a:latin typeface="Tahoma"/>
                <a:cs typeface="Tahoma"/>
              </a:rPr>
              <a:t>t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mục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spc="-75" dirty="0">
                <a:latin typeface="Tahoma"/>
                <a:cs typeface="Tahoma"/>
              </a:rPr>
              <a:t>tiêu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học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30" dirty="0">
                <a:latin typeface="Tahoma"/>
                <a:cs typeface="Tahoma"/>
              </a:rPr>
              <a:t>t</a:t>
            </a:r>
            <a:r>
              <a:rPr sz="2950" spc="-30" dirty="0">
                <a:latin typeface="Calibri"/>
                <a:cs typeface="Calibri"/>
              </a:rPr>
              <a:t>ậ</a:t>
            </a:r>
            <a:r>
              <a:rPr sz="2950" spc="-30" dirty="0">
                <a:latin typeface="Tahoma"/>
                <a:cs typeface="Tahoma"/>
              </a:rPr>
              <a:t>p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(LO3.1,</a:t>
            </a:r>
            <a:r>
              <a:rPr sz="2950" spc="-38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LO3.2)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4961890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endParaRPr spc="-2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521" y="301915"/>
            <a:ext cx="8037830" cy="7626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5" dirty="0"/>
              <a:t>TÀI</a:t>
            </a:r>
            <a:r>
              <a:rPr spc="-580" dirty="0"/>
              <a:t> </a:t>
            </a:r>
            <a:r>
              <a:rPr spc="-305" dirty="0"/>
              <a:t>LIỆU</a:t>
            </a:r>
            <a:r>
              <a:rPr spc="-575" dirty="0"/>
              <a:t> </a:t>
            </a:r>
            <a:r>
              <a:rPr spc="-70" dirty="0"/>
              <a:t>HỌC</a:t>
            </a:r>
            <a:r>
              <a:rPr spc="-560" dirty="0"/>
              <a:t> </a:t>
            </a:r>
            <a:r>
              <a:rPr spc="-365" dirty="0"/>
              <a:t>TẬP</a:t>
            </a:r>
            <a:r>
              <a:rPr spc="-575" dirty="0"/>
              <a:t> </a:t>
            </a:r>
            <a:r>
              <a:rPr spc="-245" dirty="0"/>
              <a:t>KHUYẾN</a:t>
            </a:r>
            <a:r>
              <a:rPr spc="-560" dirty="0"/>
              <a:t> </a:t>
            </a:r>
            <a:r>
              <a:rPr spc="-125" dirty="0"/>
              <a:t>NGHỊ</a:t>
            </a:r>
            <a:endParaRPr spc="-125" dirty="0"/>
          </a:p>
        </p:txBody>
      </p:sp>
      <p:sp>
        <p:nvSpPr>
          <p:cNvPr id="3" name="object 3"/>
          <p:cNvSpPr txBox="1"/>
          <p:nvPr/>
        </p:nvSpPr>
        <p:spPr>
          <a:xfrm>
            <a:off x="707696" y="1627599"/>
            <a:ext cx="12463780" cy="4017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9760" indent="-607060">
              <a:lnSpc>
                <a:spcPct val="100000"/>
              </a:lnSpc>
              <a:spcBef>
                <a:spcPts val="125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600" spc="-114" dirty="0">
                <a:latin typeface="Tahoma"/>
                <a:cs typeface="Tahoma"/>
              </a:rPr>
              <a:t>Sách/Giáo</a:t>
            </a:r>
            <a:r>
              <a:rPr sz="3600" spc="-405" dirty="0">
                <a:latin typeface="Tahoma"/>
                <a:cs typeface="Tahoma"/>
              </a:rPr>
              <a:t> </a:t>
            </a:r>
            <a:r>
              <a:rPr sz="3600" spc="-155" dirty="0">
                <a:latin typeface="Tahoma"/>
                <a:cs typeface="Tahoma"/>
              </a:rPr>
              <a:t>trình</a:t>
            </a:r>
            <a:r>
              <a:rPr sz="3600" spc="-400" dirty="0">
                <a:latin typeface="Tahoma"/>
                <a:cs typeface="Tahoma"/>
              </a:rPr>
              <a:t> </a:t>
            </a:r>
            <a:r>
              <a:rPr sz="3600" spc="-180" dirty="0">
                <a:latin typeface="Tahoma"/>
                <a:cs typeface="Tahoma"/>
              </a:rPr>
              <a:t>tiếng</a:t>
            </a:r>
            <a:r>
              <a:rPr sz="3600" spc="-40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Việt:</a:t>
            </a:r>
            <a:endParaRPr sz="360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610"/>
              </a:spcBef>
              <a:buSzPct val="88000"/>
              <a:buChar char="•"/>
              <a:tabLst>
                <a:tab pos="1373505" algn="l"/>
              </a:tabLst>
            </a:pPr>
            <a:r>
              <a:rPr sz="2950" spc="-45" dirty="0">
                <a:latin typeface="Tahoma"/>
                <a:cs typeface="Tahoma"/>
              </a:rPr>
              <a:t>Tài</a:t>
            </a:r>
            <a:r>
              <a:rPr sz="2950" spc="-190" dirty="0">
                <a:latin typeface="Tahoma"/>
                <a:cs typeface="Tahoma"/>
              </a:rPr>
              <a:t> </a:t>
            </a:r>
            <a:r>
              <a:rPr sz="2950" spc="-55" dirty="0">
                <a:latin typeface="Tahoma"/>
                <a:cs typeface="Tahoma"/>
              </a:rPr>
              <a:t>li</a:t>
            </a:r>
            <a:r>
              <a:rPr sz="2950" spc="-55" dirty="0">
                <a:latin typeface="Calibri"/>
                <a:cs typeface="Calibri"/>
              </a:rPr>
              <a:t>ệ</a:t>
            </a:r>
            <a:r>
              <a:rPr sz="2950" spc="-55" dirty="0">
                <a:latin typeface="Tahoma"/>
                <a:cs typeface="Tahoma"/>
              </a:rPr>
              <a:t>u</a:t>
            </a:r>
            <a:r>
              <a:rPr sz="2950" spc="-17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gi</a:t>
            </a:r>
            <a:r>
              <a:rPr sz="2950" spc="-20" dirty="0">
                <a:latin typeface="Calibri"/>
                <a:cs typeface="Calibri"/>
              </a:rPr>
              <a:t>ả</a:t>
            </a:r>
            <a:r>
              <a:rPr sz="2950" spc="-20" dirty="0">
                <a:latin typeface="Tahoma"/>
                <a:cs typeface="Tahoma"/>
              </a:rPr>
              <a:t>ng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dạy</a:t>
            </a:r>
            <a:r>
              <a:rPr sz="2950" spc="-19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do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Khoa</a:t>
            </a:r>
            <a:r>
              <a:rPr sz="2950" spc="-195" dirty="0">
                <a:latin typeface="Tahoma"/>
                <a:cs typeface="Tahoma"/>
              </a:rPr>
              <a:t> </a:t>
            </a:r>
            <a:r>
              <a:rPr sz="2950" spc="-40" dirty="0">
                <a:latin typeface="Tahoma"/>
                <a:cs typeface="Tahoma"/>
              </a:rPr>
              <a:t>biên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soạn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b</a:t>
            </a:r>
            <a:r>
              <a:rPr sz="2950" dirty="0">
                <a:latin typeface="Calibri"/>
                <a:cs typeface="Calibri"/>
              </a:rPr>
              <a:t>ằ</a:t>
            </a:r>
            <a:r>
              <a:rPr sz="2950" dirty="0">
                <a:latin typeface="Tahoma"/>
                <a:cs typeface="Tahoma"/>
              </a:rPr>
              <a:t>ng</a:t>
            </a:r>
            <a:r>
              <a:rPr sz="2950" spc="-190" dirty="0">
                <a:latin typeface="Tahoma"/>
                <a:cs typeface="Tahoma"/>
              </a:rPr>
              <a:t> </a:t>
            </a:r>
            <a:r>
              <a:rPr sz="2950" spc="-55" dirty="0">
                <a:latin typeface="Tahoma"/>
                <a:cs typeface="Tahoma"/>
              </a:rPr>
              <a:t>ti</a:t>
            </a:r>
            <a:r>
              <a:rPr sz="2950" spc="-55" dirty="0">
                <a:latin typeface="Calibri"/>
                <a:cs typeface="Calibri"/>
              </a:rPr>
              <a:t>ế</a:t>
            </a:r>
            <a:r>
              <a:rPr sz="2950" spc="-55" dirty="0">
                <a:latin typeface="Tahoma"/>
                <a:cs typeface="Tahoma"/>
              </a:rPr>
              <a:t>ng</a:t>
            </a:r>
            <a:r>
              <a:rPr sz="2950" spc="-175" dirty="0">
                <a:latin typeface="Tahoma"/>
                <a:cs typeface="Tahoma"/>
              </a:rPr>
              <a:t> </a:t>
            </a:r>
            <a:r>
              <a:rPr sz="2950" spc="-35" dirty="0">
                <a:latin typeface="Tahoma"/>
                <a:cs typeface="Tahoma"/>
              </a:rPr>
              <a:t>Vi</a:t>
            </a:r>
            <a:r>
              <a:rPr sz="2950" spc="-35" dirty="0">
                <a:latin typeface="Calibri"/>
                <a:cs typeface="Calibri"/>
              </a:rPr>
              <a:t>ệ</a:t>
            </a:r>
            <a:r>
              <a:rPr sz="2950" spc="-35" dirty="0">
                <a:latin typeface="Tahoma"/>
                <a:cs typeface="Tahoma"/>
              </a:rPr>
              <a:t>t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b</a:t>
            </a:r>
            <a:r>
              <a:rPr sz="2950" dirty="0">
                <a:latin typeface="Calibri"/>
                <a:cs typeface="Calibri"/>
              </a:rPr>
              <a:t>ổ</a:t>
            </a:r>
            <a:r>
              <a:rPr sz="2950" spc="70" dirty="0">
                <a:latin typeface="Calibri"/>
                <a:cs typeface="Calibri"/>
              </a:rPr>
              <a:t> </a:t>
            </a:r>
            <a:r>
              <a:rPr sz="2950" dirty="0">
                <a:latin typeface="Tahoma"/>
                <a:cs typeface="Tahoma"/>
              </a:rPr>
              <a:t>tr</a:t>
            </a:r>
            <a:r>
              <a:rPr sz="2950" dirty="0">
                <a:latin typeface="Calibri"/>
                <a:cs typeface="Calibri"/>
              </a:rPr>
              <a:t>ợ</a:t>
            </a:r>
            <a:r>
              <a:rPr sz="2950" spc="70" dirty="0">
                <a:latin typeface="Calibri"/>
                <a:cs typeface="Calibri"/>
              </a:rPr>
              <a:t> </a:t>
            </a:r>
            <a:r>
              <a:rPr sz="2950" spc="-20" dirty="0">
                <a:latin typeface="Tahoma"/>
                <a:cs typeface="Tahoma"/>
              </a:rPr>
              <a:t>kèm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theo</a:t>
            </a:r>
            <a:endParaRPr sz="2950">
              <a:latin typeface="Tahoma"/>
              <a:cs typeface="Tahoma"/>
            </a:endParaRPr>
          </a:p>
          <a:p>
            <a:pPr marL="619760" indent="-607060">
              <a:lnSpc>
                <a:spcPct val="100000"/>
              </a:lnSpc>
              <a:spcBef>
                <a:spcPts val="3220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600" spc="-114" dirty="0">
                <a:latin typeface="Tahoma"/>
                <a:cs typeface="Tahoma"/>
              </a:rPr>
              <a:t>Sách/Giáo</a:t>
            </a:r>
            <a:r>
              <a:rPr sz="3600" spc="-405" dirty="0">
                <a:latin typeface="Tahoma"/>
                <a:cs typeface="Tahoma"/>
              </a:rPr>
              <a:t> </a:t>
            </a:r>
            <a:r>
              <a:rPr sz="3600" spc="-155" dirty="0">
                <a:latin typeface="Tahoma"/>
                <a:cs typeface="Tahoma"/>
              </a:rPr>
              <a:t>trình</a:t>
            </a:r>
            <a:r>
              <a:rPr sz="3600" spc="-400" dirty="0">
                <a:latin typeface="Tahoma"/>
                <a:cs typeface="Tahoma"/>
              </a:rPr>
              <a:t> </a:t>
            </a:r>
            <a:r>
              <a:rPr sz="3600" spc="-180" dirty="0">
                <a:latin typeface="Tahoma"/>
                <a:cs typeface="Tahoma"/>
              </a:rPr>
              <a:t>tiếng</a:t>
            </a:r>
            <a:r>
              <a:rPr sz="3600" spc="-405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Anh:</a:t>
            </a:r>
            <a:endParaRPr sz="360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575"/>
              </a:spcBef>
              <a:buSzPct val="88000"/>
              <a:buChar char="•"/>
              <a:tabLst>
                <a:tab pos="1373505" algn="l"/>
              </a:tabLst>
            </a:pPr>
            <a:r>
              <a:rPr sz="2950" dirty="0">
                <a:latin typeface="Tahoma"/>
                <a:cs typeface="Tahoma"/>
              </a:rPr>
              <a:t>Responsive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Web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Design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105" dirty="0">
                <a:latin typeface="Tahoma"/>
                <a:cs typeface="Tahoma"/>
              </a:rPr>
              <a:t>with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50" dirty="0">
                <a:latin typeface="Tahoma"/>
                <a:cs typeface="Tahoma"/>
              </a:rPr>
              <a:t>HTML5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and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145" dirty="0">
                <a:latin typeface="Tahoma"/>
                <a:cs typeface="Tahoma"/>
              </a:rPr>
              <a:t>CSS.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40" dirty="0">
                <a:latin typeface="Tahoma"/>
                <a:cs typeface="Tahoma"/>
              </a:rPr>
              <a:t>Fourth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55" dirty="0">
                <a:latin typeface="Tahoma"/>
                <a:cs typeface="Tahoma"/>
              </a:rPr>
              <a:t>Edition,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2022.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252442" y="3368395"/>
            <a:ext cx="4055583" cy="500005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5046980" cy="530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3670300" lvl="8">
              <a:lnSpc>
                <a:spcPct val="100000"/>
              </a:lnSpc>
            </a:pPr>
            <a:endParaRPr spc="-2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01625"/>
            <a:ext cx="9493250" cy="7556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5" dirty="0"/>
              <a:t>TÀI</a:t>
            </a:r>
            <a:r>
              <a:rPr spc="-580" dirty="0"/>
              <a:t> </a:t>
            </a:r>
            <a:r>
              <a:rPr spc="-305" dirty="0"/>
              <a:t>LIỆU</a:t>
            </a:r>
            <a:r>
              <a:rPr spc="-575" dirty="0"/>
              <a:t> </a:t>
            </a:r>
            <a:r>
              <a:rPr spc="-70" dirty="0"/>
              <a:t>HỌC</a:t>
            </a:r>
            <a:r>
              <a:rPr spc="-560" dirty="0"/>
              <a:t> </a:t>
            </a:r>
            <a:r>
              <a:rPr spc="-365" dirty="0"/>
              <a:t>TẬP</a:t>
            </a:r>
            <a:r>
              <a:rPr spc="-575" dirty="0"/>
              <a:t> </a:t>
            </a:r>
            <a:r>
              <a:rPr spc="-245" dirty="0"/>
              <a:t>KHUYẾN</a:t>
            </a:r>
            <a:r>
              <a:rPr spc="-560" dirty="0"/>
              <a:t> </a:t>
            </a:r>
            <a:r>
              <a:rPr spc="-125" dirty="0"/>
              <a:t>NGHỊ</a:t>
            </a:r>
            <a:endParaRPr spc="-125" dirty="0"/>
          </a:p>
        </p:txBody>
      </p:sp>
      <p:sp>
        <p:nvSpPr>
          <p:cNvPr id="3" name="object 3"/>
          <p:cNvSpPr txBox="1"/>
          <p:nvPr/>
        </p:nvSpPr>
        <p:spPr>
          <a:xfrm>
            <a:off x="707696" y="1627599"/>
            <a:ext cx="18573115" cy="38595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9760" indent="-607060">
              <a:lnSpc>
                <a:spcPct val="100000"/>
              </a:lnSpc>
              <a:spcBef>
                <a:spcPts val="125"/>
              </a:spcBef>
              <a:buSzPct val="89000"/>
              <a:buFont typeface="Wingdings"/>
              <a:buChar char=""/>
              <a:tabLst>
                <a:tab pos="619760" algn="l"/>
              </a:tabLst>
            </a:pPr>
            <a:r>
              <a:rPr sz="3600" spc="-170" dirty="0">
                <a:latin typeface="Tahoma"/>
                <a:cs typeface="Tahoma"/>
              </a:rPr>
              <a:t>Khóa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125" dirty="0">
                <a:latin typeface="Tahoma"/>
                <a:cs typeface="Tahoma"/>
              </a:rPr>
              <a:t>học/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-175" dirty="0">
                <a:latin typeface="Tahoma"/>
                <a:cs typeface="Tahoma"/>
              </a:rPr>
              <a:t>tự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học:</a:t>
            </a:r>
            <a:endParaRPr sz="3600">
              <a:latin typeface="Tahoma"/>
              <a:cs typeface="Tahoma"/>
            </a:endParaRPr>
          </a:p>
          <a:p>
            <a:pPr marL="619760" indent="-607060">
              <a:lnSpc>
                <a:spcPct val="100000"/>
              </a:lnSpc>
              <a:spcBef>
                <a:spcPts val="2925"/>
              </a:spcBef>
              <a:buSzPct val="67000"/>
              <a:buFont typeface="Calibri"/>
              <a:buChar char="▪"/>
              <a:tabLst>
                <a:tab pos="619760" algn="l"/>
              </a:tabLst>
            </a:pPr>
            <a:r>
              <a:rPr sz="3600" spc="-195" dirty="0">
                <a:latin typeface="Tahoma"/>
                <a:cs typeface="Tahoma"/>
              </a:rPr>
              <a:t>Nguồn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180" dirty="0">
                <a:latin typeface="Tahoma"/>
                <a:cs typeface="Tahoma"/>
              </a:rPr>
              <a:t>tiếng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Việt</a:t>
            </a:r>
            <a:endParaRPr sz="3600">
              <a:latin typeface="Tahoma"/>
              <a:cs typeface="Tahoma"/>
            </a:endParaRPr>
          </a:p>
          <a:p>
            <a:pPr marL="1373505" marR="462915" lvl="1" indent="-565785">
              <a:lnSpc>
                <a:spcPts val="3210"/>
              </a:lnSpc>
              <a:spcBef>
                <a:spcPts val="960"/>
              </a:spcBef>
              <a:buSzPct val="32000"/>
              <a:buChar char="•"/>
              <a:tabLst>
                <a:tab pos="1373505" algn="l"/>
              </a:tabLst>
            </a:pPr>
            <a:r>
              <a:rPr sz="2950" dirty="0">
                <a:latin typeface="Tahoma"/>
                <a:cs typeface="Tahoma"/>
              </a:rPr>
              <a:t>F8</a:t>
            </a:r>
            <a:r>
              <a:rPr sz="2950" spc="-195" dirty="0">
                <a:latin typeface="Tahoma"/>
                <a:cs typeface="Tahoma"/>
              </a:rPr>
              <a:t> </a:t>
            </a:r>
            <a:r>
              <a:rPr sz="2950" spc="-30" dirty="0">
                <a:latin typeface="Tahoma"/>
                <a:cs typeface="Tahoma"/>
              </a:rPr>
              <a:t>Fullstack: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Khóa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học</a:t>
            </a:r>
            <a:r>
              <a:rPr sz="2950" spc="-17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“HTML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215" dirty="0">
                <a:latin typeface="Tahoma"/>
                <a:cs typeface="Tahoma"/>
              </a:rPr>
              <a:t>CSS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</a:t>
            </a:r>
            <a:r>
              <a:rPr sz="2950" dirty="0">
                <a:latin typeface="Calibri"/>
                <a:cs typeface="Calibri"/>
              </a:rPr>
              <a:t>ừ</a:t>
            </a:r>
            <a:r>
              <a:rPr sz="2950" spc="95" dirty="0">
                <a:latin typeface="Calibri"/>
                <a:cs typeface="Calibri"/>
              </a:rPr>
              <a:t> </a:t>
            </a:r>
            <a:r>
              <a:rPr sz="2950" dirty="0">
                <a:latin typeface="Tahoma"/>
                <a:cs typeface="Tahoma"/>
              </a:rPr>
              <a:t>Zero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đ</a:t>
            </a:r>
            <a:r>
              <a:rPr sz="2950" spc="-20" dirty="0">
                <a:latin typeface="Calibri"/>
                <a:cs typeface="Calibri"/>
              </a:rPr>
              <a:t>ế</a:t>
            </a:r>
            <a:r>
              <a:rPr sz="2950" spc="-20" dirty="0">
                <a:latin typeface="Tahoma"/>
                <a:cs typeface="Tahoma"/>
              </a:rPr>
              <a:t>n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Hero,”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g</a:t>
            </a:r>
            <a:r>
              <a:rPr sz="2950" spc="-10" dirty="0">
                <a:latin typeface="Calibri"/>
                <a:cs typeface="Calibri"/>
              </a:rPr>
              <a:t>ồ</a:t>
            </a:r>
            <a:r>
              <a:rPr sz="2950" spc="-10" dirty="0">
                <a:latin typeface="Tahoma"/>
                <a:cs typeface="Tahoma"/>
              </a:rPr>
              <a:t>m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h</a:t>
            </a:r>
            <a:r>
              <a:rPr sz="2950" dirty="0">
                <a:latin typeface="Calibri"/>
                <a:cs typeface="Calibri"/>
              </a:rPr>
              <a:t>ệ</a:t>
            </a:r>
            <a:r>
              <a:rPr sz="2950" spc="90" dirty="0">
                <a:latin typeface="Calibri"/>
                <a:cs typeface="Calibri"/>
              </a:rPr>
              <a:t> </a:t>
            </a:r>
            <a:r>
              <a:rPr sz="2950" spc="-60" dirty="0">
                <a:latin typeface="Tahoma"/>
                <a:cs typeface="Tahoma"/>
              </a:rPr>
              <a:t>th</a:t>
            </a:r>
            <a:r>
              <a:rPr sz="2950" spc="-60" dirty="0">
                <a:latin typeface="Calibri"/>
                <a:cs typeface="Calibri"/>
              </a:rPr>
              <a:t>ố</a:t>
            </a:r>
            <a:r>
              <a:rPr sz="2950" spc="-60" dirty="0">
                <a:latin typeface="Tahoma"/>
                <a:cs typeface="Tahoma"/>
              </a:rPr>
              <a:t>ng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bài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gi</a:t>
            </a:r>
            <a:r>
              <a:rPr sz="2950" spc="-20" dirty="0">
                <a:latin typeface="Calibri"/>
                <a:cs typeface="Calibri"/>
              </a:rPr>
              <a:t>ả</a:t>
            </a:r>
            <a:r>
              <a:rPr sz="2950" spc="-20" dirty="0">
                <a:latin typeface="Tahoma"/>
                <a:cs typeface="Tahoma"/>
              </a:rPr>
              <a:t>ng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30" dirty="0">
                <a:latin typeface="Tahoma"/>
                <a:cs typeface="Tahoma"/>
              </a:rPr>
              <a:t>video,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110" dirty="0">
                <a:latin typeface="Tahoma"/>
                <a:cs typeface="Tahoma"/>
              </a:rPr>
              <a:t>300+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bài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t</a:t>
            </a:r>
            <a:r>
              <a:rPr sz="2950" spc="-25" dirty="0">
                <a:latin typeface="Calibri"/>
                <a:cs typeface="Calibri"/>
              </a:rPr>
              <a:t>ậ</a:t>
            </a:r>
            <a:r>
              <a:rPr sz="2950" spc="-25" dirty="0">
                <a:latin typeface="Tahoma"/>
                <a:cs typeface="Tahoma"/>
              </a:rPr>
              <a:t>p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th</a:t>
            </a:r>
            <a:r>
              <a:rPr sz="2950" spc="-20" dirty="0">
                <a:latin typeface="Calibri"/>
                <a:cs typeface="Calibri"/>
              </a:rPr>
              <a:t>ự</a:t>
            </a:r>
            <a:r>
              <a:rPr sz="2950" spc="-20" dirty="0">
                <a:latin typeface="Tahoma"/>
                <a:cs typeface="Tahoma"/>
              </a:rPr>
              <a:t>c </a:t>
            </a:r>
            <a:r>
              <a:rPr sz="2950" spc="-50" dirty="0">
                <a:latin typeface="Tahoma"/>
                <a:cs typeface="Tahoma"/>
              </a:rPr>
              <a:t>hành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và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8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d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spc="80" dirty="0">
                <a:latin typeface="Calibri"/>
                <a:cs typeface="Calibri"/>
              </a:rPr>
              <a:t> </a:t>
            </a:r>
            <a:r>
              <a:rPr sz="2950" dirty="0">
                <a:latin typeface="Tahoma"/>
                <a:cs typeface="Tahoma"/>
              </a:rPr>
              <a:t>án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90" dirty="0">
                <a:latin typeface="Tahoma"/>
                <a:cs typeface="Tahoma"/>
              </a:rPr>
              <a:t>thi</a:t>
            </a:r>
            <a:r>
              <a:rPr sz="2950" spc="-90" dirty="0">
                <a:latin typeface="Calibri"/>
                <a:cs typeface="Calibri"/>
              </a:rPr>
              <a:t>ế</a:t>
            </a:r>
            <a:r>
              <a:rPr sz="2950" spc="-90" dirty="0">
                <a:latin typeface="Tahoma"/>
                <a:cs typeface="Tahoma"/>
              </a:rPr>
              <a:t>t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th</a:t>
            </a:r>
            <a:r>
              <a:rPr sz="2950" spc="-10" dirty="0">
                <a:latin typeface="Calibri"/>
                <a:cs typeface="Calibri"/>
              </a:rPr>
              <a:t>ự</a:t>
            </a:r>
            <a:r>
              <a:rPr sz="2950" spc="-10" dirty="0">
                <a:latin typeface="Tahoma"/>
                <a:cs typeface="Tahoma"/>
              </a:rPr>
              <a:t>c,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40" dirty="0">
                <a:latin typeface="Tahoma"/>
                <a:cs typeface="Tahoma"/>
              </a:rPr>
              <a:t>phù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h</a:t>
            </a:r>
            <a:r>
              <a:rPr sz="2950" dirty="0">
                <a:latin typeface="Calibri"/>
                <a:cs typeface="Calibri"/>
              </a:rPr>
              <a:t>ợ</a:t>
            </a:r>
            <a:r>
              <a:rPr sz="2950" dirty="0">
                <a:latin typeface="Tahoma"/>
                <a:cs typeface="Tahoma"/>
              </a:rPr>
              <a:t>p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</a:t>
            </a:r>
            <a:r>
              <a:rPr sz="2950" dirty="0">
                <a:latin typeface="Calibri"/>
                <a:cs typeface="Calibri"/>
              </a:rPr>
              <a:t>ừ</a:t>
            </a:r>
            <a:r>
              <a:rPr sz="2950" spc="85" dirty="0">
                <a:latin typeface="Calibri"/>
                <a:cs typeface="Calibri"/>
              </a:rPr>
              <a:t> </a:t>
            </a:r>
            <a:r>
              <a:rPr sz="2950" dirty="0">
                <a:latin typeface="Tahoma"/>
                <a:cs typeface="Tahoma"/>
              </a:rPr>
              <a:t>chưa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spc="-50" dirty="0">
                <a:latin typeface="Tahoma"/>
                <a:cs typeface="Tahoma"/>
              </a:rPr>
              <a:t>bi</a:t>
            </a:r>
            <a:r>
              <a:rPr sz="2950" spc="-50" dirty="0">
                <a:latin typeface="Calibri"/>
                <a:cs typeface="Calibri"/>
              </a:rPr>
              <a:t>ế</a:t>
            </a:r>
            <a:r>
              <a:rPr sz="2950" spc="-50" dirty="0">
                <a:latin typeface="Tahoma"/>
                <a:cs typeface="Tahoma"/>
              </a:rPr>
              <a:t>t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gì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đ</a:t>
            </a:r>
            <a:r>
              <a:rPr sz="2950" spc="-20" dirty="0">
                <a:latin typeface="Calibri"/>
                <a:cs typeface="Calibri"/>
              </a:rPr>
              <a:t>ế</a:t>
            </a:r>
            <a:r>
              <a:rPr sz="2950" spc="-20" dirty="0">
                <a:latin typeface="Tahoma"/>
                <a:cs typeface="Tahoma"/>
              </a:rPr>
              <a:t>n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60" dirty="0">
                <a:latin typeface="Tahoma"/>
                <a:cs typeface="Tahoma"/>
              </a:rPr>
              <a:t>khi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50" dirty="0">
                <a:latin typeface="Tahoma"/>
                <a:cs typeface="Tahoma"/>
              </a:rPr>
              <a:t>làm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đư</a:t>
            </a:r>
            <a:r>
              <a:rPr sz="2950" dirty="0">
                <a:latin typeface="Calibri"/>
                <a:cs typeface="Calibri"/>
              </a:rPr>
              <a:t>ợ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s</a:t>
            </a:r>
            <a:r>
              <a:rPr sz="2950" dirty="0">
                <a:latin typeface="Calibri"/>
                <a:cs typeface="Calibri"/>
              </a:rPr>
              <a:t>ả</a:t>
            </a:r>
            <a:r>
              <a:rPr sz="2950" dirty="0">
                <a:latin typeface="Tahoma"/>
                <a:cs typeface="Tahoma"/>
              </a:rPr>
              <a:t>n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35" dirty="0">
                <a:latin typeface="Tahoma"/>
                <a:cs typeface="Tahoma"/>
              </a:rPr>
              <a:t>ph</a:t>
            </a:r>
            <a:r>
              <a:rPr sz="2950" spc="-35" dirty="0">
                <a:latin typeface="Calibri"/>
                <a:cs typeface="Calibri"/>
              </a:rPr>
              <a:t>ẩ</a:t>
            </a:r>
            <a:r>
              <a:rPr sz="2950" spc="-35" dirty="0">
                <a:latin typeface="Tahoma"/>
                <a:cs typeface="Tahoma"/>
              </a:rPr>
              <a:t>m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th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t</a:t>
            </a:r>
            <a:r>
              <a:rPr sz="2950" spc="-25" dirty="0">
                <a:latin typeface="Calibri"/>
                <a:cs typeface="Calibri"/>
              </a:rPr>
              <a:t>ế</a:t>
            </a:r>
            <a:r>
              <a:rPr sz="2950" spc="-25" dirty="0">
                <a:latin typeface="Tahoma"/>
                <a:cs typeface="Tahoma"/>
              </a:rPr>
              <a:t>.</a:t>
            </a:r>
            <a:endParaRPr sz="2950">
              <a:latin typeface="Tahoma"/>
              <a:cs typeface="Tahoma"/>
            </a:endParaRPr>
          </a:p>
          <a:p>
            <a:pPr marL="1373505" marR="5080" lvl="1" indent="-565785">
              <a:lnSpc>
                <a:spcPts val="3210"/>
              </a:lnSpc>
              <a:spcBef>
                <a:spcPts val="815"/>
              </a:spcBef>
              <a:buSzPct val="32000"/>
              <a:buChar char="•"/>
              <a:tabLst>
                <a:tab pos="1373505" algn="l"/>
              </a:tabLst>
            </a:pPr>
            <a:r>
              <a:rPr sz="2950" dirty="0">
                <a:latin typeface="Tahoma"/>
                <a:cs typeface="Tahoma"/>
              </a:rPr>
              <a:t>Tuhoc.cc:</a:t>
            </a:r>
            <a:r>
              <a:rPr sz="2950" spc="-17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Khóa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học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mi</a:t>
            </a:r>
            <a:r>
              <a:rPr sz="2950" spc="-65" dirty="0">
                <a:latin typeface="Calibri"/>
                <a:cs typeface="Calibri"/>
              </a:rPr>
              <a:t>ễ</a:t>
            </a:r>
            <a:r>
              <a:rPr sz="2950" spc="-65" dirty="0">
                <a:latin typeface="Tahoma"/>
                <a:cs typeface="Tahoma"/>
              </a:rPr>
              <a:t>n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40" dirty="0">
                <a:latin typeface="Tahoma"/>
                <a:cs typeface="Tahoma"/>
              </a:rPr>
              <a:t>phí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“HTML,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215" dirty="0">
                <a:latin typeface="Tahoma"/>
                <a:cs typeface="Tahoma"/>
              </a:rPr>
              <a:t>CSS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</a:t>
            </a:r>
            <a:r>
              <a:rPr sz="2950" dirty="0">
                <a:latin typeface="Calibri"/>
                <a:cs typeface="Calibri"/>
              </a:rPr>
              <a:t>ừ</a:t>
            </a:r>
            <a:r>
              <a:rPr sz="2950" spc="100" dirty="0">
                <a:latin typeface="Calibri"/>
                <a:cs typeface="Calibri"/>
              </a:rPr>
              <a:t> </a:t>
            </a:r>
            <a:r>
              <a:rPr sz="2950" dirty="0">
                <a:latin typeface="Tahoma"/>
                <a:cs typeface="Tahoma"/>
              </a:rPr>
              <a:t>Zero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t</a:t>
            </a:r>
            <a:r>
              <a:rPr sz="2950" spc="-70" dirty="0">
                <a:latin typeface="Calibri"/>
                <a:cs typeface="Calibri"/>
              </a:rPr>
              <a:t>ớ</a:t>
            </a:r>
            <a:r>
              <a:rPr sz="2950" spc="-70" dirty="0">
                <a:latin typeface="Tahoma"/>
                <a:cs typeface="Tahoma"/>
              </a:rPr>
              <a:t>i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Hero,”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55" dirty="0">
                <a:latin typeface="Tahoma"/>
                <a:cs typeface="Tahoma"/>
              </a:rPr>
              <a:t>m</a:t>
            </a:r>
            <a:r>
              <a:rPr sz="2950" spc="-55" dirty="0">
                <a:latin typeface="Calibri"/>
                <a:cs typeface="Calibri"/>
              </a:rPr>
              <a:t>ỗ</a:t>
            </a:r>
            <a:r>
              <a:rPr sz="2950" spc="-55" dirty="0">
                <a:latin typeface="Tahoma"/>
                <a:cs typeface="Tahoma"/>
              </a:rPr>
              <a:t>i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ngày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ch</a:t>
            </a:r>
            <a:r>
              <a:rPr sz="2950" dirty="0">
                <a:latin typeface="Calibri"/>
                <a:cs typeface="Calibri"/>
              </a:rPr>
              <a:t>ỉ</a:t>
            </a:r>
            <a:r>
              <a:rPr sz="2950" spc="95" dirty="0">
                <a:latin typeface="Calibri"/>
                <a:cs typeface="Calibri"/>
              </a:rPr>
              <a:t> </a:t>
            </a:r>
            <a:r>
              <a:rPr sz="2950" dirty="0">
                <a:latin typeface="Tahoma"/>
                <a:cs typeface="Tahoma"/>
              </a:rPr>
              <a:t>5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phút,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đa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dạng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bài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gi</a:t>
            </a:r>
            <a:r>
              <a:rPr sz="2950" spc="-25" dirty="0">
                <a:latin typeface="Calibri"/>
                <a:cs typeface="Calibri"/>
              </a:rPr>
              <a:t>ả</a:t>
            </a:r>
            <a:r>
              <a:rPr sz="2950" spc="-25" dirty="0">
                <a:latin typeface="Tahoma"/>
                <a:cs typeface="Tahoma"/>
              </a:rPr>
              <a:t>ng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và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bài </a:t>
            </a:r>
            <a:r>
              <a:rPr sz="2950" spc="-30" dirty="0">
                <a:latin typeface="Tahoma"/>
                <a:cs typeface="Tahoma"/>
              </a:rPr>
              <a:t>t</a:t>
            </a:r>
            <a:r>
              <a:rPr sz="2950" spc="-30" dirty="0">
                <a:latin typeface="Calibri"/>
                <a:cs typeface="Calibri"/>
              </a:rPr>
              <a:t>ậ</a:t>
            </a:r>
            <a:r>
              <a:rPr sz="2950" spc="-30" dirty="0">
                <a:latin typeface="Tahoma"/>
                <a:cs typeface="Tahoma"/>
              </a:rPr>
              <a:t>p</a:t>
            </a:r>
            <a:r>
              <a:rPr sz="2950" spc="-19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th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spc="-19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hành.</a:t>
            </a:r>
            <a:endParaRPr sz="295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435"/>
              </a:spcBef>
              <a:buSzPct val="32000"/>
              <a:buChar char="•"/>
              <a:tabLst>
                <a:tab pos="1373505" algn="l"/>
              </a:tabLst>
            </a:pPr>
            <a:r>
              <a:rPr sz="2950" spc="-30" dirty="0">
                <a:latin typeface="Tahoma"/>
                <a:cs typeface="Tahoma"/>
              </a:rPr>
              <a:t>Trư</a:t>
            </a:r>
            <a:r>
              <a:rPr sz="2950" b="1" spc="-30" dirty="0">
                <a:latin typeface="Calibri"/>
                <a:cs typeface="Calibri"/>
              </a:rPr>
              <a:t>ờ</a:t>
            </a:r>
            <a:r>
              <a:rPr sz="2950" spc="-30" dirty="0">
                <a:latin typeface="Tahoma"/>
                <a:cs typeface="Tahoma"/>
              </a:rPr>
              <a:t>ng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Đại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học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spc="60" dirty="0">
                <a:latin typeface="Tahoma"/>
                <a:cs typeface="Tahoma"/>
              </a:rPr>
              <a:t>Bách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khoa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Hà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-50" dirty="0">
                <a:latin typeface="Tahoma"/>
                <a:cs typeface="Tahoma"/>
              </a:rPr>
              <a:t>N</a:t>
            </a:r>
            <a:r>
              <a:rPr sz="2950" b="1" spc="-50" dirty="0">
                <a:latin typeface="Calibri"/>
                <a:cs typeface="Calibri"/>
              </a:rPr>
              <a:t>ộ</a:t>
            </a:r>
            <a:r>
              <a:rPr sz="2950" spc="-50" dirty="0">
                <a:latin typeface="Tahoma"/>
                <a:cs typeface="Tahoma"/>
              </a:rPr>
              <a:t>i: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Giáo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-95" dirty="0">
                <a:latin typeface="Tahoma"/>
                <a:cs typeface="Tahoma"/>
              </a:rPr>
              <a:t>trình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spc="50" dirty="0">
                <a:latin typeface="Tahoma"/>
                <a:cs typeface="Tahoma"/>
              </a:rPr>
              <a:t>HTML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215" dirty="0">
                <a:latin typeface="Tahoma"/>
                <a:cs typeface="Tahoma"/>
              </a:rPr>
              <a:t>CSS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căn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b</a:t>
            </a:r>
            <a:r>
              <a:rPr sz="2950" dirty="0">
                <a:latin typeface="Calibri"/>
                <a:cs typeface="Calibri"/>
              </a:rPr>
              <a:t>ả</a:t>
            </a:r>
            <a:r>
              <a:rPr sz="2950" dirty="0">
                <a:latin typeface="Tahoma"/>
                <a:cs typeface="Tahoma"/>
              </a:rPr>
              <a:t>n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-90" dirty="0">
                <a:latin typeface="Tahoma"/>
                <a:cs typeface="Tahoma"/>
              </a:rPr>
              <a:t>t</a:t>
            </a:r>
            <a:r>
              <a:rPr sz="2950" spc="-90" dirty="0">
                <a:latin typeface="Calibri"/>
                <a:cs typeface="Calibri"/>
              </a:rPr>
              <a:t>ố</a:t>
            </a:r>
            <a:r>
              <a:rPr sz="2950" spc="-90" dirty="0">
                <a:latin typeface="Tahoma"/>
                <a:cs typeface="Tahoma"/>
              </a:rPr>
              <a:t>t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cho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spc="-30" dirty="0">
                <a:latin typeface="Tahoma"/>
                <a:cs typeface="Tahoma"/>
              </a:rPr>
              <a:t>sinh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-55" dirty="0">
                <a:latin typeface="Tahoma"/>
                <a:cs typeface="Tahoma"/>
              </a:rPr>
              <a:t>viên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và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ngư</a:t>
            </a:r>
            <a:r>
              <a:rPr sz="2950" spc="-20" dirty="0">
                <a:latin typeface="Calibri"/>
                <a:cs typeface="Calibri"/>
              </a:rPr>
              <a:t>ờ</a:t>
            </a:r>
            <a:r>
              <a:rPr sz="2950" spc="-20" dirty="0">
                <a:latin typeface="Tahoma"/>
                <a:cs typeface="Tahoma"/>
              </a:rPr>
              <a:t>i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spc="114" dirty="0">
                <a:latin typeface="Calibri"/>
                <a:cs typeface="Calibri"/>
              </a:rPr>
              <a:t> </a:t>
            </a:r>
            <a:r>
              <a:rPr sz="2950" spc="-20" dirty="0">
                <a:latin typeface="Tahoma"/>
                <a:cs typeface="Tahoma"/>
              </a:rPr>
              <a:t>học.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4927600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endParaRPr spc="-2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01625"/>
            <a:ext cx="11222990" cy="7556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5" dirty="0"/>
              <a:t>TÀI</a:t>
            </a:r>
            <a:r>
              <a:rPr spc="-580" dirty="0"/>
              <a:t> </a:t>
            </a:r>
            <a:r>
              <a:rPr spc="-305" dirty="0"/>
              <a:t>LIỆU</a:t>
            </a:r>
            <a:r>
              <a:rPr spc="-575" dirty="0"/>
              <a:t> </a:t>
            </a:r>
            <a:r>
              <a:rPr spc="-70" dirty="0"/>
              <a:t>HỌC</a:t>
            </a:r>
            <a:r>
              <a:rPr spc="-560" dirty="0"/>
              <a:t> </a:t>
            </a:r>
            <a:r>
              <a:rPr spc="-365" dirty="0"/>
              <a:t>TẬP</a:t>
            </a:r>
            <a:r>
              <a:rPr spc="-575" dirty="0"/>
              <a:t> </a:t>
            </a:r>
            <a:r>
              <a:rPr spc="-245" dirty="0"/>
              <a:t>KHUYẾN</a:t>
            </a:r>
            <a:r>
              <a:rPr spc="-560" dirty="0"/>
              <a:t> </a:t>
            </a:r>
            <a:r>
              <a:rPr spc="-125" dirty="0"/>
              <a:t>NGHỊ</a:t>
            </a:r>
            <a:endParaRPr spc="-125" dirty="0"/>
          </a:p>
        </p:txBody>
      </p:sp>
      <p:sp>
        <p:nvSpPr>
          <p:cNvPr id="3" name="object 3"/>
          <p:cNvSpPr txBox="1"/>
          <p:nvPr/>
        </p:nvSpPr>
        <p:spPr>
          <a:xfrm>
            <a:off x="707696" y="1627599"/>
            <a:ext cx="18865215" cy="67208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9760" indent="-607060">
              <a:lnSpc>
                <a:spcPct val="100000"/>
              </a:lnSpc>
              <a:spcBef>
                <a:spcPts val="125"/>
              </a:spcBef>
              <a:buSzPct val="89000"/>
              <a:buFont typeface="Wingdings"/>
              <a:buChar char=""/>
              <a:tabLst>
                <a:tab pos="619760" algn="l"/>
              </a:tabLst>
            </a:pPr>
            <a:r>
              <a:rPr sz="3600" spc="-170" dirty="0">
                <a:latin typeface="Tahoma"/>
                <a:cs typeface="Tahoma"/>
              </a:rPr>
              <a:t>Khóa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125" dirty="0">
                <a:latin typeface="Tahoma"/>
                <a:cs typeface="Tahoma"/>
              </a:rPr>
              <a:t>học/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-175" dirty="0">
                <a:latin typeface="Tahoma"/>
                <a:cs typeface="Tahoma"/>
              </a:rPr>
              <a:t>tự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học:</a:t>
            </a:r>
            <a:endParaRPr sz="3600">
              <a:latin typeface="Tahoma"/>
              <a:cs typeface="Tahoma"/>
            </a:endParaRPr>
          </a:p>
          <a:p>
            <a:pPr marL="619760" indent="-607060">
              <a:lnSpc>
                <a:spcPct val="100000"/>
              </a:lnSpc>
              <a:spcBef>
                <a:spcPts val="2925"/>
              </a:spcBef>
              <a:buSzPct val="67000"/>
              <a:buFont typeface="Calibri"/>
              <a:buChar char="▪"/>
              <a:tabLst>
                <a:tab pos="619760" algn="l"/>
              </a:tabLst>
            </a:pPr>
            <a:r>
              <a:rPr sz="3600" spc="-195" dirty="0">
                <a:latin typeface="Tahoma"/>
                <a:cs typeface="Tahoma"/>
              </a:rPr>
              <a:t>Nguồn</a:t>
            </a:r>
            <a:r>
              <a:rPr sz="3600" spc="-409" dirty="0">
                <a:latin typeface="Tahoma"/>
                <a:cs typeface="Tahoma"/>
              </a:rPr>
              <a:t> </a:t>
            </a:r>
            <a:r>
              <a:rPr sz="3600" spc="-105" dirty="0">
                <a:latin typeface="Tahoma"/>
                <a:cs typeface="Tahoma"/>
              </a:rPr>
              <a:t>quốc</a:t>
            </a:r>
            <a:r>
              <a:rPr sz="3600" spc="-405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tế</a:t>
            </a:r>
            <a:endParaRPr sz="3600">
              <a:latin typeface="Tahoma"/>
              <a:cs typeface="Tahoma"/>
            </a:endParaRPr>
          </a:p>
          <a:p>
            <a:pPr marL="1373505" marR="24130" lvl="1" indent="-565785">
              <a:lnSpc>
                <a:spcPts val="3290"/>
              </a:lnSpc>
              <a:spcBef>
                <a:spcPts val="895"/>
              </a:spcBef>
              <a:buSzPct val="32000"/>
              <a:buChar char="•"/>
              <a:tabLst>
                <a:tab pos="1373505" algn="l"/>
              </a:tabLst>
            </a:pPr>
            <a:r>
              <a:rPr sz="2950" dirty="0">
                <a:latin typeface="Tahoma"/>
                <a:cs typeface="Tahoma"/>
              </a:rPr>
              <a:t>Codecademy:</a:t>
            </a:r>
            <a:r>
              <a:rPr sz="2950" spc="-17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Bài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gi</a:t>
            </a:r>
            <a:r>
              <a:rPr sz="2950" spc="-25" dirty="0">
                <a:latin typeface="Calibri"/>
                <a:cs typeface="Calibri"/>
              </a:rPr>
              <a:t>ả</a:t>
            </a:r>
            <a:r>
              <a:rPr sz="2950" spc="-25" dirty="0">
                <a:latin typeface="Tahoma"/>
                <a:cs typeface="Tahoma"/>
              </a:rPr>
              <a:t>ng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50" dirty="0">
                <a:latin typeface="Tahoma"/>
                <a:cs typeface="Tahoma"/>
              </a:rPr>
              <a:t>HTML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215" dirty="0">
                <a:latin typeface="Tahoma"/>
                <a:cs typeface="Tahoma"/>
              </a:rPr>
              <a:t>CSS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tr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45" dirty="0">
                <a:latin typeface="Tahoma"/>
                <a:cs typeface="Tahoma"/>
              </a:rPr>
              <a:t>quan,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th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50" dirty="0">
                <a:latin typeface="Tahoma"/>
                <a:cs typeface="Tahoma"/>
              </a:rPr>
              <a:t>hành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tr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55" dirty="0">
                <a:latin typeface="Tahoma"/>
                <a:cs typeface="Tahoma"/>
              </a:rPr>
              <a:t>ti</a:t>
            </a:r>
            <a:r>
              <a:rPr sz="2950" spc="-55" dirty="0">
                <a:latin typeface="Calibri"/>
                <a:cs typeface="Calibri"/>
              </a:rPr>
              <a:t>ế</a:t>
            </a:r>
            <a:r>
              <a:rPr sz="2950" spc="-55" dirty="0">
                <a:latin typeface="Tahoma"/>
                <a:cs typeface="Tahoma"/>
              </a:rPr>
              <a:t>p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và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114" dirty="0">
                <a:latin typeface="Tahoma"/>
                <a:cs typeface="Tahoma"/>
              </a:rPr>
              <a:t>các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spc="-35" dirty="0">
                <a:latin typeface="Tahoma"/>
                <a:cs typeface="Tahoma"/>
              </a:rPr>
              <a:t>project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th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60" dirty="0">
                <a:latin typeface="Tahoma"/>
                <a:cs typeface="Tahoma"/>
              </a:rPr>
              <a:t>t</a:t>
            </a:r>
            <a:r>
              <a:rPr sz="2950" spc="-60" dirty="0">
                <a:latin typeface="Calibri"/>
                <a:cs typeface="Calibri"/>
              </a:rPr>
              <a:t>ế</a:t>
            </a:r>
            <a:r>
              <a:rPr sz="2950" spc="-60" dirty="0">
                <a:latin typeface="Tahoma"/>
                <a:cs typeface="Tahoma"/>
              </a:rPr>
              <a:t>,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70" dirty="0">
                <a:latin typeface="Tahoma"/>
                <a:cs typeface="Tahoma"/>
              </a:rPr>
              <a:t>có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spc="-40" dirty="0">
                <a:latin typeface="Tahoma"/>
                <a:cs typeface="Tahoma"/>
              </a:rPr>
              <a:t>phiên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b</a:t>
            </a:r>
            <a:r>
              <a:rPr sz="2950" dirty="0">
                <a:latin typeface="Calibri"/>
                <a:cs typeface="Calibri"/>
              </a:rPr>
              <a:t>ả</a:t>
            </a:r>
            <a:r>
              <a:rPr sz="2950" dirty="0">
                <a:latin typeface="Tahoma"/>
                <a:cs typeface="Tahoma"/>
              </a:rPr>
              <a:t>n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mi</a:t>
            </a:r>
            <a:r>
              <a:rPr sz="2950" spc="-20" dirty="0">
                <a:latin typeface="Calibri"/>
                <a:cs typeface="Calibri"/>
              </a:rPr>
              <a:t>ễ</a:t>
            </a:r>
            <a:r>
              <a:rPr sz="2950" spc="-20" dirty="0">
                <a:latin typeface="Tahoma"/>
                <a:cs typeface="Tahoma"/>
              </a:rPr>
              <a:t>n </a:t>
            </a:r>
            <a:r>
              <a:rPr sz="2950" spc="-40" dirty="0">
                <a:latin typeface="Tahoma"/>
                <a:cs typeface="Tahoma"/>
              </a:rPr>
              <a:t>phí</a:t>
            </a:r>
            <a:r>
              <a:rPr sz="2950" spc="-19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và</a:t>
            </a:r>
            <a:r>
              <a:rPr sz="2950" spc="-19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nâng</a:t>
            </a:r>
            <a:r>
              <a:rPr sz="2950" spc="-19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cao.</a:t>
            </a:r>
            <a:endParaRPr sz="2950">
              <a:latin typeface="Tahoma"/>
              <a:cs typeface="Tahoma"/>
            </a:endParaRPr>
          </a:p>
          <a:p>
            <a:pPr marL="1373505" marR="33020" lvl="1" indent="-565785">
              <a:lnSpc>
                <a:spcPts val="3210"/>
              </a:lnSpc>
              <a:spcBef>
                <a:spcPts val="720"/>
              </a:spcBef>
              <a:buSzPct val="32000"/>
              <a:buChar char="•"/>
              <a:tabLst>
                <a:tab pos="1373505" algn="l"/>
              </a:tabLst>
            </a:pPr>
            <a:r>
              <a:rPr sz="2950" dirty="0">
                <a:latin typeface="Tahoma"/>
                <a:cs typeface="Tahoma"/>
              </a:rPr>
              <a:t>freeCodeCamp:</a:t>
            </a:r>
            <a:r>
              <a:rPr sz="2950" spc="-23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L</a:t>
            </a:r>
            <a:r>
              <a:rPr sz="2950" dirty="0">
                <a:latin typeface="Calibri"/>
                <a:cs typeface="Calibri"/>
              </a:rPr>
              <a:t>ộ</a:t>
            </a:r>
            <a:r>
              <a:rPr sz="2950" spc="80" dirty="0">
                <a:latin typeface="Calibri"/>
                <a:cs typeface="Calibri"/>
              </a:rPr>
              <a:t> </a:t>
            </a:r>
            <a:r>
              <a:rPr sz="2950" spc="-95" dirty="0">
                <a:latin typeface="Tahoma"/>
                <a:cs typeface="Tahoma"/>
              </a:rPr>
              <a:t>trình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học</a:t>
            </a:r>
            <a:r>
              <a:rPr sz="2950" spc="-17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và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th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50" dirty="0">
                <a:latin typeface="Tahoma"/>
                <a:cs typeface="Tahoma"/>
              </a:rPr>
              <a:t>hành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spc="65" dirty="0">
                <a:latin typeface="Tahoma"/>
                <a:cs typeface="Tahoma"/>
              </a:rPr>
              <a:t>HTML/CSS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dài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45" dirty="0">
                <a:latin typeface="Tahoma"/>
                <a:cs typeface="Tahoma"/>
              </a:rPr>
              <a:t>hơi,</a:t>
            </a:r>
            <a:r>
              <a:rPr sz="2950" spc="-175" dirty="0">
                <a:latin typeface="Tahoma"/>
                <a:cs typeface="Tahoma"/>
              </a:rPr>
              <a:t> </a:t>
            </a:r>
            <a:r>
              <a:rPr sz="2950" spc="-40" dirty="0">
                <a:latin typeface="Tahoma"/>
                <a:cs typeface="Tahoma"/>
              </a:rPr>
              <a:t>xen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k</a:t>
            </a:r>
            <a:r>
              <a:rPr sz="2950" dirty="0">
                <a:latin typeface="Calibri"/>
                <a:cs typeface="Calibri"/>
              </a:rPr>
              <a:t>ẽ</a:t>
            </a:r>
            <a:r>
              <a:rPr sz="2950" spc="90" dirty="0">
                <a:latin typeface="Calibri"/>
                <a:cs typeface="Calibri"/>
              </a:rPr>
              <a:t> </a:t>
            </a:r>
            <a:r>
              <a:rPr sz="2950" spc="-90" dirty="0">
                <a:latin typeface="Tahoma"/>
                <a:cs typeface="Tahoma"/>
              </a:rPr>
              <a:t>lý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thuy</a:t>
            </a:r>
            <a:r>
              <a:rPr sz="2950" spc="-85" dirty="0">
                <a:latin typeface="Calibri"/>
                <a:cs typeface="Calibri"/>
              </a:rPr>
              <a:t>ế</a:t>
            </a:r>
            <a:r>
              <a:rPr sz="2950" spc="-85" dirty="0">
                <a:latin typeface="Tahoma"/>
                <a:cs typeface="Tahoma"/>
              </a:rPr>
              <a:t>t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và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th</a:t>
            </a:r>
            <a:r>
              <a:rPr sz="2950" dirty="0">
                <a:latin typeface="Calibri"/>
                <a:cs typeface="Calibri"/>
              </a:rPr>
              <a:t>ử</a:t>
            </a:r>
            <a:r>
              <a:rPr sz="2950" spc="95" dirty="0">
                <a:latin typeface="Calibri"/>
                <a:cs typeface="Calibri"/>
              </a:rPr>
              <a:t> </a:t>
            </a:r>
            <a:r>
              <a:rPr sz="2950" spc="-10" dirty="0">
                <a:latin typeface="Tahoma"/>
                <a:cs typeface="Tahoma"/>
              </a:rPr>
              <a:t>thách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d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spc="80" dirty="0">
                <a:latin typeface="Calibri"/>
                <a:cs typeface="Calibri"/>
              </a:rPr>
              <a:t> </a:t>
            </a:r>
            <a:r>
              <a:rPr sz="2950" dirty="0">
                <a:latin typeface="Tahoma"/>
                <a:cs typeface="Tahoma"/>
              </a:rPr>
              <a:t>án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mã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ngu</a:t>
            </a:r>
            <a:r>
              <a:rPr sz="2950" spc="-20" dirty="0">
                <a:latin typeface="Calibri"/>
                <a:cs typeface="Calibri"/>
              </a:rPr>
              <a:t>ồ</a:t>
            </a:r>
            <a:r>
              <a:rPr sz="2950" spc="-20" dirty="0">
                <a:latin typeface="Tahoma"/>
                <a:cs typeface="Tahoma"/>
              </a:rPr>
              <a:t>n </a:t>
            </a:r>
            <a:r>
              <a:rPr sz="2950" spc="-25" dirty="0">
                <a:latin typeface="Tahoma"/>
                <a:cs typeface="Tahoma"/>
              </a:rPr>
              <a:t>m</a:t>
            </a:r>
            <a:r>
              <a:rPr sz="2950" spc="-25" dirty="0">
                <a:latin typeface="Calibri"/>
                <a:cs typeface="Calibri"/>
              </a:rPr>
              <a:t>ở</a:t>
            </a:r>
            <a:r>
              <a:rPr sz="2950" spc="-25" dirty="0">
                <a:latin typeface="Tahoma"/>
                <a:cs typeface="Tahoma"/>
              </a:rPr>
              <a:t>.</a:t>
            </a:r>
            <a:endParaRPr sz="2950">
              <a:latin typeface="Tahoma"/>
              <a:cs typeface="Tahoma"/>
            </a:endParaRPr>
          </a:p>
          <a:p>
            <a:pPr marL="1373505" marR="5080" lvl="1" indent="-565785">
              <a:lnSpc>
                <a:spcPts val="3290"/>
              </a:lnSpc>
              <a:spcBef>
                <a:spcPts val="755"/>
              </a:spcBef>
              <a:buSzPct val="32000"/>
              <a:buChar char="•"/>
              <a:tabLst>
                <a:tab pos="1373505" algn="l"/>
              </a:tabLst>
            </a:pPr>
            <a:r>
              <a:rPr sz="2950" dirty="0">
                <a:latin typeface="Tahoma"/>
                <a:cs typeface="Tahoma"/>
              </a:rPr>
              <a:t>W3Schools:</a:t>
            </a:r>
            <a:r>
              <a:rPr sz="2950" spc="-235" dirty="0">
                <a:latin typeface="Tahoma"/>
                <a:cs typeface="Tahoma"/>
              </a:rPr>
              <a:t> </a:t>
            </a:r>
            <a:r>
              <a:rPr sz="2950" spc="-45" dirty="0">
                <a:latin typeface="Tahoma"/>
                <a:cs typeface="Tahoma"/>
              </a:rPr>
              <a:t>Trang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học</a:t>
            </a:r>
            <a:r>
              <a:rPr sz="2950" spc="-229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tr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spc="-190" dirty="0">
                <a:latin typeface="Tahoma"/>
                <a:cs typeface="Tahoma"/>
              </a:rPr>
              <a:t> </a:t>
            </a:r>
            <a:r>
              <a:rPr sz="2950" spc="-75" dirty="0">
                <a:latin typeface="Tahoma"/>
                <a:cs typeface="Tahoma"/>
              </a:rPr>
              <a:t>tuy</a:t>
            </a:r>
            <a:r>
              <a:rPr sz="2950" spc="-75" dirty="0">
                <a:latin typeface="Calibri"/>
                <a:cs typeface="Calibri"/>
              </a:rPr>
              <a:t>ế</a:t>
            </a:r>
            <a:r>
              <a:rPr sz="2950" spc="-75" dirty="0">
                <a:latin typeface="Tahoma"/>
                <a:cs typeface="Tahoma"/>
              </a:rPr>
              <a:t>n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60" dirty="0">
                <a:latin typeface="Tahoma"/>
                <a:cs typeface="Tahoma"/>
              </a:rPr>
              <a:t>mi</a:t>
            </a:r>
            <a:r>
              <a:rPr sz="2950" spc="-60" dirty="0">
                <a:latin typeface="Calibri"/>
                <a:cs typeface="Calibri"/>
              </a:rPr>
              <a:t>ễ</a:t>
            </a:r>
            <a:r>
              <a:rPr sz="2950" spc="-60" dirty="0">
                <a:latin typeface="Tahoma"/>
                <a:cs typeface="Tahoma"/>
              </a:rPr>
              <a:t>n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spc="-55" dirty="0">
                <a:latin typeface="Tahoma"/>
                <a:cs typeface="Tahoma"/>
              </a:rPr>
              <a:t>phí,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spc="-55" dirty="0">
                <a:latin typeface="Tahoma"/>
                <a:cs typeface="Tahoma"/>
              </a:rPr>
              <a:t>tài</a:t>
            </a:r>
            <a:r>
              <a:rPr sz="2950" spc="-175" dirty="0">
                <a:latin typeface="Tahoma"/>
                <a:cs typeface="Tahoma"/>
              </a:rPr>
              <a:t> </a:t>
            </a:r>
            <a:r>
              <a:rPr sz="2950" spc="-60" dirty="0">
                <a:latin typeface="Tahoma"/>
                <a:cs typeface="Tahoma"/>
              </a:rPr>
              <a:t>li</a:t>
            </a:r>
            <a:r>
              <a:rPr sz="2950" spc="-60" dirty="0">
                <a:latin typeface="Calibri"/>
                <a:cs typeface="Calibri"/>
              </a:rPr>
              <a:t>ệ</a:t>
            </a:r>
            <a:r>
              <a:rPr sz="2950" spc="-60" dirty="0">
                <a:latin typeface="Tahoma"/>
                <a:cs typeface="Tahoma"/>
              </a:rPr>
              <a:t>u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rõ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spc="-30" dirty="0">
                <a:latin typeface="Tahoma"/>
                <a:cs typeface="Tahoma"/>
              </a:rPr>
              <a:t>ràng,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spc="70" dirty="0">
                <a:latin typeface="Tahoma"/>
                <a:cs typeface="Tahoma"/>
              </a:rPr>
              <a:t>có</a:t>
            </a:r>
            <a:r>
              <a:rPr sz="2950" spc="-195" dirty="0">
                <a:latin typeface="Tahoma"/>
                <a:cs typeface="Tahoma"/>
              </a:rPr>
              <a:t> </a:t>
            </a:r>
            <a:r>
              <a:rPr sz="2950" spc="85" dirty="0">
                <a:latin typeface="Tahoma"/>
                <a:cs typeface="Tahoma"/>
              </a:rPr>
              <a:t>c</a:t>
            </a:r>
            <a:r>
              <a:rPr sz="2950" spc="85" dirty="0">
                <a:latin typeface="Calibri"/>
                <a:cs typeface="Calibri"/>
              </a:rPr>
              <a:t>ả</a:t>
            </a:r>
            <a:r>
              <a:rPr sz="2950" spc="65" dirty="0">
                <a:latin typeface="Calibri"/>
                <a:cs typeface="Calibri"/>
              </a:rPr>
              <a:t> </a:t>
            </a:r>
            <a:r>
              <a:rPr sz="2950" dirty="0">
                <a:latin typeface="Tahoma"/>
                <a:cs typeface="Tahoma"/>
              </a:rPr>
              <a:t>th</a:t>
            </a:r>
            <a:r>
              <a:rPr sz="2950" dirty="0">
                <a:latin typeface="Calibri"/>
                <a:cs typeface="Calibri"/>
              </a:rPr>
              <a:t>ử</a:t>
            </a:r>
            <a:r>
              <a:rPr sz="2950" spc="75" dirty="0">
                <a:latin typeface="Calibri"/>
                <a:cs typeface="Calibri"/>
              </a:rPr>
              <a:t> </a:t>
            </a:r>
            <a:r>
              <a:rPr sz="2950" spc="-50" dirty="0">
                <a:latin typeface="Tahoma"/>
                <a:cs typeface="Tahoma"/>
              </a:rPr>
              <a:t>nghi</a:t>
            </a:r>
            <a:r>
              <a:rPr sz="2950" spc="-50" dirty="0">
                <a:latin typeface="Calibri"/>
                <a:cs typeface="Calibri"/>
              </a:rPr>
              <a:t>ệ</a:t>
            </a:r>
            <a:r>
              <a:rPr sz="2950" spc="-50" dirty="0">
                <a:latin typeface="Tahoma"/>
                <a:cs typeface="Tahoma"/>
              </a:rPr>
              <a:t>m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mã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và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spc="110" dirty="0">
                <a:latin typeface="Tahoma"/>
                <a:cs typeface="Tahoma"/>
              </a:rPr>
              <a:t>các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bài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spc="-35" dirty="0">
                <a:latin typeface="Tahoma"/>
                <a:cs typeface="Tahoma"/>
              </a:rPr>
              <a:t>t</a:t>
            </a:r>
            <a:r>
              <a:rPr sz="2950" spc="-35" dirty="0">
                <a:latin typeface="Calibri"/>
                <a:cs typeface="Calibri"/>
              </a:rPr>
              <a:t>ậ</a:t>
            </a:r>
            <a:r>
              <a:rPr sz="2950" spc="-35" dirty="0">
                <a:latin typeface="Tahoma"/>
                <a:cs typeface="Tahoma"/>
              </a:rPr>
              <a:t>p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spc="75" dirty="0">
                <a:latin typeface="Calibri"/>
                <a:cs typeface="Calibri"/>
              </a:rPr>
              <a:t> </a:t>
            </a:r>
            <a:r>
              <a:rPr sz="2950" spc="-20" dirty="0">
                <a:latin typeface="Tahoma"/>
                <a:cs typeface="Tahoma"/>
              </a:rPr>
              <a:t>đ</a:t>
            </a:r>
            <a:r>
              <a:rPr sz="2950" spc="-20" dirty="0">
                <a:latin typeface="Calibri"/>
                <a:cs typeface="Calibri"/>
              </a:rPr>
              <a:t>ộ</a:t>
            </a:r>
            <a:r>
              <a:rPr sz="2950" spc="-20" dirty="0">
                <a:latin typeface="Tahoma"/>
                <a:cs typeface="Tahoma"/>
              </a:rPr>
              <a:t>ng</a:t>
            </a:r>
            <a:r>
              <a:rPr sz="2950" spc="-19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ki</a:t>
            </a:r>
            <a:r>
              <a:rPr sz="2950" spc="-20" dirty="0">
                <a:latin typeface="Calibri"/>
                <a:cs typeface="Calibri"/>
              </a:rPr>
              <a:t>ể</a:t>
            </a:r>
            <a:r>
              <a:rPr sz="2950" spc="-20" dirty="0">
                <a:latin typeface="Tahoma"/>
                <a:cs typeface="Tahoma"/>
              </a:rPr>
              <a:t>m tra.</a:t>
            </a:r>
            <a:endParaRPr sz="295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335"/>
              </a:spcBef>
              <a:buSzPct val="32000"/>
              <a:buChar char="•"/>
              <a:tabLst>
                <a:tab pos="1373505" algn="l"/>
              </a:tabLst>
            </a:pPr>
            <a:r>
              <a:rPr sz="2950" spc="95" dirty="0">
                <a:latin typeface="Tahoma"/>
                <a:cs typeface="Tahoma"/>
              </a:rPr>
              <a:t>MDN</a:t>
            </a:r>
            <a:r>
              <a:rPr sz="2950" spc="-23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Web</a:t>
            </a:r>
            <a:r>
              <a:rPr sz="2950" spc="-20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Docs:</a:t>
            </a:r>
            <a:r>
              <a:rPr sz="2950" spc="-190" dirty="0">
                <a:latin typeface="Tahoma"/>
                <a:cs typeface="Tahoma"/>
              </a:rPr>
              <a:t> </a:t>
            </a:r>
            <a:r>
              <a:rPr sz="2950" spc="-40" dirty="0">
                <a:latin typeface="Tahoma"/>
                <a:cs typeface="Tahoma"/>
              </a:rPr>
              <a:t>Tài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spc="-60" dirty="0">
                <a:latin typeface="Tahoma"/>
                <a:cs typeface="Tahoma"/>
              </a:rPr>
              <a:t>li</a:t>
            </a:r>
            <a:r>
              <a:rPr sz="2950" spc="-60" dirty="0">
                <a:latin typeface="Calibri"/>
                <a:cs typeface="Calibri"/>
              </a:rPr>
              <a:t>ệ</a:t>
            </a:r>
            <a:r>
              <a:rPr sz="2950" spc="-60" dirty="0">
                <a:latin typeface="Tahoma"/>
                <a:cs typeface="Tahoma"/>
              </a:rPr>
              <a:t>u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chi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spc="-95" dirty="0">
                <a:latin typeface="Tahoma"/>
                <a:cs typeface="Tahoma"/>
              </a:rPr>
              <a:t>ti</a:t>
            </a:r>
            <a:r>
              <a:rPr sz="2950" spc="-95" dirty="0">
                <a:latin typeface="Calibri"/>
                <a:cs typeface="Calibri"/>
              </a:rPr>
              <a:t>ế</a:t>
            </a:r>
            <a:r>
              <a:rPr sz="2950" spc="-95" dirty="0">
                <a:latin typeface="Tahoma"/>
                <a:cs typeface="Tahoma"/>
              </a:rPr>
              <a:t>t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</a:t>
            </a:r>
            <a:r>
              <a:rPr sz="2950" dirty="0">
                <a:latin typeface="Calibri"/>
                <a:cs typeface="Calibri"/>
              </a:rPr>
              <a:t>ừ</a:t>
            </a:r>
            <a:r>
              <a:rPr sz="2950" spc="80" dirty="0">
                <a:latin typeface="Calibri"/>
                <a:cs typeface="Calibri"/>
              </a:rPr>
              <a:t> </a:t>
            </a:r>
            <a:r>
              <a:rPr sz="2950" spc="-20" dirty="0">
                <a:latin typeface="Tahoma"/>
                <a:cs typeface="Tahoma"/>
              </a:rPr>
              <a:t>Mozilla,</a:t>
            </a:r>
            <a:r>
              <a:rPr sz="2950" spc="-175" dirty="0">
                <a:latin typeface="Tahoma"/>
                <a:cs typeface="Tahoma"/>
              </a:rPr>
              <a:t> </a:t>
            </a:r>
            <a:r>
              <a:rPr sz="2950" spc="-90" dirty="0">
                <a:latin typeface="Tahoma"/>
                <a:cs typeface="Tahoma"/>
              </a:rPr>
              <a:t>lý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-80" dirty="0">
                <a:latin typeface="Tahoma"/>
                <a:cs typeface="Tahoma"/>
              </a:rPr>
              <a:t>thuy</a:t>
            </a:r>
            <a:r>
              <a:rPr sz="2950" spc="-80" dirty="0">
                <a:latin typeface="Calibri"/>
                <a:cs typeface="Calibri"/>
              </a:rPr>
              <a:t>ế</a:t>
            </a:r>
            <a:r>
              <a:rPr sz="2950" spc="-80" dirty="0">
                <a:latin typeface="Tahoma"/>
                <a:cs typeface="Tahoma"/>
              </a:rPr>
              <a:t>t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và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th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spc="-50" dirty="0">
                <a:latin typeface="Tahoma"/>
                <a:cs typeface="Tahoma"/>
              </a:rPr>
              <a:t>hành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</a:t>
            </a:r>
            <a:r>
              <a:rPr sz="2950" dirty="0">
                <a:latin typeface="Calibri"/>
                <a:cs typeface="Calibri"/>
              </a:rPr>
              <a:t>ừ</a:t>
            </a:r>
            <a:r>
              <a:rPr sz="2950" spc="85" dirty="0">
                <a:latin typeface="Calibri"/>
                <a:cs typeface="Calibri"/>
              </a:rPr>
              <a:t> </a:t>
            </a:r>
            <a:r>
              <a:rPr sz="2950" spc="105" dirty="0">
                <a:latin typeface="Tahoma"/>
                <a:cs typeface="Tahoma"/>
              </a:rPr>
              <a:t>cơ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b</a:t>
            </a:r>
            <a:r>
              <a:rPr sz="2950" dirty="0">
                <a:latin typeface="Calibri"/>
                <a:cs typeface="Calibri"/>
              </a:rPr>
              <a:t>ả</a:t>
            </a:r>
            <a:r>
              <a:rPr sz="2950" dirty="0">
                <a:latin typeface="Tahoma"/>
                <a:cs typeface="Tahoma"/>
              </a:rPr>
              <a:t>n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đ</a:t>
            </a:r>
            <a:r>
              <a:rPr sz="2950" spc="-20" dirty="0">
                <a:latin typeface="Calibri"/>
                <a:cs typeface="Calibri"/>
              </a:rPr>
              <a:t>ế</a:t>
            </a:r>
            <a:r>
              <a:rPr sz="2950" spc="-20" dirty="0">
                <a:latin typeface="Tahoma"/>
                <a:cs typeface="Tahoma"/>
              </a:rPr>
              <a:t>n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nâng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cao.</a:t>
            </a:r>
            <a:endParaRPr sz="295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490"/>
              </a:spcBef>
              <a:buSzPct val="32000"/>
              <a:buChar char="•"/>
              <a:tabLst>
                <a:tab pos="1373505" algn="l"/>
              </a:tabLst>
            </a:pPr>
            <a:r>
              <a:rPr sz="2950" dirty="0">
                <a:latin typeface="Tahoma"/>
                <a:cs typeface="Tahoma"/>
              </a:rPr>
              <a:t>Codewell,</a:t>
            </a:r>
            <a:r>
              <a:rPr sz="2950" spc="-19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CodePen: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spc="50" dirty="0">
                <a:latin typeface="Tahoma"/>
                <a:cs typeface="Tahoma"/>
              </a:rPr>
              <a:t>Cung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55" dirty="0">
                <a:latin typeface="Tahoma"/>
                <a:cs typeface="Tahoma"/>
              </a:rPr>
              <a:t>c</a:t>
            </a:r>
            <a:r>
              <a:rPr sz="2950" spc="55" dirty="0">
                <a:latin typeface="Calibri"/>
                <a:cs typeface="Calibri"/>
              </a:rPr>
              <a:t>ấ</a:t>
            </a:r>
            <a:r>
              <a:rPr sz="2950" spc="55" dirty="0">
                <a:latin typeface="Tahoma"/>
                <a:cs typeface="Tahoma"/>
              </a:rPr>
              <a:t>p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th</a:t>
            </a:r>
            <a:r>
              <a:rPr sz="2950" dirty="0">
                <a:latin typeface="Calibri"/>
                <a:cs typeface="Calibri"/>
              </a:rPr>
              <a:t>ử</a:t>
            </a:r>
            <a:r>
              <a:rPr sz="2950" spc="85" dirty="0">
                <a:latin typeface="Calibri"/>
                <a:cs typeface="Calibri"/>
              </a:rPr>
              <a:t> </a:t>
            </a:r>
            <a:r>
              <a:rPr sz="2950" spc="-20" dirty="0">
                <a:latin typeface="Tahoma"/>
                <a:cs typeface="Tahoma"/>
              </a:rPr>
              <a:t>thách,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d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spc="85" dirty="0">
                <a:latin typeface="Calibri"/>
                <a:cs typeface="Calibri"/>
              </a:rPr>
              <a:t> </a:t>
            </a:r>
            <a:r>
              <a:rPr sz="2950" dirty="0">
                <a:latin typeface="Tahoma"/>
                <a:cs typeface="Tahoma"/>
              </a:rPr>
              <a:t>án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th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ti</a:t>
            </a:r>
            <a:r>
              <a:rPr sz="2950" spc="-70" dirty="0">
                <a:latin typeface="Calibri"/>
                <a:cs typeface="Calibri"/>
              </a:rPr>
              <a:t>ễ</a:t>
            </a:r>
            <a:r>
              <a:rPr sz="2950" spc="-70" dirty="0">
                <a:latin typeface="Tahoma"/>
                <a:cs typeface="Tahoma"/>
              </a:rPr>
              <a:t>n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và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60" dirty="0">
                <a:latin typeface="Tahoma"/>
                <a:cs typeface="Tahoma"/>
              </a:rPr>
              <a:t>môi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spc="-30" dirty="0">
                <a:latin typeface="Tahoma"/>
                <a:cs typeface="Tahoma"/>
              </a:rPr>
              <a:t>trư</a:t>
            </a:r>
            <a:r>
              <a:rPr sz="2950" spc="-30" dirty="0">
                <a:latin typeface="Calibri"/>
                <a:cs typeface="Calibri"/>
              </a:rPr>
              <a:t>ờ</a:t>
            </a:r>
            <a:r>
              <a:rPr sz="2950" spc="-30" dirty="0">
                <a:latin typeface="Tahoma"/>
                <a:cs typeface="Tahoma"/>
              </a:rPr>
              <a:t>ng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code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th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spc="-60" dirty="0">
                <a:latin typeface="Tahoma"/>
                <a:cs typeface="Tahoma"/>
              </a:rPr>
              <a:t>hành,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kèm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đáp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án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m</a:t>
            </a:r>
            <a:r>
              <a:rPr sz="2950" spc="-20" dirty="0">
                <a:latin typeface="Calibri"/>
                <a:cs typeface="Calibri"/>
              </a:rPr>
              <a:t>ẫ</a:t>
            </a:r>
            <a:r>
              <a:rPr sz="2950" spc="-20" dirty="0">
                <a:latin typeface="Tahoma"/>
                <a:cs typeface="Tahoma"/>
              </a:rPr>
              <a:t>u.</a:t>
            </a:r>
            <a:endParaRPr sz="2950">
              <a:latin typeface="Tahoma"/>
              <a:cs typeface="Tahoma"/>
            </a:endParaRPr>
          </a:p>
          <a:p>
            <a:pPr marL="1373505" marR="269240" lvl="1" indent="-565785">
              <a:lnSpc>
                <a:spcPts val="3210"/>
              </a:lnSpc>
              <a:spcBef>
                <a:spcPts val="875"/>
              </a:spcBef>
              <a:buSzPct val="32000"/>
              <a:buChar char="•"/>
              <a:tabLst>
                <a:tab pos="1373505" algn="l"/>
              </a:tabLst>
            </a:pPr>
            <a:r>
              <a:rPr sz="2950" spc="-20" dirty="0">
                <a:latin typeface="Tahoma"/>
                <a:cs typeface="Tahoma"/>
              </a:rPr>
              <a:t>Flexbox</a:t>
            </a:r>
            <a:r>
              <a:rPr sz="2950" spc="-175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Froggy,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225" dirty="0">
                <a:latin typeface="Tahoma"/>
                <a:cs typeface="Tahoma"/>
              </a:rPr>
              <a:t>CSS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Grid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Garden,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225" dirty="0">
                <a:latin typeface="Tahoma"/>
                <a:cs typeface="Tahoma"/>
              </a:rPr>
              <a:t>CSS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50" dirty="0">
                <a:latin typeface="Tahoma"/>
                <a:cs typeface="Tahoma"/>
              </a:rPr>
              <a:t>Battle: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spc="170" dirty="0">
                <a:latin typeface="Tahoma"/>
                <a:cs typeface="Tahoma"/>
              </a:rPr>
              <a:t>Các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game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luy</a:t>
            </a:r>
            <a:r>
              <a:rPr sz="2950" spc="-65" dirty="0">
                <a:latin typeface="Calibri"/>
                <a:cs typeface="Calibri"/>
              </a:rPr>
              <a:t>ệ</a:t>
            </a:r>
            <a:r>
              <a:rPr sz="2950" spc="-65" dirty="0">
                <a:latin typeface="Tahoma"/>
                <a:cs typeface="Tahoma"/>
              </a:rPr>
              <a:t>n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k</a:t>
            </a:r>
            <a:r>
              <a:rPr sz="2950" dirty="0">
                <a:latin typeface="Calibri"/>
                <a:cs typeface="Calibri"/>
              </a:rPr>
              <a:t>ỹ</a:t>
            </a:r>
            <a:r>
              <a:rPr sz="2950" spc="110" dirty="0">
                <a:latin typeface="Calibri"/>
                <a:cs typeface="Calibri"/>
              </a:rPr>
              <a:t> </a:t>
            </a:r>
            <a:r>
              <a:rPr sz="2950" spc="-20" dirty="0">
                <a:latin typeface="Tahoma"/>
                <a:cs typeface="Tahoma"/>
              </a:rPr>
              <a:t>năng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spc="215" dirty="0">
                <a:latin typeface="Tahoma"/>
                <a:cs typeface="Tahoma"/>
              </a:rPr>
              <a:t>CSS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spc="-90" dirty="0">
                <a:latin typeface="Tahoma"/>
                <a:cs typeface="Tahoma"/>
              </a:rPr>
              <a:t>vui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-45" dirty="0">
                <a:latin typeface="Tahoma"/>
                <a:cs typeface="Tahoma"/>
              </a:rPr>
              <a:t>nh</a:t>
            </a:r>
            <a:r>
              <a:rPr sz="2950" spc="-45" dirty="0">
                <a:latin typeface="Calibri"/>
                <a:cs typeface="Calibri"/>
              </a:rPr>
              <a:t>ộ</a:t>
            </a:r>
            <a:r>
              <a:rPr sz="2950" spc="-45" dirty="0">
                <a:latin typeface="Tahoma"/>
                <a:cs typeface="Tahoma"/>
              </a:rPr>
              <a:t>n,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-55" dirty="0">
                <a:latin typeface="Tahoma"/>
                <a:cs typeface="Tahoma"/>
              </a:rPr>
              <a:t>hi</a:t>
            </a:r>
            <a:r>
              <a:rPr sz="2950" spc="-55" dirty="0">
                <a:latin typeface="Calibri"/>
                <a:cs typeface="Calibri"/>
              </a:rPr>
              <a:t>ệ</a:t>
            </a:r>
            <a:r>
              <a:rPr sz="2950" spc="-55" dirty="0">
                <a:latin typeface="Tahoma"/>
                <a:cs typeface="Tahoma"/>
              </a:rPr>
              <a:t>u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qu</a:t>
            </a:r>
            <a:r>
              <a:rPr sz="2950" dirty="0">
                <a:latin typeface="Calibri"/>
                <a:cs typeface="Calibri"/>
              </a:rPr>
              <a:t>ả</a:t>
            </a:r>
            <a:r>
              <a:rPr sz="2950" spc="105" dirty="0">
                <a:latin typeface="Calibri"/>
                <a:cs typeface="Calibri"/>
              </a:rPr>
              <a:t> </a:t>
            </a:r>
            <a:r>
              <a:rPr sz="2950" spc="55" dirty="0">
                <a:latin typeface="Tahoma"/>
                <a:cs typeface="Tahoma"/>
              </a:rPr>
              <a:t>cao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thông </a:t>
            </a:r>
            <a:r>
              <a:rPr sz="2950" dirty="0">
                <a:latin typeface="Tahoma"/>
                <a:cs typeface="Tahoma"/>
              </a:rPr>
              <a:t>qua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110" dirty="0">
                <a:latin typeface="Tahoma"/>
                <a:cs typeface="Tahoma"/>
              </a:rPr>
              <a:t>các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40" dirty="0">
                <a:latin typeface="Tahoma"/>
                <a:cs typeface="Tahoma"/>
              </a:rPr>
              <a:t>level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ho</a:t>
            </a:r>
            <a:r>
              <a:rPr sz="2950" dirty="0">
                <a:latin typeface="Calibri"/>
                <a:cs typeface="Calibri"/>
              </a:rPr>
              <a:t>ặ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thi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đ</a:t>
            </a:r>
            <a:r>
              <a:rPr sz="2950" spc="-20" dirty="0">
                <a:latin typeface="Calibri"/>
                <a:cs typeface="Calibri"/>
              </a:rPr>
              <a:t>ấ</a:t>
            </a:r>
            <a:r>
              <a:rPr sz="2950" spc="-20" dirty="0">
                <a:latin typeface="Tahoma"/>
                <a:cs typeface="Tahoma"/>
              </a:rPr>
              <a:t>u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tr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tuy</a:t>
            </a:r>
            <a:r>
              <a:rPr sz="2950" spc="-10" dirty="0">
                <a:latin typeface="Calibri"/>
                <a:cs typeface="Calibri"/>
              </a:rPr>
              <a:t>ế</a:t>
            </a:r>
            <a:r>
              <a:rPr sz="2950" spc="-10" dirty="0">
                <a:latin typeface="Tahoma"/>
                <a:cs typeface="Tahoma"/>
              </a:rPr>
              <a:t>n.</a:t>
            </a:r>
            <a:endParaRPr sz="295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435"/>
              </a:spcBef>
              <a:buSzPct val="32000"/>
              <a:buChar char="•"/>
              <a:tabLst>
                <a:tab pos="1373505" algn="l"/>
              </a:tabLst>
            </a:pPr>
            <a:r>
              <a:rPr sz="2950" spc="-10" dirty="0">
                <a:latin typeface="Tahoma"/>
                <a:cs typeface="Tahoma"/>
              </a:rPr>
              <a:t>Scrimba:</a:t>
            </a:r>
            <a:r>
              <a:rPr sz="2950" spc="-204" dirty="0">
                <a:latin typeface="Tahoma"/>
                <a:cs typeface="Tahoma"/>
              </a:rPr>
              <a:t> </a:t>
            </a:r>
            <a:r>
              <a:rPr sz="2950" spc="80" dirty="0">
                <a:latin typeface="Tahoma"/>
                <a:cs typeface="Tahoma"/>
              </a:rPr>
              <a:t>Học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qua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video</a:t>
            </a:r>
            <a:r>
              <a:rPr sz="2950" spc="-175" dirty="0">
                <a:latin typeface="Tahoma"/>
                <a:cs typeface="Tahoma"/>
              </a:rPr>
              <a:t> </a:t>
            </a:r>
            <a:r>
              <a:rPr sz="2950" spc="70" dirty="0">
                <a:latin typeface="Tahoma"/>
                <a:cs typeface="Tahoma"/>
              </a:rPr>
              <a:t>có</a:t>
            </a:r>
            <a:r>
              <a:rPr sz="2950" spc="-19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tương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tác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và</a:t>
            </a:r>
            <a:r>
              <a:rPr sz="2950" spc="-17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th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spc="-50" dirty="0">
                <a:latin typeface="Tahoma"/>
                <a:cs typeface="Tahoma"/>
              </a:rPr>
              <a:t>hành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tr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spc="-175" dirty="0">
                <a:latin typeface="Tahoma"/>
                <a:cs typeface="Tahoma"/>
              </a:rPr>
              <a:t> </a:t>
            </a:r>
            <a:r>
              <a:rPr sz="2950" spc="-55" dirty="0">
                <a:latin typeface="Tahoma"/>
                <a:cs typeface="Tahoma"/>
              </a:rPr>
              <a:t>ti</a:t>
            </a:r>
            <a:r>
              <a:rPr sz="2950" spc="-55" dirty="0">
                <a:latin typeface="Calibri"/>
                <a:cs typeface="Calibri"/>
              </a:rPr>
              <a:t>ế</a:t>
            </a:r>
            <a:r>
              <a:rPr sz="2950" spc="-55" dirty="0">
                <a:latin typeface="Tahoma"/>
                <a:cs typeface="Tahoma"/>
              </a:rPr>
              <a:t>p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trên</a:t>
            </a:r>
            <a:r>
              <a:rPr sz="2950" spc="-16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giao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di</a:t>
            </a:r>
            <a:r>
              <a:rPr sz="2950" spc="-10" dirty="0">
                <a:latin typeface="Calibri"/>
                <a:cs typeface="Calibri"/>
              </a:rPr>
              <a:t>ệ</a:t>
            </a:r>
            <a:r>
              <a:rPr sz="2950" spc="-10" dirty="0">
                <a:latin typeface="Tahoma"/>
                <a:cs typeface="Tahoma"/>
              </a:rPr>
              <a:t>n.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5156200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endParaRPr spc="-2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4" dirty="0"/>
              <a:t>QUY</a:t>
            </a:r>
            <a:r>
              <a:rPr spc="-580" dirty="0"/>
              <a:t> </a:t>
            </a:r>
            <a:r>
              <a:rPr spc="-290" dirty="0"/>
              <a:t>ĐỊNH</a:t>
            </a:r>
            <a:r>
              <a:rPr spc="-575" dirty="0"/>
              <a:t> </a:t>
            </a:r>
            <a:r>
              <a:rPr spc="-285" dirty="0"/>
              <a:t>TRONG</a:t>
            </a:r>
            <a:r>
              <a:rPr spc="-570" dirty="0"/>
              <a:t> </a:t>
            </a:r>
            <a:r>
              <a:rPr spc="-180" dirty="0"/>
              <a:t>LỚP</a:t>
            </a:r>
            <a:r>
              <a:rPr spc="-580" dirty="0"/>
              <a:t> </a:t>
            </a:r>
            <a:r>
              <a:rPr spc="-25" dirty="0"/>
              <a:t>HỌC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696" y="1627599"/>
            <a:ext cx="13126085" cy="2884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9760" indent="-607060">
              <a:lnSpc>
                <a:spcPct val="100000"/>
              </a:lnSpc>
              <a:spcBef>
                <a:spcPts val="125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600" spc="-265" dirty="0">
                <a:latin typeface="Tahoma"/>
                <a:cs typeface="Tahoma"/>
              </a:rPr>
              <a:t>Tuân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170" dirty="0">
                <a:latin typeface="Tahoma"/>
                <a:cs typeface="Tahoma"/>
              </a:rPr>
              <a:t>thủ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260" dirty="0">
                <a:latin typeface="Tahoma"/>
                <a:cs typeface="Tahoma"/>
              </a:rPr>
              <a:t>Tuyệt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125" dirty="0">
                <a:latin typeface="Tahoma"/>
                <a:cs typeface="Tahoma"/>
              </a:rPr>
              <a:t>đối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các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204" dirty="0">
                <a:latin typeface="Tahoma"/>
                <a:cs typeface="Tahoma"/>
              </a:rPr>
              <a:t>quy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65" dirty="0">
                <a:latin typeface="Tahoma"/>
                <a:cs typeface="Tahoma"/>
              </a:rPr>
              <a:t>định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sau:</a:t>
            </a:r>
            <a:endParaRPr sz="360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545"/>
              </a:spcBef>
              <a:buSzPct val="88000"/>
              <a:buChar char="•"/>
              <a:tabLst>
                <a:tab pos="1373505" algn="l"/>
              </a:tabLst>
            </a:pPr>
            <a:r>
              <a:rPr sz="2950" spc="-235" dirty="0">
                <a:latin typeface="Tahoma"/>
                <a:cs typeface="Tahoma"/>
              </a:rPr>
              <a:t>Tham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45" dirty="0">
                <a:latin typeface="Tahoma"/>
                <a:cs typeface="Tahoma"/>
              </a:rPr>
              <a:t>dự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85" dirty="0">
                <a:latin typeface="Tahoma"/>
                <a:cs typeface="Tahoma"/>
              </a:rPr>
              <a:t>đầy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60" dirty="0">
                <a:latin typeface="Tahoma"/>
                <a:cs typeface="Tahoma"/>
              </a:rPr>
              <a:t>đủ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10" dirty="0">
                <a:latin typeface="Tahoma"/>
                <a:cs typeface="Tahoma"/>
              </a:rPr>
              <a:t>buổi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95" dirty="0">
                <a:latin typeface="Tahoma"/>
                <a:cs typeface="Tahoma"/>
              </a:rPr>
              <a:t>học,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tự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95" dirty="0">
                <a:latin typeface="Tahoma"/>
                <a:cs typeface="Tahoma"/>
              </a:rPr>
              <a:t>học,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chuẩn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60" dirty="0">
                <a:latin typeface="Tahoma"/>
                <a:cs typeface="Tahoma"/>
              </a:rPr>
              <a:t>bị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55" dirty="0">
                <a:latin typeface="Tahoma"/>
                <a:cs typeface="Tahoma"/>
              </a:rPr>
              <a:t>slides,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demo.</a:t>
            </a:r>
            <a:endParaRPr sz="295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495"/>
              </a:spcBef>
              <a:buSzPct val="88000"/>
              <a:buChar char="•"/>
              <a:tabLst>
                <a:tab pos="1373505" algn="l"/>
              </a:tabLst>
            </a:pPr>
            <a:r>
              <a:rPr sz="2950" spc="-240" dirty="0">
                <a:latin typeface="Tahoma"/>
                <a:cs typeface="Tahoma"/>
              </a:rPr>
              <a:t>Tôn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75" dirty="0">
                <a:latin typeface="Tahoma"/>
                <a:cs typeface="Tahoma"/>
              </a:rPr>
              <a:t>trọng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75" dirty="0">
                <a:latin typeface="Tahoma"/>
                <a:cs typeface="Tahoma"/>
              </a:rPr>
              <a:t>lớp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95" dirty="0">
                <a:latin typeface="Tahoma"/>
                <a:cs typeface="Tahoma"/>
              </a:rPr>
              <a:t>học,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204" dirty="0">
                <a:latin typeface="Tahoma"/>
                <a:cs typeface="Tahoma"/>
              </a:rPr>
              <a:t>đúng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giờ,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85" dirty="0">
                <a:latin typeface="Tahoma"/>
                <a:cs typeface="Tahoma"/>
              </a:rPr>
              <a:t>không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229" dirty="0">
                <a:latin typeface="Tahoma"/>
                <a:cs typeface="Tahoma"/>
              </a:rPr>
              <a:t>gây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ảnh</a:t>
            </a:r>
            <a:r>
              <a:rPr sz="2950" spc="-325" dirty="0">
                <a:latin typeface="Tahoma"/>
                <a:cs typeface="Tahoma"/>
              </a:rPr>
              <a:t> </a:t>
            </a:r>
            <a:r>
              <a:rPr sz="2950" spc="-180" dirty="0">
                <a:latin typeface="Tahoma"/>
                <a:cs typeface="Tahoma"/>
              </a:rPr>
              <a:t>hưởng,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tuân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thủ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80" dirty="0">
                <a:latin typeface="Tahoma"/>
                <a:cs typeface="Tahoma"/>
              </a:rPr>
              <a:t>văn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hóa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học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đường.</a:t>
            </a:r>
            <a:endParaRPr sz="295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495"/>
              </a:spcBef>
              <a:buSzPct val="88000"/>
              <a:buChar char="•"/>
              <a:tabLst>
                <a:tab pos="1373505" algn="l"/>
              </a:tabLst>
            </a:pPr>
            <a:r>
              <a:rPr sz="2950" spc="-180" dirty="0">
                <a:latin typeface="Tahoma"/>
                <a:cs typeface="Tahoma"/>
              </a:rPr>
              <a:t>Máy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tính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50" dirty="0">
                <a:latin typeface="Tahoma"/>
                <a:cs typeface="Tahoma"/>
              </a:rPr>
              <a:t>chỉ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80" dirty="0">
                <a:latin typeface="Tahoma"/>
                <a:cs typeface="Tahoma"/>
              </a:rPr>
              <a:t>sử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dụng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cho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mục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75" dirty="0">
                <a:latin typeface="Tahoma"/>
                <a:cs typeface="Tahoma"/>
              </a:rPr>
              <a:t>đích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học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51777" y="5197961"/>
            <a:ext cx="264541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3300"/>
              </a:lnSpc>
              <a:spcBef>
                <a:spcPts val="100"/>
              </a:spcBef>
            </a:pPr>
            <a:r>
              <a:rPr sz="2750" b="1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KHÔNG</a:t>
            </a:r>
            <a:r>
              <a:rPr sz="2750" b="1" spc="3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50" b="1" spc="114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NÓI</a:t>
            </a:r>
            <a:endParaRPr sz="275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ts val="3300"/>
              </a:lnSpc>
            </a:pPr>
            <a:r>
              <a:rPr sz="2750" b="1" spc="-25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CHUYỆN</a:t>
            </a:r>
            <a:r>
              <a:rPr sz="2750" b="1" spc="-135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50" b="1" spc="-1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RIÊNG</a:t>
            </a:r>
            <a:endParaRPr sz="2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00653" y="5197961"/>
            <a:ext cx="308038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9430" marR="5080" indent="-507365">
              <a:lnSpc>
                <a:spcPct val="100000"/>
              </a:lnSpc>
              <a:spcBef>
                <a:spcPts val="100"/>
              </a:spcBef>
            </a:pPr>
            <a:r>
              <a:rPr sz="2750" b="1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KHÔNG</a:t>
            </a:r>
            <a:r>
              <a:rPr sz="2750" b="1" spc="-25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50" b="1" spc="-9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SỬ</a:t>
            </a:r>
            <a:r>
              <a:rPr sz="2750" b="1" spc="-35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50" b="1" spc="-2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DỤNG </a:t>
            </a:r>
            <a:r>
              <a:rPr sz="2750" b="1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ĐIỆN</a:t>
            </a:r>
            <a:r>
              <a:rPr sz="2750" b="1" spc="7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50" b="1" spc="-1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THOẠI</a:t>
            </a:r>
            <a:endParaRPr sz="2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74851" y="5197961"/>
            <a:ext cx="2231390" cy="445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b="1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KHÔNG</a:t>
            </a:r>
            <a:r>
              <a:rPr sz="2750" b="1" spc="3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50" b="1" spc="35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NGỦ</a:t>
            </a:r>
            <a:endParaRPr sz="2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40302" y="5197961"/>
            <a:ext cx="2366010" cy="445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b="1" spc="-145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CODE</a:t>
            </a:r>
            <a:r>
              <a:rPr sz="2750" b="1" spc="-35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50" b="1" spc="-14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ĐẦY</a:t>
            </a:r>
            <a:r>
              <a:rPr sz="2750" b="1" spc="-4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50" b="1" spc="3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ĐỦ</a:t>
            </a:r>
            <a:endParaRPr sz="27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38908" y="6424586"/>
            <a:ext cx="3403600" cy="2929890"/>
            <a:chOff x="6038908" y="6424586"/>
            <a:chExt cx="3403600" cy="2929890"/>
          </a:xfrm>
        </p:grpSpPr>
        <p:sp>
          <p:nvSpPr>
            <p:cNvPr id="11" name="object 11"/>
            <p:cNvSpPr/>
            <p:nvPr/>
          </p:nvSpPr>
          <p:spPr>
            <a:xfrm>
              <a:off x="6038908" y="6424586"/>
              <a:ext cx="3403600" cy="2929890"/>
            </a:xfrm>
            <a:custGeom>
              <a:avLst/>
              <a:gdLst/>
              <a:ahLst/>
              <a:cxnLst/>
              <a:rect l="l" t="t" r="r" b="b"/>
              <a:pathLst>
                <a:path w="3403600" h="2929890">
                  <a:moveTo>
                    <a:pt x="3403247" y="0"/>
                  </a:moveTo>
                  <a:lnTo>
                    <a:pt x="0" y="0"/>
                  </a:lnTo>
                  <a:lnTo>
                    <a:pt x="0" y="2929334"/>
                  </a:lnTo>
                  <a:lnTo>
                    <a:pt x="3403247" y="2929334"/>
                  </a:lnTo>
                  <a:lnTo>
                    <a:pt x="3403247" y="0"/>
                  </a:lnTo>
                  <a:close/>
                </a:path>
              </a:pathLst>
            </a:custGeom>
            <a:solidFill>
              <a:srgbClr val="F473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401321" y="6547351"/>
              <a:ext cx="2705100" cy="2705100"/>
            </a:xfrm>
            <a:custGeom>
              <a:avLst/>
              <a:gdLst/>
              <a:ahLst/>
              <a:cxnLst/>
              <a:rect l="l" t="t" r="r" b="b"/>
              <a:pathLst>
                <a:path w="2705100" h="2705100">
                  <a:moveTo>
                    <a:pt x="2704706" y="1358900"/>
                  </a:moveTo>
                  <a:lnTo>
                    <a:pt x="2703309" y="1295400"/>
                  </a:lnTo>
                  <a:lnTo>
                    <a:pt x="2699347" y="1244600"/>
                  </a:lnTo>
                  <a:lnTo>
                    <a:pt x="2693225" y="1193800"/>
                  </a:lnTo>
                  <a:lnTo>
                    <a:pt x="2685338" y="1130300"/>
                  </a:lnTo>
                  <a:lnTo>
                    <a:pt x="2676055" y="1079500"/>
                  </a:lnTo>
                  <a:lnTo>
                    <a:pt x="2664828" y="1028700"/>
                  </a:lnTo>
                  <a:lnTo>
                    <a:pt x="2651048" y="977900"/>
                  </a:lnTo>
                  <a:lnTo>
                    <a:pt x="2635110" y="927100"/>
                  </a:lnTo>
                  <a:lnTo>
                    <a:pt x="2617406" y="876300"/>
                  </a:lnTo>
                  <a:lnTo>
                    <a:pt x="2598331" y="825500"/>
                  </a:lnTo>
                  <a:lnTo>
                    <a:pt x="2577274" y="774700"/>
                  </a:lnTo>
                  <a:lnTo>
                    <a:pt x="2553665" y="736600"/>
                  </a:lnTo>
                  <a:lnTo>
                    <a:pt x="2527909" y="685800"/>
                  </a:lnTo>
                  <a:lnTo>
                    <a:pt x="2500376" y="635000"/>
                  </a:lnTo>
                  <a:lnTo>
                    <a:pt x="2471458" y="596900"/>
                  </a:lnTo>
                  <a:lnTo>
                    <a:pt x="2441486" y="558800"/>
                  </a:lnTo>
                  <a:lnTo>
                    <a:pt x="2410333" y="508000"/>
                  </a:lnTo>
                  <a:lnTo>
                    <a:pt x="2389644" y="483781"/>
                  </a:lnTo>
                  <a:lnTo>
                    <a:pt x="2389644" y="1358900"/>
                  </a:lnTo>
                  <a:lnTo>
                    <a:pt x="2388438" y="1409700"/>
                  </a:lnTo>
                  <a:lnTo>
                    <a:pt x="2384882" y="1460500"/>
                  </a:lnTo>
                  <a:lnTo>
                    <a:pt x="2379027" y="1498600"/>
                  </a:lnTo>
                  <a:lnTo>
                    <a:pt x="2370950" y="1549400"/>
                  </a:lnTo>
                  <a:lnTo>
                    <a:pt x="2360726" y="1600200"/>
                  </a:lnTo>
                  <a:lnTo>
                    <a:pt x="2348407" y="1651000"/>
                  </a:lnTo>
                  <a:lnTo>
                    <a:pt x="2334082" y="1689100"/>
                  </a:lnTo>
                  <a:lnTo>
                    <a:pt x="2317788" y="1739900"/>
                  </a:lnTo>
                  <a:lnTo>
                    <a:pt x="2299614" y="1778000"/>
                  </a:lnTo>
                  <a:lnTo>
                    <a:pt x="2111387" y="1653616"/>
                  </a:lnTo>
                  <a:lnTo>
                    <a:pt x="2111387" y="2070100"/>
                  </a:lnTo>
                  <a:lnTo>
                    <a:pt x="2076653" y="2095500"/>
                  </a:lnTo>
                  <a:lnTo>
                    <a:pt x="2040356" y="2133600"/>
                  </a:lnTo>
                  <a:lnTo>
                    <a:pt x="2002586" y="2159000"/>
                  </a:lnTo>
                  <a:lnTo>
                    <a:pt x="1963369" y="2197100"/>
                  </a:lnTo>
                  <a:lnTo>
                    <a:pt x="1922780" y="2222500"/>
                  </a:lnTo>
                  <a:lnTo>
                    <a:pt x="1880870" y="2247900"/>
                  </a:lnTo>
                  <a:lnTo>
                    <a:pt x="1837715" y="2273300"/>
                  </a:lnTo>
                  <a:lnTo>
                    <a:pt x="1793354" y="2298700"/>
                  </a:lnTo>
                  <a:lnTo>
                    <a:pt x="1747862" y="2311400"/>
                  </a:lnTo>
                  <a:lnTo>
                    <a:pt x="1701304" y="2336800"/>
                  </a:lnTo>
                  <a:lnTo>
                    <a:pt x="1505508" y="2387600"/>
                  </a:lnTo>
                  <a:lnTo>
                    <a:pt x="1454467" y="2387600"/>
                  </a:lnTo>
                  <a:lnTo>
                    <a:pt x="1402715" y="2400300"/>
                  </a:lnTo>
                  <a:lnTo>
                    <a:pt x="1302829" y="2400300"/>
                  </a:lnTo>
                  <a:lnTo>
                    <a:pt x="1255877" y="2387600"/>
                  </a:lnTo>
                  <a:lnTo>
                    <a:pt x="1209522" y="2387600"/>
                  </a:lnTo>
                  <a:lnTo>
                    <a:pt x="1163789" y="2374900"/>
                  </a:lnTo>
                  <a:lnTo>
                    <a:pt x="1118743" y="2374900"/>
                  </a:lnTo>
                  <a:lnTo>
                    <a:pt x="988123" y="2336800"/>
                  </a:lnTo>
                  <a:lnTo>
                    <a:pt x="946251" y="2311400"/>
                  </a:lnTo>
                  <a:lnTo>
                    <a:pt x="905281" y="2298700"/>
                  </a:lnTo>
                  <a:lnTo>
                    <a:pt x="865263" y="2273300"/>
                  </a:lnTo>
                  <a:lnTo>
                    <a:pt x="826262" y="2247900"/>
                  </a:lnTo>
                  <a:lnTo>
                    <a:pt x="788301" y="2235200"/>
                  </a:lnTo>
                  <a:lnTo>
                    <a:pt x="751433" y="2209800"/>
                  </a:lnTo>
                  <a:lnTo>
                    <a:pt x="715708" y="2184400"/>
                  </a:lnTo>
                  <a:lnTo>
                    <a:pt x="681164" y="2146300"/>
                  </a:lnTo>
                  <a:lnTo>
                    <a:pt x="647852" y="2120900"/>
                  </a:lnTo>
                  <a:lnTo>
                    <a:pt x="615835" y="2095500"/>
                  </a:lnTo>
                  <a:lnTo>
                    <a:pt x="585127" y="2057400"/>
                  </a:lnTo>
                  <a:lnTo>
                    <a:pt x="555802" y="2019300"/>
                  </a:lnTo>
                  <a:lnTo>
                    <a:pt x="527888" y="1993900"/>
                  </a:lnTo>
                  <a:lnTo>
                    <a:pt x="501446" y="1955800"/>
                  </a:lnTo>
                  <a:lnTo>
                    <a:pt x="476516" y="1917700"/>
                  </a:lnTo>
                  <a:lnTo>
                    <a:pt x="453136" y="1879600"/>
                  </a:lnTo>
                  <a:lnTo>
                    <a:pt x="431368" y="1841500"/>
                  </a:lnTo>
                  <a:lnTo>
                    <a:pt x="411251" y="1803400"/>
                  </a:lnTo>
                  <a:lnTo>
                    <a:pt x="392823" y="1765300"/>
                  </a:lnTo>
                  <a:lnTo>
                    <a:pt x="376135" y="1714500"/>
                  </a:lnTo>
                  <a:lnTo>
                    <a:pt x="361251" y="1676400"/>
                  </a:lnTo>
                  <a:lnTo>
                    <a:pt x="348183" y="1625600"/>
                  </a:lnTo>
                  <a:lnTo>
                    <a:pt x="337007" y="1587500"/>
                  </a:lnTo>
                  <a:lnTo>
                    <a:pt x="327761" y="1536700"/>
                  </a:lnTo>
                  <a:lnTo>
                    <a:pt x="320497" y="1498600"/>
                  </a:lnTo>
                  <a:lnTo>
                    <a:pt x="315239" y="1447800"/>
                  </a:lnTo>
                  <a:lnTo>
                    <a:pt x="312051" y="1397000"/>
                  </a:lnTo>
                  <a:lnTo>
                    <a:pt x="310984" y="1358900"/>
                  </a:lnTo>
                  <a:lnTo>
                    <a:pt x="312178" y="1308100"/>
                  </a:lnTo>
                  <a:lnTo>
                    <a:pt x="315747" y="1257300"/>
                  </a:lnTo>
                  <a:lnTo>
                    <a:pt x="321589" y="1206500"/>
                  </a:lnTo>
                  <a:lnTo>
                    <a:pt x="329666" y="1155700"/>
                  </a:lnTo>
                  <a:lnTo>
                    <a:pt x="339890" y="1104900"/>
                  </a:lnTo>
                  <a:lnTo>
                    <a:pt x="352209" y="1066800"/>
                  </a:lnTo>
                  <a:lnTo>
                    <a:pt x="366534" y="1016000"/>
                  </a:lnTo>
                  <a:lnTo>
                    <a:pt x="382828" y="977900"/>
                  </a:lnTo>
                  <a:lnTo>
                    <a:pt x="400989" y="927100"/>
                  </a:lnTo>
                  <a:lnTo>
                    <a:pt x="908405" y="1266190"/>
                  </a:lnTo>
                  <a:lnTo>
                    <a:pt x="908405" y="2119007"/>
                  </a:lnTo>
                  <a:lnTo>
                    <a:pt x="1796313" y="2119007"/>
                  </a:lnTo>
                  <a:lnTo>
                    <a:pt x="1796313" y="2045220"/>
                  </a:lnTo>
                  <a:lnTo>
                    <a:pt x="1796313" y="1987829"/>
                  </a:lnTo>
                  <a:lnTo>
                    <a:pt x="1796313" y="1918144"/>
                  </a:lnTo>
                  <a:lnTo>
                    <a:pt x="1796313" y="1859546"/>
                  </a:lnTo>
                  <a:lnTo>
                    <a:pt x="2111387" y="2070100"/>
                  </a:lnTo>
                  <a:lnTo>
                    <a:pt x="2111387" y="1653616"/>
                  </a:lnTo>
                  <a:lnTo>
                    <a:pt x="1796313" y="1445399"/>
                  </a:lnTo>
                  <a:lnTo>
                    <a:pt x="1796313" y="729564"/>
                  </a:lnTo>
                  <a:lnTo>
                    <a:pt x="1796313" y="582028"/>
                  </a:lnTo>
                  <a:lnTo>
                    <a:pt x="1743138" y="582028"/>
                  </a:lnTo>
                  <a:lnTo>
                    <a:pt x="1743138" y="729564"/>
                  </a:lnTo>
                  <a:lnTo>
                    <a:pt x="1743138" y="1410258"/>
                  </a:lnTo>
                  <a:lnTo>
                    <a:pt x="1743138" y="1824012"/>
                  </a:lnTo>
                  <a:lnTo>
                    <a:pt x="1743138" y="1918144"/>
                  </a:lnTo>
                  <a:lnTo>
                    <a:pt x="1456690" y="1918144"/>
                  </a:lnTo>
                  <a:lnTo>
                    <a:pt x="1456690" y="2016531"/>
                  </a:lnTo>
                  <a:lnTo>
                    <a:pt x="1448117" y="2027923"/>
                  </a:lnTo>
                  <a:lnTo>
                    <a:pt x="1424990" y="2037016"/>
                  </a:lnTo>
                  <a:lnTo>
                    <a:pt x="1391107" y="2043049"/>
                  </a:lnTo>
                  <a:lnTo>
                    <a:pt x="1350302" y="2045220"/>
                  </a:lnTo>
                  <a:lnTo>
                    <a:pt x="1309522" y="2043049"/>
                  </a:lnTo>
                  <a:lnTo>
                    <a:pt x="1275638" y="2037016"/>
                  </a:lnTo>
                  <a:lnTo>
                    <a:pt x="1252499" y="2027923"/>
                  </a:lnTo>
                  <a:lnTo>
                    <a:pt x="1243926" y="2016531"/>
                  </a:lnTo>
                  <a:lnTo>
                    <a:pt x="1251915" y="2005126"/>
                  </a:lnTo>
                  <a:lnTo>
                    <a:pt x="1307795" y="1990001"/>
                  </a:lnTo>
                  <a:lnTo>
                    <a:pt x="1350302" y="1987829"/>
                  </a:lnTo>
                  <a:lnTo>
                    <a:pt x="1392821" y="1990001"/>
                  </a:lnTo>
                  <a:lnTo>
                    <a:pt x="1448689" y="2005126"/>
                  </a:lnTo>
                  <a:lnTo>
                    <a:pt x="1456690" y="2016531"/>
                  </a:lnTo>
                  <a:lnTo>
                    <a:pt x="1456690" y="1918144"/>
                  </a:lnTo>
                  <a:lnTo>
                    <a:pt x="957503" y="1918144"/>
                  </a:lnTo>
                  <a:lnTo>
                    <a:pt x="957503" y="1299006"/>
                  </a:lnTo>
                  <a:lnTo>
                    <a:pt x="1743138" y="1824012"/>
                  </a:lnTo>
                  <a:lnTo>
                    <a:pt x="1743138" y="1410258"/>
                  </a:lnTo>
                  <a:lnTo>
                    <a:pt x="1012024" y="927100"/>
                  </a:lnTo>
                  <a:lnTo>
                    <a:pt x="957503" y="891082"/>
                  </a:lnTo>
                  <a:lnTo>
                    <a:pt x="957503" y="729564"/>
                  </a:lnTo>
                  <a:lnTo>
                    <a:pt x="1743138" y="729564"/>
                  </a:lnTo>
                  <a:lnTo>
                    <a:pt x="1743138" y="582028"/>
                  </a:lnTo>
                  <a:lnTo>
                    <a:pt x="908405" y="582028"/>
                  </a:lnTo>
                  <a:lnTo>
                    <a:pt x="908405" y="858634"/>
                  </a:lnTo>
                  <a:lnTo>
                    <a:pt x="589229" y="647700"/>
                  </a:lnTo>
                  <a:lnTo>
                    <a:pt x="623963" y="609600"/>
                  </a:lnTo>
                  <a:lnTo>
                    <a:pt x="660247" y="571500"/>
                  </a:lnTo>
                  <a:lnTo>
                    <a:pt x="698030" y="546100"/>
                  </a:lnTo>
                  <a:lnTo>
                    <a:pt x="737247" y="520700"/>
                  </a:lnTo>
                  <a:lnTo>
                    <a:pt x="777836" y="482600"/>
                  </a:lnTo>
                  <a:lnTo>
                    <a:pt x="819746" y="457200"/>
                  </a:lnTo>
                  <a:lnTo>
                    <a:pt x="862901" y="431800"/>
                  </a:lnTo>
                  <a:lnTo>
                    <a:pt x="907262" y="419100"/>
                  </a:lnTo>
                  <a:lnTo>
                    <a:pt x="952754" y="393700"/>
                  </a:lnTo>
                  <a:lnTo>
                    <a:pt x="999312" y="381000"/>
                  </a:lnTo>
                  <a:lnTo>
                    <a:pt x="1046886" y="355600"/>
                  </a:lnTo>
                  <a:lnTo>
                    <a:pt x="1144854" y="330200"/>
                  </a:lnTo>
                  <a:lnTo>
                    <a:pt x="1195108" y="330200"/>
                  </a:lnTo>
                  <a:lnTo>
                    <a:pt x="1246149" y="317500"/>
                  </a:lnTo>
                  <a:lnTo>
                    <a:pt x="1491094" y="317500"/>
                  </a:lnTo>
                  <a:lnTo>
                    <a:pt x="1626209" y="355600"/>
                  </a:lnTo>
                  <a:lnTo>
                    <a:pt x="1754378" y="393700"/>
                  </a:lnTo>
                  <a:lnTo>
                    <a:pt x="1795348" y="419100"/>
                  </a:lnTo>
                  <a:lnTo>
                    <a:pt x="1835365" y="431800"/>
                  </a:lnTo>
                  <a:lnTo>
                    <a:pt x="1874367" y="457200"/>
                  </a:lnTo>
                  <a:lnTo>
                    <a:pt x="1912340" y="482600"/>
                  </a:lnTo>
                  <a:lnTo>
                    <a:pt x="1949208" y="508000"/>
                  </a:lnTo>
                  <a:lnTo>
                    <a:pt x="1984933" y="533400"/>
                  </a:lnTo>
                  <a:lnTo>
                    <a:pt x="2019465" y="558800"/>
                  </a:lnTo>
                  <a:lnTo>
                    <a:pt x="2052777" y="584200"/>
                  </a:lnTo>
                  <a:lnTo>
                    <a:pt x="2084806" y="622300"/>
                  </a:lnTo>
                  <a:lnTo>
                    <a:pt x="2115502" y="647700"/>
                  </a:lnTo>
                  <a:lnTo>
                    <a:pt x="2144826" y="685800"/>
                  </a:lnTo>
                  <a:lnTo>
                    <a:pt x="2172741" y="723900"/>
                  </a:lnTo>
                  <a:lnTo>
                    <a:pt x="2199182" y="749300"/>
                  </a:lnTo>
                  <a:lnTo>
                    <a:pt x="2224113" y="787400"/>
                  </a:lnTo>
                  <a:lnTo>
                    <a:pt x="2247493" y="825500"/>
                  </a:lnTo>
                  <a:lnTo>
                    <a:pt x="2269261" y="863600"/>
                  </a:lnTo>
                  <a:lnTo>
                    <a:pt x="2289378" y="914400"/>
                  </a:lnTo>
                  <a:lnTo>
                    <a:pt x="2307806" y="952500"/>
                  </a:lnTo>
                  <a:lnTo>
                    <a:pt x="2324481" y="990600"/>
                  </a:lnTo>
                  <a:lnTo>
                    <a:pt x="2339378" y="1028700"/>
                  </a:lnTo>
                  <a:lnTo>
                    <a:pt x="2352433" y="1079500"/>
                  </a:lnTo>
                  <a:lnTo>
                    <a:pt x="2363609" y="1117600"/>
                  </a:lnTo>
                  <a:lnTo>
                    <a:pt x="2372855" y="1168400"/>
                  </a:lnTo>
                  <a:lnTo>
                    <a:pt x="2380132" y="1219200"/>
                  </a:lnTo>
                  <a:lnTo>
                    <a:pt x="2385377" y="1257300"/>
                  </a:lnTo>
                  <a:lnTo>
                    <a:pt x="2388565" y="1308100"/>
                  </a:lnTo>
                  <a:lnTo>
                    <a:pt x="2389644" y="1358900"/>
                  </a:lnTo>
                  <a:lnTo>
                    <a:pt x="2389644" y="483781"/>
                  </a:lnTo>
                  <a:lnTo>
                    <a:pt x="2343683" y="431800"/>
                  </a:lnTo>
                  <a:lnTo>
                    <a:pt x="2307818" y="393700"/>
                  </a:lnTo>
                  <a:lnTo>
                    <a:pt x="2270455" y="355600"/>
                  </a:lnTo>
                  <a:lnTo>
                    <a:pt x="2231910" y="330200"/>
                  </a:lnTo>
                  <a:lnTo>
                    <a:pt x="2218613" y="317500"/>
                  </a:lnTo>
                  <a:lnTo>
                    <a:pt x="2150529" y="254000"/>
                  </a:lnTo>
                  <a:lnTo>
                    <a:pt x="2107285" y="228600"/>
                  </a:lnTo>
                  <a:lnTo>
                    <a:pt x="2017217" y="177800"/>
                  </a:lnTo>
                  <a:lnTo>
                    <a:pt x="1924773" y="127000"/>
                  </a:lnTo>
                  <a:lnTo>
                    <a:pt x="1878164" y="114300"/>
                  </a:lnTo>
                  <a:lnTo>
                    <a:pt x="1828596" y="88900"/>
                  </a:lnTo>
                  <a:lnTo>
                    <a:pt x="1778254" y="76200"/>
                  </a:lnTo>
                  <a:lnTo>
                    <a:pt x="1727314" y="50800"/>
                  </a:lnTo>
                  <a:lnTo>
                    <a:pt x="1624469" y="25400"/>
                  </a:lnTo>
                  <a:lnTo>
                    <a:pt x="1570418" y="25400"/>
                  </a:lnTo>
                  <a:lnTo>
                    <a:pt x="1516176" y="12700"/>
                  </a:lnTo>
                  <a:lnTo>
                    <a:pt x="1461541" y="12700"/>
                  </a:lnTo>
                  <a:lnTo>
                    <a:pt x="1406321" y="0"/>
                  </a:lnTo>
                  <a:lnTo>
                    <a:pt x="1294295" y="0"/>
                  </a:lnTo>
                  <a:lnTo>
                    <a:pt x="1239075" y="12700"/>
                  </a:lnTo>
                  <a:lnTo>
                    <a:pt x="1184440" y="12700"/>
                  </a:lnTo>
                  <a:lnTo>
                    <a:pt x="1130198" y="25400"/>
                  </a:lnTo>
                  <a:lnTo>
                    <a:pt x="1076147" y="25400"/>
                  </a:lnTo>
                  <a:lnTo>
                    <a:pt x="973302" y="50800"/>
                  </a:lnTo>
                  <a:lnTo>
                    <a:pt x="922375" y="76200"/>
                  </a:lnTo>
                  <a:lnTo>
                    <a:pt x="872032" y="88900"/>
                  </a:lnTo>
                  <a:lnTo>
                    <a:pt x="822477" y="114300"/>
                  </a:lnTo>
                  <a:lnTo>
                    <a:pt x="774280" y="127000"/>
                  </a:lnTo>
                  <a:lnTo>
                    <a:pt x="727659" y="152400"/>
                  </a:lnTo>
                  <a:lnTo>
                    <a:pt x="682218" y="177800"/>
                  </a:lnTo>
                  <a:lnTo>
                    <a:pt x="593331" y="228600"/>
                  </a:lnTo>
                  <a:lnTo>
                    <a:pt x="550087" y="266700"/>
                  </a:lnTo>
                  <a:lnTo>
                    <a:pt x="508609" y="292100"/>
                  </a:lnTo>
                  <a:lnTo>
                    <a:pt x="468706" y="330200"/>
                  </a:lnTo>
                  <a:lnTo>
                    <a:pt x="430174" y="355600"/>
                  </a:lnTo>
                  <a:lnTo>
                    <a:pt x="392836" y="393700"/>
                  </a:lnTo>
                  <a:lnTo>
                    <a:pt x="356552" y="431800"/>
                  </a:lnTo>
                  <a:lnTo>
                    <a:pt x="321652" y="469900"/>
                  </a:lnTo>
                  <a:lnTo>
                    <a:pt x="288518" y="508000"/>
                  </a:lnTo>
                  <a:lnTo>
                    <a:pt x="257556" y="558800"/>
                  </a:lnTo>
                  <a:lnTo>
                    <a:pt x="200660" y="635000"/>
                  </a:lnTo>
                  <a:lnTo>
                    <a:pt x="174155" y="685800"/>
                  </a:lnTo>
                  <a:lnTo>
                    <a:pt x="149606" y="736600"/>
                  </a:lnTo>
                  <a:lnTo>
                    <a:pt x="127012" y="774700"/>
                  </a:lnTo>
                  <a:lnTo>
                    <a:pt x="106387" y="825500"/>
                  </a:lnTo>
                  <a:lnTo>
                    <a:pt x="87299" y="876300"/>
                  </a:lnTo>
                  <a:lnTo>
                    <a:pt x="69596" y="927100"/>
                  </a:lnTo>
                  <a:lnTo>
                    <a:pt x="53657" y="977900"/>
                  </a:lnTo>
                  <a:lnTo>
                    <a:pt x="39878" y="1028700"/>
                  </a:lnTo>
                  <a:lnTo>
                    <a:pt x="28638" y="1079500"/>
                  </a:lnTo>
                  <a:lnTo>
                    <a:pt x="19380" y="1130300"/>
                  </a:lnTo>
                  <a:lnTo>
                    <a:pt x="11493" y="1193800"/>
                  </a:lnTo>
                  <a:lnTo>
                    <a:pt x="5372" y="1244600"/>
                  </a:lnTo>
                  <a:lnTo>
                    <a:pt x="1409" y="1295400"/>
                  </a:lnTo>
                  <a:lnTo>
                    <a:pt x="0" y="1358900"/>
                  </a:lnTo>
                  <a:lnTo>
                    <a:pt x="1016" y="1409700"/>
                  </a:lnTo>
                  <a:lnTo>
                    <a:pt x="4191" y="1460500"/>
                  </a:lnTo>
                  <a:lnTo>
                    <a:pt x="9728" y="1524000"/>
                  </a:lnTo>
                  <a:lnTo>
                    <a:pt x="17805" y="1574800"/>
                  </a:lnTo>
                  <a:lnTo>
                    <a:pt x="28638" y="1625600"/>
                  </a:lnTo>
                  <a:lnTo>
                    <a:pt x="39878" y="1676400"/>
                  </a:lnTo>
                  <a:lnTo>
                    <a:pt x="53657" y="1727200"/>
                  </a:lnTo>
                  <a:lnTo>
                    <a:pt x="69596" y="1778000"/>
                  </a:lnTo>
                  <a:lnTo>
                    <a:pt x="87299" y="1828800"/>
                  </a:lnTo>
                  <a:lnTo>
                    <a:pt x="106387" y="1879600"/>
                  </a:lnTo>
                  <a:lnTo>
                    <a:pt x="127406" y="1930400"/>
                  </a:lnTo>
                  <a:lnTo>
                    <a:pt x="150774" y="1981200"/>
                  </a:lnTo>
                  <a:lnTo>
                    <a:pt x="175920" y="2019300"/>
                  </a:lnTo>
                  <a:lnTo>
                    <a:pt x="202234" y="2070100"/>
                  </a:lnTo>
                  <a:lnTo>
                    <a:pt x="229146" y="2108200"/>
                  </a:lnTo>
                  <a:lnTo>
                    <a:pt x="259130" y="2159000"/>
                  </a:lnTo>
                  <a:lnTo>
                    <a:pt x="290296" y="2197100"/>
                  </a:lnTo>
                  <a:lnTo>
                    <a:pt x="322834" y="2235200"/>
                  </a:lnTo>
                  <a:lnTo>
                    <a:pt x="356946" y="2273300"/>
                  </a:lnTo>
                  <a:lnTo>
                    <a:pt x="392836" y="2311400"/>
                  </a:lnTo>
                  <a:lnTo>
                    <a:pt x="430174" y="2349500"/>
                  </a:lnTo>
                  <a:lnTo>
                    <a:pt x="468706" y="2387600"/>
                  </a:lnTo>
                  <a:lnTo>
                    <a:pt x="508609" y="2413000"/>
                  </a:lnTo>
                  <a:lnTo>
                    <a:pt x="550087" y="2451100"/>
                  </a:lnTo>
                  <a:lnTo>
                    <a:pt x="593331" y="2476500"/>
                  </a:lnTo>
                  <a:lnTo>
                    <a:pt x="683399" y="2527300"/>
                  </a:lnTo>
                  <a:lnTo>
                    <a:pt x="822477" y="2603500"/>
                  </a:lnTo>
                  <a:lnTo>
                    <a:pt x="872032" y="2628900"/>
                  </a:lnTo>
                  <a:lnTo>
                    <a:pt x="1076147" y="2679700"/>
                  </a:lnTo>
                  <a:lnTo>
                    <a:pt x="1184440" y="2705100"/>
                  </a:lnTo>
                  <a:lnTo>
                    <a:pt x="1516176" y="2705100"/>
                  </a:lnTo>
                  <a:lnTo>
                    <a:pt x="1624469" y="2679700"/>
                  </a:lnTo>
                  <a:lnTo>
                    <a:pt x="1828596" y="2628900"/>
                  </a:lnTo>
                  <a:lnTo>
                    <a:pt x="1878164" y="2603500"/>
                  </a:lnTo>
                  <a:lnTo>
                    <a:pt x="1926348" y="2578100"/>
                  </a:lnTo>
                  <a:lnTo>
                    <a:pt x="1972957" y="2565400"/>
                  </a:lnTo>
                  <a:lnTo>
                    <a:pt x="2018398" y="2540000"/>
                  </a:lnTo>
                  <a:lnTo>
                    <a:pt x="2063038" y="2501900"/>
                  </a:lnTo>
                  <a:lnTo>
                    <a:pt x="2107285" y="2476500"/>
                  </a:lnTo>
                  <a:lnTo>
                    <a:pt x="2150529" y="2451100"/>
                  </a:lnTo>
                  <a:lnTo>
                    <a:pt x="2192007" y="2413000"/>
                  </a:lnTo>
                  <a:lnTo>
                    <a:pt x="2211959" y="2400300"/>
                  </a:lnTo>
                  <a:lnTo>
                    <a:pt x="2270455" y="2349500"/>
                  </a:lnTo>
                  <a:lnTo>
                    <a:pt x="2307818" y="2311400"/>
                  </a:lnTo>
                  <a:lnTo>
                    <a:pt x="2344077" y="2273300"/>
                  </a:lnTo>
                  <a:lnTo>
                    <a:pt x="2378964" y="2235200"/>
                  </a:lnTo>
                  <a:lnTo>
                    <a:pt x="2412085" y="2197100"/>
                  </a:lnTo>
                  <a:lnTo>
                    <a:pt x="2443048" y="2159000"/>
                  </a:lnTo>
                  <a:lnTo>
                    <a:pt x="2471458" y="2108200"/>
                  </a:lnTo>
                  <a:lnTo>
                    <a:pt x="2499982" y="2070100"/>
                  </a:lnTo>
                  <a:lnTo>
                    <a:pt x="2526728" y="2019300"/>
                  </a:lnTo>
                  <a:lnTo>
                    <a:pt x="2551900" y="1981200"/>
                  </a:lnTo>
                  <a:lnTo>
                    <a:pt x="2575699" y="1930400"/>
                  </a:lnTo>
                  <a:lnTo>
                    <a:pt x="2598331" y="1879600"/>
                  </a:lnTo>
                  <a:lnTo>
                    <a:pt x="2617406" y="1828800"/>
                  </a:lnTo>
                  <a:lnTo>
                    <a:pt x="2635110" y="1778000"/>
                  </a:lnTo>
                  <a:lnTo>
                    <a:pt x="2651048" y="1727200"/>
                  </a:lnTo>
                  <a:lnTo>
                    <a:pt x="2664828" y="1676400"/>
                  </a:lnTo>
                  <a:lnTo>
                    <a:pt x="2676055" y="1625600"/>
                  </a:lnTo>
                  <a:lnTo>
                    <a:pt x="2685338" y="1574800"/>
                  </a:lnTo>
                  <a:lnTo>
                    <a:pt x="2693225" y="1524000"/>
                  </a:lnTo>
                  <a:lnTo>
                    <a:pt x="2699347" y="1460500"/>
                  </a:lnTo>
                  <a:lnTo>
                    <a:pt x="2703309" y="1409700"/>
                  </a:lnTo>
                  <a:lnTo>
                    <a:pt x="2704706" y="1358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14970224" y="6424586"/>
            <a:ext cx="3403600" cy="2929890"/>
            <a:chOff x="14970224" y="6424586"/>
            <a:chExt cx="3403600" cy="2929890"/>
          </a:xfrm>
        </p:grpSpPr>
        <p:sp>
          <p:nvSpPr>
            <p:cNvPr id="14" name="object 14"/>
            <p:cNvSpPr/>
            <p:nvPr/>
          </p:nvSpPr>
          <p:spPr>
            <a:xfrm>
              <a:off x="14970224" y="6424586"/>
              <a:ext cx="3403600" cy="2929890"/>
            </a:xfrm>
            <a:custGeom>
              <a:avLst/>
              <a:gdLst/>
              <a:ahLst/>
              <a:cxnLst/>
              <a:rect l="l" t="t" r="r" b="b"/>
              <a:pathLst>
                <a:path w="3403600" h="2929890">
                  <a:moveTo>
                    <a:pt x="3403247" y="0"/>
                  </a:moveTo>
                  <a:lnTo>
                    <a:pt x="0" y="0"/>
                  </a:lnTo>
                  <a:lnTo>
                    <a:pt x="0" y="2929334"/>
                  </a:lnTo>
                  <a:lnTo>
                    <a:pt x="3403247" y="2929334"/>
                  </a:lnTo>
                  <a:lnTo>
                    <a:pt x="3403247" y="0"/>
                  </a:lnTo>
                  <a:close/>
                </a:path>
              </a:pathLst>
            </a:custGeom>
            <a:solidFill>
              <a:srgbClr val="F473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382596" y="6598621"/>
              <a:ext cx="2618105" cy="2613660"/>
            </a:xfrm>
            <a:custGeom>
              <a:avLst/>
              <a:gdLst/>
              <a:ahLst/>
              <a:cxnLst/>
              <a:rect l="l" t="t" r="r" b="b"/>
              <a:pathLst>
                <a:path w="2618105" h="2613659">
                  <a:moveTo>
                    <a:pt x="981684" y="925436"/>
                  </a:moveTo>
                  <a:lnTo>
                    <a:pt x="977404" y="904252"/>
                  </a:lnTo>
                  <a:lnTo>
                    <a:pt x="965733" y="886955"/>
                  </a:lnTo>
                  <a:lnTo>
                    <a:pt x="948410" y="875309"/>
                  </a:lnTo>
                  <a:lnTo>
                    <a:pt x="927188" y="871042"/>
                  </a:lnTo>
                  <a:lnTo>
                    <a:pt x="381774" y="871042"/>
                  </a:lnTo>
                  <a:lnTo>
                    <a:pt x="360553" y="875309"/>
                  </a:lnTo>
                  <a:lnTo>
                    <a:pt x="343217" y="886955"/>
                  </a:lnTo>
                  <a:lnTo>
                    <a:pt x="331520" y="904252"/>
                  </a:lnTo>
                  <a:lnTo>
                    <a:pt x="327240" y="925436"/>
                  </a:lnTo>
                  <a:lnTo>
                    <a:pt x="331520" y="946632"/>
                  </a:lnTo>
                  <a:lnTo>
                    <a:pt x="343217" y="963955"/>
                  </a:lnTo>
                  <a:lnTo>
                    <a:pt x="360553" y="975626"/>
                  </a:lnTo>
                  <a:lnTo>
                    <a:pt x="381774" y="979919"/>
                  </a:lnTo>
                  <a:lnTo>
                    <a:pt x="927188" y="979919"/>
                  </a:lnTo>
                  <a:lnTo>
                    <a:pt x="948410" y="975626"/>
                  </a:lnTo>
                  <a:lnTo>
                    <a:pt x="965733" y="963955"/>
                  </a:lnTo>
                  <a:lnTo>
                    <a:pt x="977404" y="946632"/>
                  </a:lnTo>
                  <a:lnTo>
                    <a:pt x="981684" y="925436"/>
                  </a:lnTo>
                  <a:close/>
                </a:path>
                <a:path w="2618105" h="2613659">
                  <a:moveTo>
                    <a:pt x="1308912" y="1360957"/>
                  </a:moveTo>
                  <a:lnTo>
                    <a:pt x="1304632" y="1339773"/>
                  </a:lnTo>
                  <a:lnTo>
                    <a:pt x="1292961" y="1322476"/>
                  </a:lnTo>
                  <a:lnTo>
                    <a:pt x="1275638" y="1310830"/>
                  </a:lnTo>
                  <a:lnTo>
                    <a:pt x="1254417" y="1306563"/>
                  </a:lnTo>
                  <a:lnTo>
                    <a:pt x="381774" y="1306563"/>
                  </a:lnTo>
                  <a:lnTo>
                    <a:pt x="360553" y="1310830"/>
                  </a:lnTo>
                  <a:lnTo>
                    <a:pt x="343217" y="1322476"/>
                  </a:lnTo>
                  <a:lnTo>
                    <a:pt x="331520" y="1339773"/>
                  </a:lnTo>
                  <a:lnTo>
                    <a:pt x="327240" y="1360957"/>
                  </a:lnTo>
                  <a:lnTo>
                    <a:pt x="331520" y="1382153"/>
                  </a:lnTo>
                  <a:lnTo>
                    <a:pt x="343217" y="1399476"/>
                  </a:lnTo>
                  <a:lnTo>
                    <a:pt x="360553" y="1411147"/>
                  </a:lnTo>
                  <a:lnTo>
                    <a:pt x="381774" y="1415440"/>
                  </a:lnTo>
                  <a:lnTo>
                    <a:pt x="1254417" y="1415440"/>
                  </a:lnTo>
                  <a:lnTo>
                    <a:pt x="1275638" y="1411147"/>
                  </a:lnTo>
                  <a:lnTo>
                    <a:pt x="1292961" y="1399476"/>
                  </a:lnTo>
                  <a:lnTo>
                    <a:pt x="1304632" y="1382153"/>
                  </a:lnTo>
                  <a:lnTo>
                    <a:pt x="1308912" y="1360957"/>
                  </a:lnTo>
                  <a:close/>
                </a:path>
                <a:path w="2618105" h="2613659">
                  <a:moveTo>
                    <a:pt x="1854301" y="489915"/>
                  </a:moveTo>
                  <a:lnTo>
                    <a:pt x="1849894" y="441032"/>
                  </a:lnTo>
                  <a:lnTo>
                    <a:pt x="1837207" y="395008"/>
                  </a:lnTo>
                  <a:lnTo>
                    <a:pt x="1817014" y="352615"/>
                  </a:lnTo>
                  <a:lnTo>
                    <a:pt x="1790090" y="314629"/>
                  </a:lnTo>
                  <a:lnTo>
                    <a:pt x="1757210" y="281813"/>
                  </a:lnTo>
                  <a:lnTo>
                    <a:pt x="1719148" y="254952"/>
                  </a:lnTo>
                  <a:lnTo>
                    <a:pt x="1676692" y="234797"/>
                  </a:lnTo>
                  <a:lnTo>
                    <a:pt x="1630591" y="222148"/>
                  </a:lnTo>
                  <a:lnTo>
                    <a:pt x="1581645" y="217754"/>
                  </a:lnTo>
                  <a:lnTo>
                    <a:pt x="1527060" y="217754"/>
                  </a:lnTo>
                  <a:lnTo>
                    <a:pt x="1527060" y="54394"/>
                  </a:lnTo>
                  <a:lnTo>
                    <a:pt x="1522793" y="33210"/>
                  </a:lnTo>
                  <a:lnTo>
                    <a:pt x="1511122" y="15913"/>
                  </a:lnTo>
                  <a:lnTo>
                    <a:pt x="1493799" y="4267"/>
                  </a:lnTo>
                  <a:lnTo>
                    <a:pt x="1472577" y="0"/>
                  </a:lnTo>
                  <a:lnTo>
                    <a:pt x="1451343" y="4267"/>
                  </a:lnTo>
                  <a:lnTo>
                    <a:pt x="1433982" y="15913"/>
                  </a:lnTo>
                  <a:lnTo>
                    <a:pt x="1422285" y="33210"/>
                  </a:lnTo>
                  <a:lnTo>
                    <a:pt x="1417993" y="54394"/>
                  </a:lnTo>
                  <a:lnTo>
                    <a:pt x="1417993" y="217754"/>
                  </a:lnTo>
                  <a:lnTo>
                    <a:pt x="981684" y="217754"/>
                  </a:lnTo>
                  <a:lnTo>
                    <a:pt x="981684" y="54394"/>
                  </a:lnTo>
                  <a:lnTo>
                    <a:pt x="977404" y="33210"/>
                  </a:lnTo>
                  <a:lnTo>
                    <a:pt x="965733" y="15913"/>
                  </a:lnTo>
                  <a:lnTo>
                    <a:pt x="948410" y="4267"/>
                  </a:lnTo>
                  <a:lnTo>
                    <a:pt x="927188" y="0"/>
                  </a:lnTo>
                  <a:lnTo>
                    <a:pt x="905954" y="4267"/>
                  </a:lnTo>
                  <a:lnTo>
                    <a:pt x="888606" y="15913"/>
                  </a:lnTo>
                  <a:lnTo>
                    <a:pt x="876896" y="33210"/>
                  </a:lnTo>
                  <a:lnTo>
                    <a:pt x="872604" y="54394"/>
                  </a:lnTo>
                  <a:lnTo>
                    <a:pt x="872604" y="217754"/>
                  </a:lnTo>
                  <a:lnTo>
                    <a:pt x="436308" y="217754"/>
                  </a:lnTo>
                  <a:lnTo>
                    <a:pt x="436308" y="54394"/>
                  </a:lnTo>
                  <a:lnTo>
                    <a:pt x="432028" y="33210"/>
                  </a:lnTo>
                  <a:lnTo>
                    <a:pt x="420331" y="15913"/>
                  </a:lnTo>
                  <a:lnTo>
                    <a:pt x="402996" y="4267"/>
                  </a:lnTo>
                  <a:lnTo>
                    <a:pt x="381774" y="0"/>
                  </a:lnTo>
                  <a:lnTo>
                    <a:pt x="360553" y="4267"/>
                  </a:lnTo>
                  <a:lnTo>
                    <a:pt x="343217" y="15913"/>
                  </a:lnTo>
                  <a:lnTo>
                    <a:pt x="331520" y="33210"/>
                  </a:lnTo>
                  <a:lnTo>
                    <a:pt x="327240" y="54394"/>
                  </a:lnTo>
                  <a:lnTo>
                    <a:pt x="327240" y="217754"/>
                  </a:lnTo>
                  <a:lnTo>
                    <a:pt x="272694" y="217754"/>
                  </a:lnTo>
                  <a:lnTo>
                    <a:pt x="223761" y="222148"/>
                  </a:lnTo>
                  <a:lnTo>
                    <a:pt x="177660" y="234797"/>
                  </a:lnTo>
                  <a:lnTo>
                    <a:pt x="135191" y="254952"/>
                  </a:lnTo>
                  <a:lnTo>
                    <a:pt x="97116" y="281813"/>
                  </a:lnTo>
                  <a:lnTo>
                    <a:pt x="64223" y="314629"/>
                  </a:lnTo>
                  <a:lnTo>
                    <a:pt x="37299" y="352615"/>
                  </a:lnTo>
                  <a:lnTo>
                    <a:pt x="17094" y="395008"/>
                  </a:lnTo>
                  <a:lnTo>
                    <a:pt x="4406" y="441032"/>
                  </a:lnTo>
                  <a:lnTo>
                    <a:pt x="0" y="489915"/>
                  </a:lnTo>
                  <a:lnTo>
                    <a:pt x="0" y="2014270"/>
                  </a:lnTo>
                  <a:lnTo>
                    <a:pt x="4406" y="2063153"/>
                  </a:lnTo>
                  <a:lnTo>
                    <a:pt x="17094" y="2109178"/>
                  </a:lnTo>
                  <a:lnTo>
                    <a:pt x="37299" y="2151570"/>
                  </a:lnTo>
                  <a:lnTo>
                    <a:pt x="64223" y="2189569"/>
                  </a:lnTo>
                  <a:lnTo>
                    <a:pt x="97116" y="2222398"/>
                  </a:lnTo>
                  <a:lnTo>
                    <a:pt x="135191" y="2249271"/>
                  </a:lnTo>
                  <a:lnTo>
                    <a:pt x="177660" y="2269426"/>
                  </a:lnTo>
                  <a:lnTo>
                    <a:pt x="223761" y="2282088"/>
                  </a:lnTo>
                  <a:lnTo>
                    <a:pt x="272694" y="2286482"/>
                  </a:lnTo>
                  <a:lnTo>
                    <a:pt x="1028598" y="2286482"/>
                  </a:lnTo>
                  <a:lnTo>
                    <a:pt x="1049870" y="2282202"/>
                  </a:lnTo>
                  <a:lnTo>
                    <a:pt x="1067219" y="2270531"/>
                  </a:lnTo>
                  <a:lnTo>
                    <a:pt x="1078903" y="2253221"/>
                  </a:lnTo>
                  <a:lnTo>
                    <a:pt x="1083183" y="2232037"/>
                  </a:lnTo>
                  <a:lnTo>
                    <a:pt x="1078890" y="2210854"/>
                  </a:lnTo>
                  <a:lnTo>
                    <a:pt x="1067193" y="2193544"/>
                  </a:lnTo>
                  <a:lnTo>
                    <a:pt x="1049832" y="2181872"/>
                  </a:lnTo>
                  <a:lnTo>
                    <a:pt x="1028598" y="2177592"/>
                  </a:lnTo>
                  <a:lnTo>
                    <a:pt x="272694" y="2177592"/>
                  </a:lnTo>
                  <a:lnTo>
                    <a:pt x="229260" y="2171750"/>
                  </a:lnTo>
                  <a:lnTo>
                    <a:pt x="190182" y="2155266"/>
                  </a:lnTo>
                  <a:lnTo>
                    <a:pt x="157060" y="2129701"/>
                  </a:lnTo>
                  <a:lnTo>
                    <a:pt x="131445" y="2096630"/>
                  </a:lnTo>
                  <a:lnTo>
                    <a:pt x="114935" y="2057641"/>
                  </a:lnTo>
                  <a:lnTo>
                    <a:pt x="109080" y="2014270"/>
                  </a:lnTo>
                  <a:lnTo>
                    <a:pt x="109080" y="489915"/>
                  </a:lnTo>
                  <a:lnTo>
                    <a:pt x="114935" y="446557"/>
                  </a:lnTo>
                  <a:lnTo>
                    <a:pt x="131445" y="407568"/>
                  </a:lnTo>
                  <a:lnTo>
                    <a:pt x="157060" y="374510"/>
                  </a:lnTo>
                  <a:lnTo>
                    <a:pt x="190182" y="348957"/>
                  </a:lnTo>
                  <a:lnTo>
                    <a:pt x="229260" y="332473"/>
                  </a:lnTo>
                  <a:lnTo>
                    <a:pt x="272694" y="326631"/>
                  </a:lnTo>
                  <a:lnTo>
                    <a:pt x="327240" y="326631"/>
                  </a:lnTo>
                  <a:lnTo>
                    <a:pt x="327240" y="489915"/>
                  </a:lnTo>
                  <a:lnTo>
                    <a:pt x="331520" y="511111"/>
                  </a:lnTo>
                  <a:lnTo>
                    <a:pt x="343217" y="528434"/>
                  </a:lnTo>
                  <a:lnTo>
                    <a:pt x="360553" y="540105"/>
                  </a:lnTo>
                  <a:lnTo>
                    <a:pt x="381774" y="544398"/>
                  </a:lnTo>
                  <a:lnTo>
                    <a:pt x="402996" y="540105"/>
                  </a:lnTo>
                  <a:lnTo>
                    <a:pt x="420331" y="528434"/>
                  </a:lnTo>
                  <a:lnTo>
                    <a:pt x="432028" y="511111"/>
                  </a:lnTo>
                  <a:lnTo>
                    <a:pt x="436308" y="489915"/>
                  </a:lnTo>
                  <a:lnTo>
                    <a:pt x="436308" y="326631"/>
                  </a:lnTo>
                  <a:lnTo>
                    <a:pt x="872604" y="326631"/>
                  </a:lnTo>
                  <a:lnTo>
                    <a:pt x="872604" y="489915"/>
                  </a:lnTo>
                  <a:lnTo>
                    <a:pt x="876896" y="511111"/>
                  </a:lnTo>
                  <a:lnTo>
                    <a:pt x="888606" y="528434"/>
                  </a:lnTo>
                  <a:lnTo>
                    <a:pt x="905954" y="540105"/>
                  </a:lnTo>
                  <a:lnTo>
                    <a:pt x="927188" y="544398"/>
                  </a:lnTo>
                  <a:lnTo>
                    <a:pt x="948410" y="540105"/>
                  </a:lnTo>
                  <a:lnTo>
                    <a:pt x="965733" y="528434"/>
                  </a:lnTo>
                  <a:lnTo>
                    <a:pt x="977404" y="511111"/>
                  </a:lnTo>
                  <a:lnTo>
                    <a:pt x="981684" y="489915"/>
                  </a:lnTo>
                  <a:lnTo>
                    <a:pt x="981684" y="326631"/>
                  </a:lnTo>
                  <a:lnTo>
                    <a:pt x="1417993" y="326631"/>
                  </a:lnTo>
                  <a:lnTo>
                    <a:pt x="1417993" y="489915"/>
                  </a:lnTo>
                  <a:lnTo>
                    <a:pt x="1422285" y="511111"/>
                  </a:lnTo>
                  <a:lnTo>
                    <a:pt x="1433982" y="528434"/>
                  </a:lnTo>
                  <a:lnTo>
                    <a:pt x="1451343" y="540105"/>
                  </a:lnTo>
                  <a:lnTo>
                    <a:pt x="1472577" y="544398"/>
                  </a:lnTo>
                  <a:lnTo>
                    <a:pt x="1493799" y="540105"/>
                  </a:lnTo>
                  <a:lnTo>
                    <a:pt x="1511122" y="528434"/>
                  </a:lnTo>
                  <a:lnTo>
                    <a:pt x="1522793" y="511111"/>
                  </a:lnTo>
                  <a:lnTo>
                    <a:pt x="1527060" y="489915"/>
                  </a:lnTo>
                  <a:lnTo>
                    <a:pt x="1527060" y="326631"/>
                  </a:lnTo>
                  <a:lnTo>
                    <a:pt x="1581645" y="326631"/>
                  </a:lnTo>
                  <a:lnTo>
                    <a:pt x="1625079" y="332473"/>
                  </a:lnTo>
                  <a:lnTo>
                    <a:pt x="1664131" y="348957"/>
                  </a:lnTo>
                  <a:lnTo>
                    <a:pt x="1697253" y="374510"/>
                  </a:lnTo>
                  <a:lnTo>
                    <a:pt x="1722856" y="407568"/>
                  </a:lnTo>
                  <a:lnTo>
                    <a:pt x="1739366" y="446557"/>
                  </a:lnTo>
                  <a:lnTo>
                    <a:pt x="1745221" y="489915"/>
                  </a:lnTo>
                  <a:lnTo>
                    <a:pt x="1745221" y="1286967"/>
                  </a:lnTo>
                  <a:lnTo>
                    <a:pt x="1749513" y="1308150"/>
                  </a:lnTo>
                  <a:lnTo>
                    <a:pt x="1761210" y="1325448"/>
                  </a:lnTo>
                  <a:lnTo>
                    <a:pt x="1778571" y="1337094"/>
                  </a:lnTo>
                  <a:lnTo>
                    <a:pt x="1799805" y="1341361"/>
                  </a:lnTo>
                  <a:lnTo>
                    <a:pt x="1821027" y="1337094"/>
                  </a:lnTo>
                  <a:lnTo>
                    <a:pt x="1838350" y="1325448"/>
                  </a:lnTo>
                  <a:lnTo>
                    <a:pt x="1850021" y="1308150"/>
                  </a:lnTo>
                  <a:lnTo>
                    <a:pt x="1854301" y="1286967"/>
                  </a:lnTo>
                  <a:lnTo>
                    <a:pt x="1854301" y="489915"/>
                  </a:lnTo>
                  <a:close/>
                </a:path>
                <a:path w="2618105" h="2613659">
                  <a:moveTo>
                    <a:pt x="2617762" y="1557896"/>
                  </a:moveTo>
                  <a:lnTo>
                    <a:pt x="2612440" y="1516443"/>
                  </a:lnTo>
                  <a:lnTo>
                    <a:pt x="2596489" y="1477213"/>
                  </a:lnTo>
                  <a:lnTo>
                    <a:pt x="2569908" y="1442402"/>
                  </a:lnTo>
                  <a:lnTo>
                    <a:pt x="2508707" y="1381328"/>
                  </a:lnTo>
                  <a:lnTo>
                    <a:pt x="2508707" y="1557896"/>
                  </a:lnTo>
                  <a:lnTo>
                    <a:pt x="2504744" y="1578292"/>
                  </a:lnTo>
                  <a:lnTo>
                    <a:pt x="2492781" y="1596301"/>
                  </a:lnTo>
                  <a:lnTo>
                    <a:pt x="1656041" y="2431504"/>
                  </a:lnTo>
                  <a:lnTo>
                    <a:pt x="1366875" y="2489212"/>
                  </a:lnTo>
                  <a:lnTo>
                    <a:pt x="1424647" y="2200567"/>
                  </a:lnTo>
                  <a:lnTo>
                    <a:pt x="2261387" y="1365326"/>
                  </a:lnTo>
                  <a:lnTo>
                    <a:pt x="2279192" y="1353769"/>
                  </a:lnTo>
                  <a:lnTo>
                    <a:pt x="2299893" y="1349883"/>
                  </a:lnTo>
                  <a:lnTo>
                    <a:pt x="2320899" y="1353769"/>
                  </a:lnTo>
                  <a:lnTo>
                    <a:pt x="2320696" y="1353769"/>
                  </a:lnTo>
                  <a:lnTo>
                    <a:pt x="2338527" y="1365326"/>
                  </a:lnTo>
                  <a:lnTo>
                    <a:pt x="2492781" y="1519313"/>
                  </a:lnTo>
                  <a:lnTo>
                    <a:pt x="2504744" y="1537309"/>
                  </a:lnTo>
                  <a:lnTo>
                    <a:pt x="2508707" y="1557896"/>
                  </a:lnTo>
                  <a:lnTo>
                    <a:pt x="2508707" y="1381328"/>
                  </a:lnTo>
                  <a:lnTo>
                    <a:pt x="2477211" y="1349883"/>
                  </a:lnTo>
                  <a:lnTo>
                    <a:pt x="2415654" y="1288427"/>
                  </a:lnTo>
                  <a:lnTo>
                    <a:pt x="2381364" y="1262761"/>
                  </a:lnTo>
                  <a:lnTo>
                    <a:pt x="2341930" y="1247368"/>
                  </a:lnTo>
                  <a:lnTo>
                    <a:pt x="2299919" y="1242237"/>
                  </a:lnTo>
                  <a:lnTo>
                    <a:pt x="2257920" y="1247368"/>
                  </a:lnTo>
                  <a:lnTo>
                    <a:pt x="2218512" y="1262761"/>
                  </a:lnTo>
                  <a:lnTo>
                    <a:pt x="2184260" y="1288427"/>
                  </a:lnTo>
                  <a:lnTo>
                    <a:pt x="1335836" y="2135352"/>
                  </a:lnTo>
                  <a:lnTo>
                    <a:pt x="1243838" y="2548128"/>
                  </a:lnTo>
                  <a:lnTo>
                    <a:pt x="1242898" y="2561475"/>
                  </a:lnTo>
                  <a:lnTo>
                    <a:pt x="1245196" y="2574518"/>
                  </a:lnTo>
                  <a:lnTo>
                    <a:pt x="1276604" y="2609011"/>
                  </a:lnTo>
                  <a:lnTo>
                    <a:pt x="1286992" y="2612148"/>
                  </a:lnTo>
                  <a:lnTo>
                    <a:pt x="1287437" y="2612148"/>
                  </a:lnTo>
                  <a:lnTo>
                    <a:pt x="1297419" y="2613126"/>
                  </a:lnTo>
                  <a:lnTo>
                    <a:pt x="1300886" y="2613126"/>
                  </a:lnTo>
                  <a:lnTo>
                    <a:pt x="1304442" y="2612796"/>
                  </a:lnTo>
                  <a:lnTo>
                    <a:pt x="1693646" y="2535161"/>
                  </a:lnTo>
                  <a:lnTo>
                    <a:pt x="1752574" y="2489212"/>
                  </a:lnTo>
                  <a:lnTo>
                    <a:pt x="2569908" y="1673377"/>
                  </a:lnTo>
                  <a:lnTo>
                    <a:pt x="2596489" y="1638579"/>
                  </a:lnTo>
                  <a:lnTo>
                    <a:pt x="2612440" y="1599349"/>
                  </a:lnTo>
                  <a:lnTo>
                    <a:pt x="2617762" y="1557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10504531" y="6424586"/>
            <a:ext cx="3403600" cy="2929890"/>
            <a:chOff x="10504531" y="6424586"/>
            <a:chExt cx="3403600" cy="2929890"/>
          </a:xfrm>
        </p:grpSpPr>
        <p:sp>
          <p:nvSpPr>
            <p:cNvPr id="17" name="object 17"/>
            <p:cNvSpPr/>
            <p:nvPr/>
          </p:nvSpPr>
          <p:spPr>
            <a:xfrm>
              <a:off x="10504531" y="6424586"/>
              <a:ext cx="3403600" cy="2929890"/>
            </a:xfrm>
            <a:custGeom>
              <a:avLst/>
              <a:gdLst/>
              <a:ahLst/>
              <a:cxnLst/>
              <a:rect l="l" t="t" r="r" b="b"/>
              <a:pathLst>
                <a:path w="3403600" h="2929890">
                  <a:moveTo>
                    <a:pt x="3403247" y="0"/>
                  </a:moveTo>
                  <a:lnTo>
                    <a:pt x="0" y="0"/>
                  </a:lnTo>
                  <a:lnTo>
                    <a:pt x="0" y="2929334"/>
                  </a:lnTo>
                  <a:lnTo>
                    <a:pt x="3403247" y="2929334"/>
                  </a:lnTo>
                  <a:lnTo>
                    <a:pt x="3403247" y="0"/>
                  </a:lnTo>
                  <a:close/>
                </a:path>
              </a:pathLst>
            </a:custGeom>
            <a:solidFill>
              <a:srgbClr val="F473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2650422" y="7961522"/>
              <a:ext cx="1178560" cy="1176655"/>
            </a:xfrm>
            <a:custGeom>
              <a:avLst/>
              <a:gdLst/>
              <a:ahLst/>
              <a:cxnLst/>
              <a:rect l="l" t="t" r="r" b="b"/>
              <a:pathLst>
                <a:path w="1178559" h="1176654">
                  <a:moveTo>
                    <a:pt x="1091674" y="0"/>
                  </a:moveTo>
                  <a:lnTo>
                    <a:pt x="1046309" y="14922"/>
                  </a:lnTo>
                  <a:lnTo>
                    <a:pt x="589280" y="469252"/>
                  </a:lnTo>
                  <a:lnTo>
                    <a:pt x="144610" y="25376"/>
                  </a:lnTo>
                  <a:lnTo>
                    <a:pt x="131719" y="14563"/>
                  </a:lnTo>
                  <a:lnTo>
                    <a:pt x="117077" y="6601"/>
                  </a:lnTo>
                  <a:lnTo>
                    <a:pt x="101147" y="1682"/>
                  </a:lnTo>
                  <a:lnTo>
                    <a:pt x="84394" y="0"/>
                  </a:lnTo>
                  <a:lnTo>
                    <a:pt x="51690" y="6593"/>
                  </a:lnTo>
                  <a:lnTo>
                    <a:pt x="24987" y="24570"/>
                  </a:lnTo>
                  <a:lnTo>
                    <a:pt x="6987" y="51225"/>
                  </a:lnTo>
                  <a:lnTo>
                    <a:pt x="393" y="83855"/>
                  </a:lnTo>
                  <a:lnTo>
                    <a:pt x="2082" y="100594"/>
                  </a:lnTo>
                  <a:lnTo>
                    <a:pt x="7011" y="116489"/>
                  </a:lnTo>
                  <a:lnTo>
                    <a:pt x="14986" y="131094"/>
                  </a:lnTo>
                  <a:lnTo>
                    <a:pt x="25810" y="143965"/>
                  </a:lnTo>
                  <a:lnTo>
                    <a:pt x="470481" y="587856"/>
                  </a:lnTo>
                  <a:lnTo>
                    <a:pt x="25810" y="1031739"/>
                  </a:lnTo>
                  <a:lnTo>
                    <a:pt x="6793" y="1059104"/>
                  </a:lnTo>
                  <a:lnTo>
                    <a:pt x="0" y="1090534"/>
                  </a:lnTo>
                  <a:lnTo>
                    <a:pt x="5508" y="1122213"/>
                  </a:lnTo>
                  <a:lnTo>
                    <a:pt x="23396" y="1150328"/>
                  </a:lnTo>
                  <a:lnTo>
                    <a:pt x="50810" y="1169312"/>
                  </a:lnTo>
                  <a:lnTo>
                    <a:pt x="82294" y="1176094"/>
                  </a:lnTo>
                  <a:lnTo>
                    <a:pt x="114028" y="1170595"/>
                  </a:lnTo>
                  <a:lnTo>
                    <a:pt x="144610" y="1150328"/>
                  </a:lnTo>
                  <a:lnTo>
                    <a:pt x="589280" y="706445"/>
                  </a:lnTo>
                  <a:lnTo>
                    <a:pt x="1033943" y="1150328"/>
                  </a:lnTo>
                  <a:lnTo>
                    <a:pt x="1061373" y="1169312"/>
                  </a:lnTo>
                  <a:lnTo>
                    <a:pt x="1092864" y="1176094"/>
                  </a:lnTo>
                  <a:lnTo>
                    <a:pt x="1124594" y="1170595"/>
                  </a:lnTo>
                  <a:lnTo>
                    <a:pt x="1152743" y="1152738"/>
                  </a:lnTo>
                  <a:lnTo>
                    <a:pt x="1171753" y="1125376"/>
                  </a:lnTo>
                  <a:lnTo>
                    <a:pt x="1178555" y="1093947"/>
                  </a:lnTo>
                  <a:lnTo>
                    <a:pt x="1173054" y="1062268"/>
                  </a:lnTo>
                  <a:lnTo>
                    <a:pt x="1152743" y="1031739"/>
                  </a:lnTo>
                  <a:lnTo>
                    <a:pt x="708079" y="587856"/>
                  </a:lnTo>
                  <a:lnTo>
                    <a:pt x="1152743" y="143965"/>
                  </a:lnTo>
                  <a:lnTo>
                    <a:pt x="1171602" y="116504"/>
                  </a:lnTo>
                  <a:lnTo>
                    <a:pt x="1178200" y="85043"/>
                  </a:lnTo>
                  <a:lnTo>
                    <a:pt x="1172494" y="53395"/>
                  </a:lnTo>
                  <a:lnTo>
                    <a:pt x="1154447" y="25376"/>
                  </a:lnTo>
                  <a:lnTo>
                    <a:pt x="1141034" y="14194"/>
                  </a:lnTo>
                  <a:lnTo>
                    <a:pt x="1125750" y="6096"/>
                  </a:lnTo>
                  <a:lnTo>
                    <a:pt x="1109121" y="1293"/>
                  </a:lnTo>
                  <a:lnTo>
                    <a:pt x="1091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053145" y="8994170"/>
              <a:ext cx="139076" cy="13901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94419" y="8608732"/>
              <a:ext cx="251016" cy="2509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41196" y="7521618"/>
              <a:ext cx="173820" cy="20614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0828973" y="6451745"/>
              <a:ext cx="2472055" cy="2019300"/>
            </a:xfrm>
            <a:custGeom>
              <a:avLst/>
              <a:gdLst/>
              <a:ahLst/>
              <a:cxnLst/>
              <a:rect l="l" t="t" r="r" b="b"/>
              <a:pathLst>
                <a:path w="2472055" h="2019300">
                  <a:moveTo>
                    <a:pt x="1027531" y="1235430"/>
                  </a:moveTo>
                  <a:lnTo>
                    <a:pt x="1024343" y="1219619"/>
                  </a:lnTo>
                  <a:lnTo>
                    <a:pt x="1015644" y="1206677"/>
                  </a:lnTo>
                  <a:lnTo>
                    <a:pt x="1002728" y="1197940"/>
                  </a:lnTo>
                  <a:lnTo>
                    <a:pt x="986929" y="1194739"/>
                  </a:lnTo>
                  <a:lnTo>
                    <a:pt x="914844" y="1194739"/>
                  </a:lnTo>
                  <a:lnTo>
                    <a:pt x="1019568" y="1053541"/>
                  </a:lnTo>
                  <a:lnTo>
                    <a:pt x="1024940" y="1043622"/>
                  </a:lnTo>
                  <a:lnTo>
                    <a:pt x="1027379" y="1032802"/>
                  </a:lnTo>
                  <a:lnTo>
                    <a:pt x="1026820" y="1021715"/>
                  </a:lnTo>
                  <a:lnTo>
                    <a:pt x="998093" y="990257"/>
                  </a:lnTo>
                  <a:lnTo>
                    <a:pt x="986929" y="988695"/>
                  </a:lnTo>
                  <a:lnTo>
                    <a:pt x="834161" y="988695"/>
                  </a:lnTo>
                  <a:lnTo>
                    <a:pt x="818349" y="991882"/>
                  </a:lnTo>
                  <a:lnTo>
                    <a:pt x="805434" y="1000594"/>
                  </a:lnTo>
                  <a:lnTo>
                    <a:pt x="796721" y="1013498"/>
                  </a:lnTo>
                  <a:lnTo>
                    <a:pt x="793534" y="1029284"/>
                  </a:lnTo>
                  <a:lnTo>
                    <a:pt x="796721" y="1045133"/>
                  </a:lnTo>
                  <a:lnTo>
                    <a:pt x="805434" y="1058075"/>
                  </a:lnTo>
                  <a:lnTo>
                    <a:pt x="818349" y="1066787"/>
                  </a:lnTo>
                  <a:lnTo>
                    <a:pt x="834161" y="1069987"/>
                  </a:lnTo>
                  <a:lnTo>
                    <a:pt x="906246" y="1069987"/>
                  </a:lnTo>
                  <a:lnTo>
                    <a:pt x="801522" y="1211173"/>
                  </a:lnTo>
                  <a:lnTo>
                    <a:pt x="796124" y="1221092"/>
                  </a:lnTo>
                  <a:lnTo>
                    <a:pt x="793686" y="1231912"/>
                  </a:lnTo>
                  <a:lnTo>
                    <a:pt x="794245" y="1242999"/>
                  </a:lnTo>
                  <a:lnTo>
                    <a:pt x="822985" y="1274457"/>
                  </a:lnTo>
                  <a:lnTo>
                    <a:pt x="834161" y="1276019"/>
                  </a:lnTo>
                  <a:lnTo>
                    <a:pt x="986929" y="1276019"/>
                  </a:lnTo>
                  <a:lnTo>
                    <a:pt x="1002728" y="1272832"/>
                  </a:lnTo>
                  <a:lnTo>
                    <a:pt x="1015644" y="1264132"/>
                  </a:lnTo>
                  <a:lnTo>
                    <a:pt x="1024343" y="1251229"/>
                  </a:lnTo>
                  <a:lnTo>
                    <a:pt x="1027531" y="1235430"/>
                  </a:lnTo>
                  <a:close/>
                </a:path>
                <a:path w="2472055" h="2019300">
                  <a:moveTo>
                    <a:pt x="1473949" y="1235430"/>
                  </a:moveTo>
                  <a:lnTo>
                    <a:pt x="1470761" y="1219619"/>
                  </a:lnTo>
                  <a:lnTo>
                    <a:pt x="1462049" y="1206677"/>
                  </a:lnTo>
                  <a:lnTo>
                    <a:pt x="1449146" y="1197940"/>
                  </a:lnTo>
                  <a:lnTo>
                    <a:pt x="1433347" y="1194739"/>
                  </a:lnTo>
                  <a:lnTo>
                    <a:pt x="1312252" y="1194739"/>
                  </a:lnTo>
                  <a:lnTo>
                    <a:pt x="1465935" y="987463"/>
                  </a:lnTo>
                  <a:lnTo>
                    <a:pt x="1471333" y="977544"/>
                  </a:lnTo>
                  <a:lnTo>
                    <a:pt x="1473796" y="966736"/>
                  </a:lnTo>
                  <a:lnTo>
                    <a:pt x="1473250" y="955687"/>
                  </a:lnTo>
                  <a:lnTo>
                    <a:pt x="1444510" y="924179"/>
                  </a:lnTo>
                  <a:lnTo>
                    <a:pt x="1433347" y="922616"/>
                  </a:lnTo>
                  <a:lnTo>
                    <a:pt x="1231569" y="922616"/>
                  </a:lnTo>
                  <a:lnTo>
                    <a:pt x="1215771" y="925804"/>
                  </a:lnTo>
                  <a:lnTo>
                    <a:pt x="1202867" y="934516"/>
                  </a:lnTo>
                  <a:lnTo>
                    <a:pt x="1194155" y="947420"/>
                  </a:lnTo>
                  <a:lnTo>
                    <a:pt x="1190967" y="963206"/>
                  </a:lnTo>
                  <a:lnTo>
                    <a:pt x="1194155" y="979068"/>
                  </a:lnTo>
                  <a:lnTo>
                    <a:pt x="1202867" y="991997"/>
                  </a:lnTo>
                  <a:lnTo>
                    <a:pt x="1215771" y="1000709"/>
                  </a:lnTo>
                  <a:lnTo>
                    <a:pt x="1231569" y="1003909"/>
                  </a:lnTo>
                  <a:lnTo>
                    <a:pt x="1352651" y="1003909"/>
                  </a:lnTo>
                  <a:lnTo>
                    <a:pt x="1198981" y="1211173"/>
                  </a:lnTo>
                  <a:lnTo>
                    <a:pt x="1193571" y="1221092"/>
                  </a:lnTo>
                  <a:lnTo>
                    <a:pt x="1191120" y="1231912"/>
                  </a:lnTo>
                  <a:lnTo>
                    <a:pt x="1191666" y="1242999"/>
                  </a:lnTo>
                  <a:lnTo>
                    <a:pt x="1220406" y="1274457"/>
                  </a:lnTo>
                  <a:lnTo>
                    <a:pt x="1231569" y="1276019"/>
                  </a:lnTo>
                  <a:lnTo>
                    <a:pt x="1433347" y="1276019"/>
                  </a:lnTo>
                  <a:lnTo>
                    <a:pt x="1449146" y="1272832"/>
                  </a:lnTo>
                  <a:lnTo>
                    <a:pt x="1462049" y="1264132"/>
                  </a:lnTo>
                  <a:lnTo>
                    <a:pt x="1470761" y="1251229"/>
                  </a:lnTo>
                  <a:lnTo>
                    <a:pt x="1473949" y="1235430"/>
                  </a:lnTo>
                  <a:close/>
                </a:path>
                <a:path w="2472055" h="2019300">
                  <a:moveTo>
                    <a:pt x="1925713" y="1235430"/>
                  </a:moveTo>
                  <a:lnTo>
                    <a:pt x="1922526" y="1219619"/>
                  </a:lnTo>
                  <a:lnTo>
                    <a:pt x="1913813" y="1206677"/>
                  </a:lnTo>
                  <a:lnTo>
                    <a:pt x="1900910" y="1197940"/>
                  </a:lnTo>
                  <a:lnTo>
                    <a:pt x="1885111" y="1194739"/>
                  </a:lnTo>
                  <a:lnTo>
                    <a:pt x="1745005" y="1194739"/>
                  </a:lnTo>
                  <a:lnTo>
                    <a:pt x="1917700" y="961771"/>
                  </a:lnTo>
                  <a:lnTo>
                    <a:pt x="1923110" y="951852"/>
                  </a:lnTo>
                  <a:lnTo>
                    <a:pt x="1925561" y="941044"/>
                  </a:lnTo>
                  <a:lnTo>
                    <a:pt x="1925015" y="929995"/>
                  </a:lnTo>
                  <a:lnTo>
                    <a:pt x="1896275" y="898486"/>
                  </a:lnTo>
                  <a:lnTo>
                    <a:pt x="1885111" y="896924"/>
                  </a:lnTo>
                  <a:lnTo>
                    <a:pt x="1664322" y="896924"/>
                  </a:lnTo>
                  <a:lnTo>
                    <a:pt x="1648523" y="900112"/>
                  </a:lnTo>
                  <a:lnTo>
                    <a:pt x="1635620" y="908824"/>
                  </a:lnTo>
                  <a:lnTo>
                    <a:pt x="1626908" y="921727"/>
                  </a:lnTo>
                  <a:lnTo>
                    <a:pt x="1623720" y="937514"/>
                  </a:lnTo>
                  <a:lnTo>
                    <a:pt x="1626908" y="953376"/>
                  </a:lnTo>
                  <a:lnTo>
                    <a:pt x="1635620" y="966304"/>
                  </a:lnTo>
                  <a:lnTo>
                    <a:pt x="1648523" y="975017"/>
                  </a:lnTo>
                  <a:lnTo>
                    <a:pt x="1664322" y="978217"/>
                  </a:lnTo>
                  <a:lnTo>
                    <a:pt x="1804428" y="978217"/>
                  </a:lnTo>
                  <a:lnTo>
                    <a:pt x="1631632" y="1211173"/>
                  </a:lnTo>
                  <a:lnTo>
                    <a:pt x="1626235" y="1221092"/>
                  </a:lnTo>
                  <a:lnTo>
                    <a:pt x="1623822" y="1231912"/>
                  </a:lnTo>
                  <a:lnTo>
                    <a:pt x="1624406" y="1242999"/>
                  </a:lnTo>
                  <a:lnTo>
                    <a:pt x="1653159" y="1274457"/>
                  </a:lnTo>
                  <a:lnTo>
                    <a:pt x="1664322" y="1276019"/>
                  </a:lnTo>
                  <a:lnTo>
                    <a:pt x="1885111" y="1276019"/>
                  </a:lnTo>
                  <a:lnTo>
                    <a:pt x="1900910" y="1272832"/>
                  </a:lnTo>
                  <a:lnTo>
                    <a:pt x="1913813" y="1264132"/>
                  </a:lnTo>
                  <a:lnTo>
                    <a:pt x="1922526" y="1251229"/>
                  </a:lnTo>
                  <a:lnTo>
                    <a:pt x="1925713" y="1235430"/>
                  </a:lnTo>
                  <a:close/>
                </a:path>
                <a:path w="2472055" h="2019300">
                  <a:moveTo>
                    <a:pt x="2471534" y="990600"/>
                  </a:moveTo>
                  <a:lnTo>
                    <a:pt x="2468905" y="952500"/>
                  </a:lnTo>
                  <a:lnTo>
                    <a:pt x="2461107" y="901700"/>
                  </a:lnTo>
                  <a:lnTo>
                    <a:pt x="2448280" y="863600"/>
                  </a:lnTo>
                  <a:lnTo>
                    <a:pt x="2430564" y="812800"/>
                  </a:lnTo>
                  <a:lnTo>
                    <a:pt x="2408097" y="774700"/>
                  </a:lnTo>
                  <a:lnTo>
                    <a:pt x="2390229" y="749541"/>
                  </a:lnTo>
                  <a:lnTo>
                    <a:pt x="2390229" y="990600"/>
                  </a:lnTo>
                  <a:lnTo>
                    <a:pt x="2386673" y="1041400"/>
                  </a:lnTo>
                  <a:lnTo>
                    <a:pt x="2376335" y="1092200"/>
                  </a:lnTo>
                  <a:lnTo>
                    <a:pt x="2359634" y="1130300"/>
                  </a:lnTo>
                  <a:lnTo>
                    <a:pt x="2337066" y="1181100"/>
                  </a:lnTo>
                  <a:lnTo>
                    <a:pt x="2309076" y="1219200"/>
                  </a:lnTo>
                  <a:lnTo>
                    <a:pt x="2276119" y="1244600"/>
                  </a:lnTo>
                  <a:lnTo>
                    <a:pt x="2238667" y="1270000"/>
                  </a:lnTo>
                  <a:lnTo>
                    <a:pt x="2197163" y="1295400"/>
                  </a:lnTo>
                  <a:lnTo>
                    <a:pt x="2152065" y="1320800"/>
                  </a:lnTo>
                  <a:lnTo>
                    <a:pt x="2138629" y="1320800"/>
                  </a:lnTo>
                  <a:lnTo>
                    <a:pt x="2128939" y="1333500"/>
                  </a:lnTo>
                  <a:lnTo>
                    <a:pt x="2123783" y="1346200"/>
                  </a:lnTo>
                  <a:lnTo>
                    <a:pt x="2123998" y="1358900"/>
                  </a:lnTo>
                  <a:lnTo>
                    <a:pt x="2126640" y="1371600"/>
                  </a:lnTo>
                  <a:lnTo>
                    <a:pt x="2128532" y="1397000"/>
                  </a:lnTo>
                  <a:lnTo>
                    <a:pt x="2129675" y="1409700"/>
                  </a:lnTo>
                  <a:lnTo>
                    <a:pt x="2130069" y="1422400"/>
                  </a:lnTo>
                  <a:lnTo>
                    <a:pt x="2126081" y="1473200"/>
                  </a:lnTo>
                  <a:lnTo>
                    <a:pt x="2114524" y="1524000"/>
                  </a:lnTo>
                  <a:lnTo>
                    <a:pt x="2096058" y="1562100"/>
                  </a:lnTo>
                  <a:lnTo>
                    <a:pt x="2071281" y="1600200"/>
                  </a:lnTo>
                  <a:lnTo>
                    <a:pt x="2040851" y="1638300"/>
                  </a:lnTo>
                  <a:lnTo>
                    <a:pt x="2005393" y="1663700"/>
                  </a:lnTo>
                  <a:lnTo>
                    <a:pt x="1965540" y="1689100"/>
                  </a:lnTo>
                  <a:lnTo>
                    <a:pt x="1921916" y="1714500"/>
                  </a:lnTo>
                  <a:lnTo>
                    <a:pt x="1875167" y="1727200"/>
                  </a:lnTo>
                  <a:lnTo>
                    <a:pt x="1772399" y="1727200"/>
                  </a:lnTo>
                  <a:lnTo>
                    <a:pt x="1720900" y="1714500"/>
                  </a:lnTo>
                  <a:lnTo>
                    <a:pt x="1672653" y="1689100"/>
                  </a:lnTo>
                  <a:lnTo>
                    <a:pt x="1628851" y="1651000"/>
                  </a:lnTo>
                  <a:lnTo>
                    <a:pt x="1578546" y="1651000"/>
                  </a:lnTo>
                  <a:lnTo>
                    <a:pt x="1570799" y="1663700"/>
                  </a:lnTo>
                  <a:lnTo>
                    <a:pt x="1565249" y="1663700"/>
                  </a:lnTo>
                  <a:lnTo>
                    <a:pt x="1562252" y="1676400"/>
                  </a:lnTo>
                  <a:lnTo>
                    <a:pt x="1551076" y="1727200"/>
                  </a:lnTo>
                  <a:lnTo>
                    <a:pt x="1532521" y="1778000"/>
                  </a:lnTo>
                  <a:lnTo>
                    <a:pt x="1507312" y="1816100"/>
                  </a:lnTo>
                  <a:lnTo>
                    <a:pt x="1476159" y="1854200"/>
                  </a:lnTo>
                  <a:lnTo>
                    <a:pt x="1439799" y="1879600"/>
                  </a:lnTo>
                  <a:lnTo>
                    <a:pt x="1398955" y="1905000"/>
                  </a:lnTo>
                  <a:lnTo>
                    <a:pt x="1354378" y="1930400"/>
                  </a:lnTo>
                  <a:lnTo>
                    <a:pt x="1306766" y="1943100"/>
                  </a:lnTo>
                  <a:lnTo>
                    <a:pt x="1209065" y="1943100"/>
                  </a:lnTo>
                  <a:lnTo>
                    <a:pt x="1163002" y="1930400"/>
                  </a:lnTo>
                  <a:lnTo>
                    <a:pt x="1119314" y="1917700"/>
                  </a:lnTo>
                  <a:lnTo>
                    <a:pt x="1078699" y="1892300"/>
                  </a:lnTo>
                  <a:lnTo>
                    <a:pt x="1041819" y="1854200"/>
                  </a:lnTo>
                  <a:lnTo>
                    <a:pt x="1028573" y="1854200"/>
                  </a:lnTo>
                  <a:lnTo>
                    <a:pt x="1021143" y="1841500"/>
                  </a:lnTo>
                  <a:lnTo>
                    <a:pt x="1005255" y="1841500"/>
                  </a:lnTo>
                  <a:lnTo>
                    <a:pt x="996988" y="1854200"/>
                  </a:lnTo>
                  <a:lnTo>
                    <a:pt x="989888" y="1854200"/>
                  </a:lnTo>
                  <a:lnTo>
                    <a:pt x="945883" y="1879600"/>
                  </a:lnTo>
                  <a:lnTo>
                    <a:pt x="898753" y="1905000"/>
                  </a:lnTo>
                  <a:lnTo>
                    <a:pt x="849160" y="1905000"/>
                  </a:lnTo>
                  <a:lnTo>
                    <a:pt x="797788" y="1917700"/>
                  </a:lnTo>
                  <a:lnTo>
                    <a:pt x="748931" y="1905000"/>
                  </a:lnTo>
                  <a:lnTo>
                    <a:pt x="702284" y="1905000"/>
                  </a:lnTo>
                  <a:lnTo>
                    <a:pt x="658355" y="1879600"/>
                  </a:lnTo>
                  <a:lnTo>
                    <a:pt x="617664" y="1866900"/>
                  </a:lnTo>
                  <a:lnTo>
                    <a:pt x="580720" y="1828800"/>
                  </a:lnTo>
                  <a:lnTo>
                    <a:pt x="548043" y="1803400"/>
                  </a:lnTo>
                  <a:lnTo>
                    <a:pt x="520153" y="1765300"/>
                  </a:lnTo>
                  <a:lnTo>
                    <a:pt x="497560" y="1727200"/>
                  </a:lnTo>
                  <a:lnTo>
                    <a:pt x="480783" y="1676400"/>
                  </a:lnTo>
                  <a:lnTo>
                    <a:pt x="470344" y="1638300"/>
                  </a:lnTo>
                  <a:lnTo>
                    <a:pt x="466750" y="1587500"/>
                  </a:lnTo>
                  <a:lnTo>
                    <a:pt x="466852" y="1574800"/>
                  </a:lnTo>
                  <a:lnTo>
                    <a:pt x="464693" y="1562100"/>
                  </a:lnTo>
                  <a:lnTo>
                    <a:pt x="458025" y="1549400"/>
                  </a:lnTo>
                  <a:lnTo>
                    <a:pt x="447624" y="1536700"/>
                  </a:lnTo>
                  <a:lnTo>
                    <a:pt x="434327" y="1536700"/>
                  </a:lnTo>
                  <a:lnTo>
                    <a:pt x="388150" y="1524000"/>
                  </a:lnTo>
                  <a:lnTo>
                    <a:pt x="344220" y="1511300"/>
                  </a:lnTo>
                  <a:lnTo>
                    <a:pt x="302793" y="1485900"/>
                  </a:lnTo>
                  <a:lnTo>
                    <a:pt x="264109" y="1460500"/>
                  </a:lnTo>
                  <a:lnTo>
                    <a:pt x="228422" y="1435100"/>
                  </a:lnTo>
                  <a:lnTo>
                    <a:pt x="195986" y="1397000"/>
                  </a:lnTo>
                  <a:lnTo>
                    <a:pt x="167068" y="1358900"/>
                  </a:lnTo>
                  <a:lnTo>
                    <a:pt x="141897" y="1320800"/>
                  </a:lnTo>
                  <a:lnTo>
                    <a:pt x="120738" y="1282700"/>
                  </a:lnTo>
                  <a:lnTo>
                    <a:pt x="103847" y="1244600"/>
                  </a:lnTo>
                  <a:lnTo>
                    <a:pt x="91465" y="1193800"/>
                  </a:lnTo>
                  <a:lnTo>
                    <a:pt x="83845" y="1143000"/>
                  </a:lnTo>
                  <a:lnTo>
                    <a:pt x="81254" y="1104900"/>
                  </a:lnTo>
                  <a:lnTo>
                    <a:pt x="83959" y="1054100"/>
                  </a:lnTo>
                  <a:lnTo>
                    <a:pt x="91922" y="1003300"/>
                  </a:lnTo>
                  <a:lnTo>
                    <a:pt x="104851" y="965200"/>
                  </a:lnTo>
                  <a:lnTo>
                    <a:pt x="122516" y="914400"/>
                  </a:lnTo>
                  <a:lnTo>
                    <a:pt x="144640" y="876300"/>
                  </a:lnTo>
                  <a:lnTo>
                    <a:pt x="170967" y="838200"/>
                  </a:lnTo>
                  <a:lnTo>
                    <a:pt x="201231" y="800100"/>
                  </a:lnTo>
                  <a:lnTo>
                    <a:pt x="235178" y="762000"/>
                  </a:lnTo>
                  <a:lnTo>
                    <a:pt x="272554" y="736600"/>
                  </a:lnTo>
                  <a:lnTo>
                    <a:pt x="313080" y="711200"/>
                  </a:lnTo>
                  <a:lnTo>
                    <a:pt x="356501" y="698500"/>
                  </a:lnTo>
                  <a:lnTo>
                    <a:pt x="402564" y="673100"/>
                  </a:lnTo>
                  <a:lnTo>
                    <a:pt x="416534" y="673100"/>
                  </a:lnTo>
                  <a:lnTo>
                    <a:pt x="426516" y="660400"/>
                  </a:lnTo>
                  <a:lnTo>
                    <a:pt x="431660" y="647700"/>
                  </a:lnTo>
                  <a:lnTo>
                    <a:pt x="431076" y="622300"/>
                  </a:lnTo>
                  <a:lnTo>
                    <a:pt x="429183" y="622300"/>
                  </a:lnTo>
                  <a:lnTo>
                    <a:pt x="427824" y="609600"/>
                  </a:lnTo>
                  <a:lnTo>
                    <a:pt x="426999" y="596900"/>
                  </a:lnTo>
                  <a:lnTo>
                    <a:pt x="426732" y="584200"/>
                  </a:lnTo>
                  <a:lnTo>
                    <a:pt x="432638" y="546100"/>
                  </a:lnTo>
                  <a:lnTo>
                    <a:pt x="449326" y="508000"/>
                  </a:lnTo>
                  <a:lnTo>
                    <a:pt x="475170" y="469900"/>
                  </a:lnTo>
                  <a:lnTo>
                    <a:pt x="508622" y="444500"/>
                  </a:lnTo>
                  <a:lnTo>
                    <a:pt x="548081" y="431800"/>
                  </a:lnTo>
                  <a:lnTo>
                    <a:pt x="591947" y="419100"/>
                  </a:lnTo>
                  <a:lnTo>
                    <a:pt x="598309" y="419100"/>
                  </a:lnTo>
                  <a:lnTo>
                    <a:pt x="604812" y="431800"/>
                  </a:lnTo>
                  <a:lnTo>
                    <a:pt x="619899" y="431800"/>
                  </a:lnTo>
                  <a:lnTo>
                    <a:pt x="628243" y="419100"/>
                  </a:lnTo>
                  <a:lnTo>
                    <a:pt x="643051" y="419100"/>
                  </a:lnTo>
                  <a:lnTo>
                    <a:pt x="648830" y="406400"/>
                  </a:lnTo>
                  <a:lnTo>
                    <a:pt x="653097" y="406400"/>
                  </a:lnTo>
                  <a:lnTo>
                    <a:pt x="655726" y="393700"/>
                  </a:lnTo>
                  <a:lnTo>
                    <a:pt x="656577" y="381000"/>
                  </a:lnTo>
                  <a:lnTo>
                    <a:pt x="660527" y="330200"/>
                  </a:lnTo>
                  <a:lnTo>
                    <a:pt x="671880" y="292100"/>
                  </a:lnTo>
                  <a:lnTo>
                    <a:pt x="690054" y="241300"/>
                  </a:lnTo>
                  <a:lnTo>
                    <a:pt x="714413" y="203200"/>
                  </a:lnTo>
                  <a:lnTo>
                    <a:pt x="744334" y="177800"/>
                  </a:lnTo>
                  <a:lnTo>
                    <a:pt x="779195" y="139700"/>
                  </a:lnTo>
                  <a:lnTo>
                    <a:pt x="818388" y="114300"/>
                  </a:lnTo>
                  <a:lnTo>
                    <a:pt x="861288" y="101600"/>
                  </a:lnTo>
                  <a:lnTo>
                    <a:pt x="907262" y="88900"/>
                  </a:lnTo>
                  <a:lnTo>
                    <a:pt x="1001318" y="88900"/>
                  </a:lnTo>
                  <a:lnTo>
                    <a:pt x="1045235" y="101600"/>
                  </a:lnTo>
                  <a:lnTo>
                    <a:pt x="1086777" y="114300"/>
                  </a:lnTo>
                  <a:lnTo>
                    <a:pt x="1125270" y="139700"/>
                  </a:lnTo>
                  <a:lnTo>
                    <a:pt x="1160043" y="165100"/>
                  </a:lnTo>
                  <a:lnTo>
                    <a:pt x="1190409" y="203200"/>
                  </a:lnTo>
                  <a:lnTo>
                    <a:pt x="1215707" y="241300"/>
                  </a:lnTo>
                  <a:lnTo>
                    <a:pt x="1235265" y="279400"/>
                  </a:lnTo>
                  <a:lnTo>
                    <a:pt x="1239774" y="292100"/>
                  </a:lnTo>
                  <a:lnTo>
                    <a:pt x="1246009" y="292100"/>
                  </a:lnTo>
                  <a:lnTo>
                    <a:pt x="1253705" y="304800"/>
                  </a:lnTo>
                  <a:lnTo>
                    <a:pt x="1290561" y="304800"/>
                  </a:lnTo>
                  <a:lnTo>
                    <a:pt x="1298689" y="292100"/>
                  </a:lnTo>
                  <a:lnTo>
                    <a:pt x="1337983" y="266700"/>
                  </a:lnTo>
                  <a:lnTo>
                    <a:pt x="1380007" y="241300"/>
                  </a:lnTo>
                  <a:lnTo>
                    <a:pt x="1424368" y="228600"/>
                  </a:lnTo>
                  <a:lnTo>
                    <a:pt x="1470672" y="215900"/>
                  </a:lnTo>
                  <a:lnTo>
                    <a:pt x="1566176" y="215900"/>
                  </a:lnTo>
                  <a:lnTo>
                    <a:pt x="1611858" y="228600"/>
                  </a:lnTo>
                  <a:lnTo>
                    <a:pt x="1655203" y="241300"/>
                  </a:lnTo>
                  <a:lnTo>
                    <a:pt x="1695767" y="266700"/>
                  </a:lnTo>
                  <a:lnTo>
                    <a:pt x="1733130" y="292100"/>
                  </a:lnTo>
                  <a:lnTo>
                    <a:pt x="1766887" y="317500"/>
                  </a:lnTo>
                  <a:lnTo>
                    <a:pt x="1796605" y="355600"/>
                  </a:lnTo>
                  <a:lnTo>
                    <a:pt x="1821865" y="393700"/>
                  </a:lnTo>
                  <a:lnTo>
                    <a:pt x="1842249" y="431800"/>
                  </a:lnTo>
                  <a:lnTo>
                    <a:pt x="1857336" y="469900"/>
                  </a:lnTo>
                  <a:lnTo>
                    <a:pt x="1866684" y="520700"/>
                  </a:lnTo>
                  <a:lnTo>
                    <a:pt x="1869897" y="571500"/>
                  </a:lnTo>
                  <a:lnTo>
                    <a:pt x="1869401" y="584200"/>
                  </a:lnTo>
                  <a:lnTo>
                    <a:pt x="1867903" y="609600"/>
                  </a:lnTo>
                  <a:lnTo>
                    <a:pt x="1865439" y="622300"/>
                  </a:lnTo>
                  <a:lnTo>
                    <a:pt x="1861985" y="647700"/>
                  </a:lnTo>
                  <a:lnTo>
                    <a:pt x="1861185" y="660400"/>
                  </a:lnTo>
                  <a:lnTo>
                    <a:pt x="1863407" y="660400"/>
                  </a:lnTo>
                  <a:lnTo>
                    <a:pt x="1868474" y="673100"/>
                  </a:lnTo>
                  <a:lnTo>
                    <a:pt x="1876171" y="685800"/>
                  </a:lnTo>
                  <a:lnTo>
                    <a:pt x="1885835" y="685800"/>
                  </a:lnTo>
                  <a:lnTo>
                    <a:pt x="1896516" y="698500"/>
                  </a:lnTo>
                  <a:lnTo>
                    <a:pt x="1907552" y="698500"/>
                  </a:lnTo>
                  <a:lnTo>
                    <a:pt x="1918309" y="685800"/>
                  </a:lnTo>
                  <a:lnTo>
                    <a:pt x="1951215" y="673100"/>
                  </a:lnTo>
                  <a:lnTo>
                    <a:pt x="1985060" y="673100"/>
                  </a:lnTo>
                  <a:lnTo>
                    <a:pt x="2019744" y="660400"/>
                  </a:lnTo>
                  <a:lnTo>
                    <a:pt x="2104593" y="660400"/>
                  </a:lnTo>
                  <a:lnTo>
                    <a:pt x="2151824" y="673100"/>
                  </a:lnTo>
                  <a:lnTo>
                    <a:pt x="2196287" y="685800"/>
                  </a:lnTo>
                  <a:lnTo>
                    <a:pt x="2237486" y="711200"/>
                  </a:lnTo>
                  <a:lnTo>
                    <a:pt x="2274874" y="736600"/>
                  </a:lnTo>
                  <a:lnTo>
                    <a:pt x="2307945" y="774700"/>
                  </a:lnTo>
                  <a:lnTo>
                    <a:pt x="2336177" y="812800"/>
                  </a:lnTo>
                  <a:lnTo>
                    <a:pt x="2359050" y="850900"/>
                  </a:lnTo>
                  <a:lnTo>
                    <a:pt x="2376017" y="901700"/>
                  </a:lnTo>
                  <a:lnTo>
                    <a:pt x="2386596" y="939800"/>
                  </a:lnTo>
                  <a:lnTo>
                    <a:pt x="2390229" y="990600"/>
                  </a:lnTo>
                  <a:lnTo>
                    <a:pt x="2390229" y="749541"/>
                  </a:lnTo>
                  <a:lnTo>
                    <a:pt x="2349525" y="698500"/>
                  </a:lnTo>
                  <a:lnTo>
                    <a:pt x="2314295" y="673100"/>
                  </a:lnTo>
                  <a:lnTo>
                    <a:pt x="2276233" y="647700"/>
                  </a:lnTo>
                  <a:lnTo>
                    <a:pt x="2235657" y="622300"/>
                  </a:lnTo>
                  <a:lnTo>
                    <a:pt x="2192934" y="596900"/>
                  </a:lnTo>
                  <a:lnTo>
                    <a:pt x="2148382" y="584200"/>
                  </a:lnTo>
                  <a:lnTo>
                    <a:pt x="1976221" y="584200"/>
                  </a:lnTo>
                  <a:lnTo>
                    <a:pt x="1950593" y="596900"/>
                  </a:lnTo>
                  <a:lnTo>
                    <a:pt x="1950999" y="584200"/>
                  </a:lnTo>
                  <a:lnTo>
                    <a:pt x="1948383" y="520700"/>
                  </a:lnTo>
                  <a:lnTo>
                    <a:pt x="1940293" y="469900"/>
                  </a:lnTo>
                  <a:lnTo>
                    <a:pt x="1926996" y="431800"/>
                  </a:lnTo>
                  <a:lnTo>
                    <a:pt x="1908619" y="381000"/>
                  </a:lnTo>
                  <a:lnTo>
                    <a:pt x="1885315" y="342900"/>
                  </a:lnTo>
                  <a:lnTo>
                    <a:pt x="1857209" y="304800"/>
                  </a:lnTo>
                  <a:lnTo>
                    <a:pt x="1824469" y="266700"/>
                  </a:lnTo>
                  <a:lnTo>
                    <a:pt x="1787855" y="228600"/>
                  </a:lnTo>
                  <a:lnTo>
                    <a:pt x="1768068" y="215900"/>
                  </a:lnTo>
                  <a:lnTo>
                    <a:pt x="1748294" y="203200"/>
                  </a:lnTo>
                  <a:lnTo>
                    <a:pt x="1706143" y="177800"/>
                  </a:lnTo>
                  <a:lnTo>
                    <a:pt x="1661731" y="165100"/>
                  </a:lnTo>
                  <a:lnTo>
                    <a:pt x="1567599" y="139700"/>
                  </a:lnTo>
                  <a:lnTo>
                    <a:pt x="1444345" y="139700"/>
                  </a:lnTo>
                  <a:lnTo>
                    <a:pt x="1372590" y="165100"/>
                  </a:lnTo>
                  <a:lnTo>
                    <a:pt x="1351038" y="165100"/>
                  </a:lnTo>
                  <a:lnTo>
                    <a:pt x="1330007" y="177800"/>
                  </a:lnTo>
                  <a:lnTo>
                    <a:pt x="1309535" y="190500"/>
                  </a:lnTo>
                  <a:lnTo>
                    <a:pt x="1289646" y="203200"/>
                  </a:lnTo>
                  <a:lnTo>
                    <a:pt x="1266583" y="165100"/>
                  </a:lnTo>
                  <a:lnTo>
                    <a:pt x="1239481" y="127000"/>
                  </a:lnTo>
                  <a:lnTo>
                    <a:pt x="1208519" y="101600"/>
                  </a:lnTo>
                  <a:lnTo>
                    <a:pt x="1191209" y="88900"/>
                  </a:lnTo>
                  <a:lnTo>
                    <a:pt x="1173899" y="76200"/>
                  </a:lnTo>
                  <a:lnTo>
                    <a:pt x="1134122" y="50800"/>
                  </a:lnTo>
                  <a:lnTo>
                    <a:pt x="1092022" y="25400"/>
                  </a:lnTo>
                  <a:lnTo>
                    <a:pt x="1047991" y="12700"/>
                  </a:lnTo>
                  <a:lnTo>
                    <a:pt x="1002423" y="12700"/>
                  </a:lnTo>
                  <a:lnTo>
                    <a:pt x="955700" y="0"/>
                  </a:lnTo>
                  <a:lnTo>
                    <a:pt x="905484" y="12700"/>
                  </a:lnTo>
                  <a:lnTo>
                    <a:pt x="856780" y="12700"/>
                  </a:lnTo>
                  <a:lnTo>
                    <a:pt x="810056" y="38100"/>
                  </a:lnTo>
                  <a:lnTo>
                    <a:pt x="765822" y="50800"/>
                  </a:lnTo>
                  <a:lnTo>
                    <a:pt x="724547" y="88900"/>
                  </a:lnTo>
                  <a:lnTo>
                    <a:pt x="686727" y="114300"/>
                  </a:lnTo>
                  <a:lnTo>
                    <a:pt x="652310" y="152400"/>
                  </a:lnTo>
                  <a:lnTo>
                    <a:pt x="623938" y="203200"/>
                  </a:lnTo>
                  <a:lnTo>
                    <a:pt x="601853" y="241300"/>
                  </a:lnTo>
                  <a:lnTo>
                    <a:pt x="586257" y="292100"/>
                  </a:lnTo>
                  <a:lnTo>
                    <a:pt x="577405" y="342900"/>
                  </a:lnTo>
                  <a:lnTo>
                    <a:pt x="530352" y="355600"/>
                  </a:lnTo>
                  <a:lnTo>
                    <a:pt x="486676" y="368300"/>
                  </a:lnTo>
                  <a:lnTo>
                    <a:pt x="447255" y="393700"/>
                  </a:lnTo>
                  <a:lnTo>
                    <a:pt x="412991" y="419100"/>
                  </a:lnTo>
                  <a:lnTo>
                    <a:pt x="384797" y="457200"/>
                  </a:lnTo>
                  <a:lnTo>
                    <a:pt x="363537" y="495300"/>
                  </a:lnTo>
                  <a:lnTo>
                    <a:pt x="350139" y="546100"/>
                  </a:lnTo>
                  <a:lnTo>
                    <a:pt x="345465" y="584200"/>
                  </a:lnTo>
                  <a:lnTo>
                    <a:pt x="345465" y="596900"/>
                  </a:lnTo>
                  <a:lnTo>
                    <a:pt x="345706" y="596900"/>
                  </a:lnTo>
                  <a:lnTo>
                    <a:pt x="346189" y="609600"/>
                  </a:lnTo>
                  <a:lnTo>
                    <a:pt x="315404" y="622300"/>
                  </a:lnTo>
                  <a:lnTo>
                    <a:pt x="285457" y="635000"/>
                  </a:lnTo>
                  <a:lnTo>
                    <a:pt x="256425" y="647700"/>
                  </a:lnTo>
                  <a:lnTo>
                    <a:pt x="228358" y="673100"/>
                  </a:lnTo>
                  <a:lnTo>
                    <a:pt x="194906" y="698500"/>
                  </a:lnTo>
                  <a:lnTo>
                    <a:pt x="163614" y="723900"/>
                  </a:lnTo>
                  <a:lnTo>
                    <a:pt x="134581" y="749300"/>
                  </a:lnTo>
                  <a:lnTo>
                    <a:pt x="107911" y="787400"/>
                  </a:lnTo>
                  <a:lnTo>
                    <a:pt x="83616" y="812800"/>
                  </a:lnTo>
                  <a:lnTo>
                    <a:pt x="62255" y="850900"/>
                  </a:lnTo>
                  <a:lnTo>
                    <a:pt x="43878" y="889000"/>
                  </a:lnTo>
                  <a:lnTo>
                    <a:pt x="28575" y="927100"/>
                  </a:lnTo>
                  <a:lnTo>
                    <a:pt x="16103" y="977900"/>
                  </a:lnTo>
                  <a:lnTo>
                    <a:pt x="7175" y="1016000"/>
                  </a:lnTo>
                  <a:lnTo>
                    <a:pt x="1790" y="1054100"/>
                  </a:lnTo>
                  <a:lnTo>
                    <a:pt x="0" y="1104900"/>
                  </a:lnTo>
                  <a:lnTo>
                    <a:pt x="1993" y="1143000"/>
                  </a:lnTo>
                  <a:lnTo>
                    <a:pt x="7975" y="1193800"/>
                  </a:lnTo>
                  <a:lnTo>
                    <a:pt x="17919" y="1231900"/>
                  </a:lnTo>
                  <a:lnTo>
                    <a:pt x="31788" y="1282700"/>
                  </a:lnTo>
                  <a:lnTo>
                    <a:pt x="48780" y="1320800"/>
                  </a:lnTo>
                  <a:lnTo>
                    <a:pt x="69138" y="1358900"/>
                  </a:lnTo>
                  <a:lnTo>
                    <a:pt x="92760" y="1397000"/>
                  </a:lnTo>
                  <a:lnTo>
                    <a:pt x="119595" y="1435100"/>
                  </a:lnTo>
                  <a:lnTo>
                    <a:pt x="156108" y="1473200"/>
                  </a:lnTo>
                  <a:lnTo>
                    <a:pt x="196316" y="1511300"/>
                  </a:lnTo>
                  <a:lnTo>
                    <a:pt x="239826" y="1536700"/>
                  </a:lnTo>
                  <a:lnTo>
                    <a:pt x="286232" y="1562100"/>
                  </a:lnTo>
                  <a:lnTo>
                    <a:pt x="335114" y="1587500"/>
                  </a:lnTo>
                  <a:lnTo>
                    <a:pt x="386092" y="1600200"/>
                  </a:lnTo>
                  <a:lnTo>
                    <a:pt x="391833" y="1651000"/>
                  </a:lnTo>
                  <a:lnTo>
                    <a:pt x="403529" y="1701800"/>
                  </a:lnTo>
                  <a:lnTo>
                    <a:pt x="421005" y="1752600"/>
                  </a:lnTo>
                  <a:lnTo>
                    <a:pt x="444055" y="1790700"/>
                  </a:lnTo>
                  <a:lnTo>
                    <a:pt x="472528" y="1841500"/>
                  </a:lnTo>
                  <a:lnTo>
                    <a:pt x="506234" y="1879600"/>
                  </a:lnTo>
                  <a:lnTo>
                    <a:pt x="541134" y="1905000"/>
                  </a:lnTo>
                  <a:lnTo>
                    <a:pt x="578840" y="1930400"/>
                  </a:lnTo>
                  <a:lnTo>
                    <a:pt x="619010" y="1955800"/>
                  </a:lnTo>
                  <a:lnTo>
                    <a:pt x="661327" y="1968500"/>
                  </a:lnTo>
                  <a:lnTo>
                    <a:pt x="751052" y="1993900"/>
                  </a:lnTo>
                  <a:lnTo>
                    <a:pt x="853719" y="1993900"/>
                  </a:lnTo>
                  <a:lnTo>
                    <a:pt x="960221" y="1968500"/>
                  </a:lnTo>
                  <a:lnTo>
                    <a:pt x="1009675" y="1943100"/>
                  </a:lnTo>
                  <a:lnTo>
                    <a:pt x="1053350" y="1968500"/>
                  </a:lnTo>
                  <a:lnTo>
                    <a:pt x="1100531" y="1993900"/>
                  </a:lnTo>
                  <a:lnTo>
                    <a:pt x="1150581" y="2006600"/>
                  </a:lnTo>
                  <a:lnTo>
                    <a:pt x="1202893" y="2019300"/>
                  </a:lnTo>
                  <a:lnTo>
                    <a:pt x="1349489" y="2019300"/>
                  </a:lnTo>
                  <a:lnTo>
                    <a:pt x="1393825" y="2006600"/>
                  </a:lnTo>
                  <a:lnTo>
                    <a:pt x="1436192" y="1981200"/>
                  </a:lnTo>
                  <a:lnTo>
                    <a:pt x="1476146" y="1955800"/>
                  </a:lnTo>
                  <a:lnTo>
                    <a:pt x="1513217" y="1930400"/>
                  </a:lnTo>
                  <a:lnTo>
                    <a:pt x="1550949" y="1892300"/>
                  </a:lnTo>
                  <a:lnTo>
                    <a:pt x="1582953" y="1854200"/>
                  </a:lnTo>
                  <a:lnTo>
                    <a:pt x="1608874" y="1803400"/>
                  </a:lnTo>
                  <a:lnTo>
                    <a:pt x="1628343" y="1752600"/>
                  </a:lnTo>
                  <a:lnTo>
                    <a:pt x="1674444" y="1778000"/>
                  </a:lnTo>
                  <a:lnTo>
                    <a:pt x="1723186" y="1790700"/>
                  </a:lnTo>
                  <a:lnTo>
                    <a:pt x="1773897" y="1803400"/>
                  </a:lnTo>
                  <a:lnTo>
                    <a:pt x="1876767" y="1803400"/>
                  </a:lnTo>
                  <a:lnTo>
                    <a:pt x="1926107" y="1790700"/>
                  </a:lnTo>
                  <a:lnTo>
                    <a:pt x="1973453" y="1778000"/>
                  </a:lnTo>
                  <a:lnTo>
                    <a:pt x="2018284" y="1752600"/>
                  </a:lnTo>
                  <a:lnTo>
                    <a:pt x="2060092" y="1727200"/>
                  </a:lnTo>
                  <a:lnTo>
                    <a:pt x="2098408" y="1701800"/>
                  </a:lnTo>
                  <a:lnTo>
                    <a:pt x="2132038" y="1663700"/>
                  </a:lnTo>
                  <a:lnTo>
                    <a:pt x="2160016" y="1612900"/>
                  </a:lnTo>
                  <a:lnTo>
                    <a:pt x="2182126" y="1574800"/>
                  </a:lnTo>
                  <a:lnTo>
                    <a:pt x="2198179" y="1524000"/>
                  </a:lnTo>
                  <a:lnTo>
                    <a:pt x="2207958" y="1473200"/>
                  </a:lnTo>
                  <a:lnTo>
                    <a:pt x="2211273" y="1422400"/>
                  </a:lnTo>
                  <a:lnTo>
                    <a:pt x="2211133" y="1409700"/>
                  </a:lnTo>
                  <a:lnTo>
                    <a:pt x="2210727" y="1397000"/>
                  </a:lnTo>
                  <a:lnTo>
                    <a:pt x="2210054" y="1397000"/>
                  </a:lnTo>
                  <a:lnTo>
                    <a:pt x="2209114" y="1384300"/>
                  </a:lnTo>
                  <a:lnTo>
                    <a:pt x="2231263" y="1371600"/>
                  </a:lnTo>
                  <a:lnTo>
                    <a:pt x="2252840" y="1358900"/>
                  </a:lnTo>
                  <a:lnTo>
                    <a:pt x="2273770" y="1346200"/>
                  </a:lnTo>
                  <a:lnTo>
                    <a:pt x="2294013" y="1333500"/>
                  </a:lnTo>
                  <a:lnTo>
                    <a:pt x="2320086" y="1320800"/>
                  </a:lnTo>
                  <a:lnTo>
                    <a:pt x="2367013" y="1270000"/>
                  </a:lnTo>
                  <a:lnTo>
                    <a:pt x="2417508" y="1206500"/>
                  </a:lnTo>
                  <a:lnTo>
                    <a:pt x="2440914" y="1155700"/>
                  </a:lnTo>
                  <a:lnTo>
                    <a:pt x="2457831" y="1104900"/>
                  </a:lnTo>
                  <a:lnTo>
                    <a:pt x="2468080" y="1054100"/>
                  </a:lnTo>
                  <a:lnTo>
                    <a:pt x="2471534" y="990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3215" y="6424586"/>
            <a:ext cx="3403246" cy="2954604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5497195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endParaRPr spc="-2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60" dirty="0"/>
              <a:t>MÔI</a:t>
            </a:r>
            <a:r>
              <a:rPr spc="-590" dirty="0"/>
              <a:t> </a:t>
            </a:r>
            <a:r>
              <a:rPr spc="-260" dirty="0"/>
              <a:t>TRƯỜNG</a:t>
            </a:r>
            <a:r>
              <a:rPr spc="-575" dirty="0"/>
              <a:t> </a:t>
            </a:r>
            <a:r>
              <a:rPr spc="-325" dirty="0"/>
              <a:t>PHÁT</a:t>
            </a:r>
            <a:r>
              <a:rPr spc="-590" dirty="0"/>
              <a:t> </a:t>
            </a:r>
            <a:r>
              <a:rPr spc="-395" dirty="0"/>
              <a:t>TRIỂN</a:t>
            </a:r>
            <a:r>
              <a:rPr spc="-580" dirty="0"/>
              <a:t> </a:t>
            </a:r>
            <a:r>
              <a:rPr spc="-95" dirty="0"/>
              <a:t>CẦN</a:t>
            </a:r>
            <a:r>
              <a:rPr spc="-570" dirty="0"/>
              <a:t> </a:t>
            </a:r>
            <a:r>
              <a:rPr spc="-254" dirty="0"/>
              <a:t>CÀI</a:t>
            </a:r>
            <a:r>
              <a:rPr spc="-590" dirty="0"/>
              <a:t> </a:t>
            </a:r>
            <a:r>
              <a:rPr spc="-470" dirty="0"/>
              <a:t>ĐẶT</a:t>
            </a:r>
            <a:endParaRPr spc="-470" dirty="0"/>
          </a:p>
        </p:txBody>
      </p:sp>
      <p:sp>
        <p:nvSpPr>
          <p:cNvPr id="3" name="object 3"/>
          <p:cNvSpPr txBox="1"/>
          <p:nvPr/>
        </p:nvSpPr>
        <p:spPr>
          <a:xfrm>
            <a:off x="561104" y="1332140"/>
            <a:ext cx="13772515" cy="6912609"/>
          </a:xfrm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138430" indent="-125730">
              <a:lnSpc>
                <a:spcPct val="100000"/>
              </a:lnSpc>
              <a:spcBef>
                <a:spcPts val="1700"/>
              </a:spcBef>
              <a:buSzPct val="33000"/>
              <a:buFont typeface="Calibri"/>
              <a:buChar char="▪"/>
              <a:tabLst>
                <a:tab pos="138430" algn="l"/>
              </a:tabLst>
            </a:pPr>
            <a:r>
              <a:rPr sz="3600" spc="-285" dirty="0">
                <a:latin typeface="Tahoma"/>
                <a:cs typeface="Tahoma"/>
              </a:rPr>
              <a:t>Text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135" dirty="0">
                <a:latin typeface="Tahoma"/>
                <a:cs typeface="Tahoma"/>
              </a:rPr>
              <a:t>Editor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00" dirty="0">
                <a:latin typeface="Tahoma"/>
                <a:cs typeface="Tahoma"/>
              </a:rPr>
              <a:t>hoặc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290" dirty="0">
                <a:latin typeface="Tahoma"/>
                <a:cs typeface="Tahoma"/>
              </a:rPr>
              <a:t>IDE: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60" dirty="0">
                <a:latin typeface="Tahoma"/>
                <a:cs typeface="Tahoma"/>
              </a:rPr>
              <a:t>công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65" dirty="0">
                <a:latin typeface="Tahoma"/>
                <a:cs typeface="Tahoma"/>
              </a:rPr>
              <a:t>cụ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20" dirty="0">
                <a:latin typeface="Tahoma"/>
                <a:cs typeface="Tahoma"/>
              </a:rPr>
              <a:t>soạn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150" dirty="0">
                <a:latin typeface="Tahoma"/>
                <a:cs typeface="Tahoma"/>
              </a:rPr>
              <a:t>thảo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80" dirty="0">
                <a:latin typeface="Tahoma"/>
                <a:cs typeface="Tahoma"/>
              </a:rPr>
              <a:t>mã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nguồn</a:t>
            </a:r>
            <a:endParaRPr sz="3600">
              <a:latin typeface="Tahoma"/>
              <a:cs typeface="Tahoma"/>
            </a:endParaRPr>
          </a:p>
          <a:p>
            <a:pPr marL="388620" lvl="1" indent="-125095">
              <a:lnSpc>
                <a:spcPct val="100000"/>
              </a:lnSpc>
              <a:spcBef>
                <a:spcPts val="1610"/>
              </a:spcBef>
              <a:buSzPct val="26000"/>
              <a:buFont typeface="Arial MT"/>
              <a:buChar char="•"/>
              <a:tabLst>
                <a:tab pos="388620" algn="l"/>
              </a:tabLst>
            </a:pPr>
            <a:r>
              <a:rPr sz="3600" spc="-195" dirty="0">
                <a:solidFill>
                  <a:srgbClr val="FF0000"/>
                </a:solidFill>
                <a:latin typeface="Tahoma"/>
                <a:cs typeface="Tahoma"/>
              </a:rPr>
              <a:t>VS</a:t>
            </a:r>
            <a:r>
              <a:rPr sz="3600" spc="-4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600" spc="-105" dirty="0">
                <a:solidFill>
                  <a:srgbClr val="FF0000"/>
                </a:solidFill>
                <a:latin typeface="Tahoma"/>
                <a:cs typeface="Tahoma"/>
              </a:rPr>
              <a:t>Code</a:t>
            </a:r>
            <a:r>
              <a:rPr sz="3600" spc="-105" dirty="0">
                <a:latin typeface="Tahoma"/>
                <a:cs typeface="Tahoma"/>
              </a:rPr>
              <a:t>,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80" dirty="0">
                <a:latin typeface="Tahoma"/>
                <a:cs typeface="Tahoma"/>
              </a:rPr>
              <a:t>Atom,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14" dirty="0">
                <a:latin typeface="Tahoma"/>
                <a:cs typeface="Tahoma"/>
              </a:rPr>
              <a:t>Sublime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95" dirty="0">
                <a:latin typeface="Tahoma"/>
                <a:cs typeface="Tahoma"/>
              </a:rPr>
              <a:t>…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-790" dirty="0">
                <a:latin typeface="Tahoma"/>
                <a:cs typeface="Tahoma"/>
              </a:rPr>
              <a:t>+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140" dirty="0">
                <a:solidFill>
                  <a:srgbClr val="C00000"/>
                </a:solidFill>
                <a:latin typeface="Tahoma"/>
                <a:cs typeface="Tahoma"/>
              </a:rPr>
              <a:t>extensions</a:t>
            </a:r>
            <a:r>
              <a:rPr sz="3600" spc="-42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3600" spc="-80" dirty="0">
                <a:solidFill>
                  <a:srgbClr val="C00000"/>
                </a:solidFill>
                <a:latin typeface="Tahoma"/>
                <a:cs typeface="Tahoma"/>
              </a:rPr>
              <a:t>(các</a:t>
            </a:r>
            <a:r>
              <a:rPr sz="3600" spc="-42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3600" spc="-160" dirty="0">
                <a:solidFill>
                  <a:srgbClr val="C00000"/>
                </a:solidFill>
                <a:latin typeface="Tahoma"/>
                <a:cs typeface="Tahoma"/>
              </a:rPr>
              <a:t>công</a:t>
            </a:r>
            <a:r>
              <a:rPr sz="3600" spc="-42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3600" spc="-65" dirty="0">
                <a:solidFill>
                  <a:srgbClr val="C00000"/>
                </a:solidFill>
                <a:latin typeface="Tahoma"/>
                <a:cs typeface="Tahoma"/>
              </a:rPr>
              <a:t>cụ</a:t>
            </a:r>
            <a:r>
              <a:rPr sz="3600" spc="-42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3600" spc="-145" dirty="0">
                <a:solidFill>
                  <a:srgbClr val="C00000"/>
                </a:solidFill>
                <a:latin typeface="Tahoma"/>
                <a:cs typeface="Tahoma"/>
              </a:rPr>
              <a:t>bổ</a:t>
            </a:r>
            <a:r>
              <a:rPr sz="3600" spc="-43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3600" spc="-200" dirty="0">
                <a:solidFill>
                  <a:srgbClr val="C00000"/>
                </a:solidFill>
                <a:latin typeface="Tahoma"/>
                <a:cs typeface="Tahoma"/>
              </a:rPr>
              <a:t>sung</a:t>
            </a:r>
            <a:r>
              <a:rPr sz="3600" spc="-43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3600" spc="-65" dirty="0">
                <a:solidFill>
                  <a:srgbClr val="C00000"/>
                </a:solidFill>
                <a:latin typeface="Tahoma"/>
                <a:cs typeface="Tahoma"/>
              </a:rPr>
              <a:t>chức</a:t>
            </a:r>
            <a:r>
              <a:rPr sz="3600" spc="-42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3600" spc="-65" dirty="0">
                <a:solidFill>
                  <a:srgbClr val="C00000"/>
                </a:solidFill>
                <a:latin typeface="Tahoma"/>
                <a:cs typeface="Tahoma"/>
              </a:rPr>
              <a:t>năng)</a:t>
            </a:r>
            <a:endParaRPr sz="3600">
              <a:latin typeface="Tahoma"/>
              <a:cs typeface="Tahoma"/>
            </a:endParaRPr>
          </a:p>
          <a:p>
            <a:pPr marL="388620" lvl="1" indent="-125095">
              <a:lnSpc>
                <a:spcPct val="100000"/>
              </a:lnSpc>
              <a:spcBef>
                <a:spcPts val="1620"/>
              </a:spcBef>
              <a:buClr>
                <a:srgbClr val="FF0000"/>
              </a:buClr>
              <a:buSzPct val="26000"/>
              <a:buFont typeface="Arial MT"/>
              <a:buChar char="•"/>
              <a:tabLst>
                <a:tab pos="388620" algn="l"/>
              </a:tabLst>
            </a:pPr>
            <a:r>
              <a:rPr sz="3600" spc="-130" dirty="0">
                <a:solidFill>
                  <a:srgbClr val="001F5F"/>
                </a:solidFill>
                <a:latin typeface="Tahoma"/>
                <a:cs typeface="Tahoma"/>
              </a:rPr>
              <a:t>PHPStorm</a:t>
            </a:r>
            <a:r>
              <a:rPr sz="3600" spc="-409" dirty="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sz="3600" spc="-100" dirty="0">
                <a:solidFill>
                  <a:srgbClr val="001F5F"/>
                </a:solidFill>
                <a:latin typeface="Tahoma"/>
                <a:cs typeface="Tahoma"/>
              </a:rPr>
              <a:t>hoặc</a:t>
            </a:r>
            <a:r>
              <a:rPr sz="3600" spc="-415" dirty="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sz="3600" spc="-10" dirty="0">
                <a:solidFill>
                  <a:srgbClr val="001F5F"/>
                </a:solidFill>
                <a:latin typeface="Tahoma"/>
                <a:cs typeface="Tahoma"/>
              </a:rPr>
              <a:t>Intellij</a:t>
            </a:r>
            <a:endParaRPr sz="3600">
              <a:latin typeface="Tahoma"/>
              <a:cs typeface="Tahoma"/>
            </a:endParaRPr>
          </a:p>
          <a:p>
            <a:pPr marL="224155" indent="-211455">
              <a:lnSpc>
                <a:spcPct val="100000"/>
              </a:lnSpc>
              <a:spcBef>
                <a:spcPts val="1885"/>
              </a:spcBef>
              <a:buSzPct val="33000"/>
              <a:buFont typeface="Calibri"/>
              <a:buChar char="▪"/>
              <a:tabLst>
                <a:tab pos="223520" algn="l"/>
              </a:tabLst>
            </a:pPr>
            <a:r>
              <a:rPr sz="3600" spc="-200" dirty="0">
                <a:latin typeface="Tahoma"/>
                <a:cs typeface="Tahoma"/>
              </a:rPr>
              <a:t>Web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-65" dirty="0">
                <a:latin typeface="Tahoma"/>
                <a:cs typeface="Tahoma"/>
              </a:rPr>
              <a:t>Browser:</a:t>
            </a:r>
            <a:endParaRPr sz="3600">
              <a:latin typeface="Tahoma"/>
              <a:cs typeface="Tahoma"/>
            </a:endParaRPr>
          </a:p>
          <a:p>
            <a:pPr marL="388620" lvl="1" indent="-125095">
              <a:lnSpc>
                <a:spcPct val="100000"/>
              </a:lnSpc>
              <a:spcBef>
                <a:spcPts val="1615"/>
              </a:spcBef>
              <a:buSzPct val="26000"/>
              <a:buFont typeface="Arial MT"/>
              <a:buChar char="•"/>
              <a:tabLst>
                <a:tab pos="388620" algn="l"/>
              </a:tabLst>
            </a:pPr>
            <a:r>
              <a:rPr sz="3600" spc="-160" dirty="0">
                <a:latin typeface="Tahoma"/>
                <a:cs typeface="Tahoma"/>
              </a:rPr>
              <a:t>Firefox,</a:t>
            </a:r>
            <a:r>
              <a:rPr sz="3600" spc="-405" dirty="0">
                <a:latin typeface="Tahoma"/>
                <a:cs typeface="Tahoma"/>
              </a:rPr>
              <a:t> </a:t>
            </a:r>
            <a:r>
              <a:rPr sz="3600" spc="-130" dirty="0">
                <a:latin typeface="Tahoma"/>
                <a:cs typeface="Tahoma"/>
              </a:rPr>
              <a:t>Chrome,</a:t>
            </a:r>
            <a:r>
              <a:rPr sz="3600" spc="-405" dirty="0">
                <a:latin typeface="Tahoma"/>
                <a:cs typeface="Tahoma"/>
              </a:rPr>
              <a:t> </a:t>
            </a:r>
            <a:r>
              <a:rPr sz="3600" spc="-210" dirty="0">
                <a:latin typeface="Tahoma"/>
                <a:cs typeface="Tahoma"/>
              </a:rPr>
              <a:t>Edge,</a:t>
            </a:r>
            <a:r>
              <a:rPr sz="3600" spc="-405" dirty="0">
                <a:latin typeface="Tahoma"/>
                <a:cs typeface="Tahoma"/>
              </a:rPr>
              <a:t> </a:t>
            </a:r>
            <a:r>
              <a:rPr sz="3600" spc="-165" dirty="0">
                <a:latin typeface="Tahoma"/>
                <a:cs typeface="Tahoma"/>
              </a:rPr>
              <a:t>Opera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50" dirty="0">
                <a:latin typeface="Tahoma"/>
                <a:cs typeface="Tahoma"/>
              </a:rPr>
              <a:t>…</a:t>
            </a:r>
            <a:endParaRPr sz="3600">
              <a:latin typeface="Tahoma"/>
              <a:cs typeface="Tahoma"/>
            </a:endParaRPr>
          </a:p>
          <a:p>
            <a:pPr marL="224155" indent="-211455">
              <a:lnSpc>
                <a:spcPct val="100000"/>
              </a:lnSpc>
              <a:spcBef>
                <a:spcPts val="1890"/>
              </a:spcBef>
              <a:buSzPct val="33000"/>
              <a:buFont typeface="Calibri"/>
              <a:buChar char="▪"/>
              <a:tabLst>
                <a:tab pos="223520" algn="l"/>
              </a:tabLst>
            </a:pPr>
            <a:r>
              <a:rPr sz="3600" spc="-135" dirty="0">
                <a:latin typeface="Tahoma"/>
                <a:cs typeface="Tahoma"/>
              </a:rPr>
              <a:t>Photoshop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254" dirty="0">
                <a:latin typeface="Tahoma"/>
                <a:cs typeface="Tahoma"/>
              </a:rPr>
              <a:t>[tùy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chọn]</a:t>
            </a:r>
            <a:endParaRPr sz="3600">
              <a:latin typeface="Tahoma"/>
              <a:cs typeface="Tahoma"/>
            </a:endParaRPr>
          </a:p>
          <a:p>
            <a:pPr marL="224155" indent="-211455">
              <a:lnSpc>
                <a:spcPct val="100000"/>
              </a:lnSpc>
              <a:spcBef>
                <a:spcPts val="1890"/>
              </a:spcBef>
              <a:buSzPct val="33000"/>
              <a:buFont typeface="Calibri"/>
              <a:buChar char="▪"/>
              <a:tabLst>
                <a:tab pos="223520" algn="l"/>
              </a:tabLst>
            </a:pPr>
            <a:r>
              <a:rPr sz="3600" spc="-170" dirty="0">
                <a:latin typeface="Tahoma"/>
                <a:cs typeface="Tahoma"/>
              </a:rPr>
              <a:t>Sự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80" dirty="0">
                <a:latin typeface="Tahoma"/>
                <a:cs typeface="Tahoma"/>
              </a:rPr>
              <a:t>cần</a:t>
            </a:r>
            <a:r>
              <a:rPr sz="3600" spc="-440" dirty="0">
                <a:latin typeface="Tahoma"/>
                <a:cs typeface="Tahoma"/>
              </a:rPr>
              <a:t> </a:t>
            </a:r>
            <a:r>
              <a:rPr sz="3600" spc="-65" dirty="0">
                <a:latin typeface="Tahoma"/>
                <a:cs typeface="Tahoma"/>
              </a:rPr>
              <a:t>cù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-790" dirty="0">
                <a:latin typeface="Tahoma"/>
                <a:cs typeface="Tahoma"/>
              </a:rPr>
              <a:t>+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25" dirty="0">
                <a:latin typeface="Tahoma"/>
                <a:cs typeface="Tahoma"/>
              </a:rPr>
              <a:t>thái</a:t>
            </a:r>
            <a:r>
              <a:rPr sz="3600" spc="-440" dirty="0">
                <a:latin typeface="Tahoma"/>
                <a:cs typeface="Tahoma"/>
              </a:rPr>
              <a:t> </a:t>
            </a:r>
            <a:r>
              <a:rPr sz="3600" spc="-170" dirty="0">
                <a:latin typeface="Tahoma"/>
                <a:cs typeface="Tahoma"/>
              </a:rPr>
              <a:t>độ</a:t>
            </a:r>
            <a:r>
              <a:rPr sz="3600" spc="-440" dirty="0">
                <a:latin typeface="Tahoma"/>
                <a:cs typeface="Tahoma"/>
              </a:rPr>
              <a:t> </a:t>
            </a:r>
            <a:r>
              <a:rPr sz="3600" spc="-75" dirty="0">
                <a:latin typeface="Tahoma"/>
                <a:cs typeface="Tahoma"/>
              </a:rPr>
              <a:t>học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145" dirty="0">
                <a:latin typeface="Tahoma"/>
                <a:cs typeface="Tahoma"/>
              </a:rPr>
              <a:t>tập</a:t>
            </a:r>
            <a:r>
              <a:rPr sz="3600" spc="-440" dirty="0">
                <a:latin typeface="Tahoma"/>
                <a:cs typeface="Tahoma"/>
              </a:rPr>
              <a:t> </a:t>
            </a:r>
            <a:r>
              <a:rPr sz="3600" spc="-80" dirty="0">
                <a:latin typeface="Tahoma"/>
                <a:cs typeface="Tahoma"/>
              </a:rPr>
              <a:t>tích</a:t>
            </a:r>
            <a:r>
              <a:rPr sz="3600" spc="-440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cực</a:t>
            </a:r>
            <a:endParaRPr sz="3600">
              <a:latin typeface="Tahoma"/>
              <a:cs typeface="Tahoma"/>
            </a:endParaRPr>
          </a:p>
          <a:p>
            <a:pPr marL="388620" lvl="1" indent="-125095">
              <a:lnSpc>
                <a:spcPct val="100000"/>
              </a:lnSpc>
              <a:spcBef>
                <a:spcPts val="1610"/>
              </a:spcBef>
              <a:buSzPct val="26000"/>
              <a:buFont typeface="Arial MT"/>
              <a:buChar char="•"/>
              <a:tabLst>
                <a:tab pos="388620" algn="l"/>
              </a:tabLst>
            </a:pPr>
            <a:r>
              <a:rPr sz="3600" spc="-100" dirty="0">
                <a:latin typeface="Tahoma"/>
                <a:cs typeface="Tahoma"/>
              </a:rPr>
              <a:t>Code,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90" dirty="0">
                <a:latin typeface="Tahoma"/>
                <a:cs typeface="Tahoma"/>
              </a:rPr>
              <a:t>Code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210" dirty="0">
                <a:latin typeface="Tahoma"/>
                <a:cs typeface="Tahoma"/>
              </a:rPr>
              <a:t>và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Code</a:t>
            </a:r>
            <a:endParaRPr sz="3600">
              <a:latin typeface="Tahoma"/>
              <a:cs typeface="Tahoma"/>
            </a:endParaRPr>
          </a:p>
          <a:p>
            <a:pPr marL="388620" lvl="1" indent="-125095">
              <a:lnSpc>
                <a:spcPct val="100000"/>
              </a:lnSpc>
              <a:spcBef>
                <a:spcPts val="1620"/>
              </a:spcBef>
              <a:buSzPct val="26000"/>
              <a:buFont typeface="Arial MT"/>
              <a:buChar char="•"/>
              <a:tabLst>
                <a:tab pos="388620" algn="l"/>
              </a:tabLst>
            </a:pPr>
            <a:r>
              <a:rPr sz="3600" spc="-180" dirty="0">
                <a:latin typeface="Tahoma"/>
                <a:cs typeface="Tahoma"/>
              </a:rPr>
              <a:t>Đặt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-95" dirty="0">
                <a:latin typeface="Tahoma"/>
                <a:cs typeface="Tahoma"/>
              </a:rPr>
              <a:t>mục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130" dirty="0">
                <a:latin typeface="Tahoma"/>
                <a:cs typeface="Tahoma"/>
              </a:rPr>
              <a:t>tiêu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125" dirty="0">
                <a:latin typeface="Tahoma"/>
                <a:cs typeface="Tahoma"/>
              </a:rPr>
              <a:t>đi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105" dirty="0">
                <a:latin typeface="Tahoma"/>
                <a:cs typeface="Tahoma"/>
              </a:rPr>
              <a:t>làm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20" dirty="0">
                <a:latin typeface="Tahoma"/>
                <a:cs typeface="Tahoma"/>
              </a:rPr>
              <a:t>sau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165" dirty="0">
                <a:latin typeface="Tahoma"/>
                <a:cs typeface="Tahoma"/>
              </a:rPr>
              <a:t>khóa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học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769994" y="3053450"/>
            <a:ext cx="11050273" cy="726037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5917565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endParaRPr spc="-2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01625"/>
            <a:ext cx="12303125" cy="7556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35" dirty="0"/>
              <a:t>PHƯƠNG</a:t>
            </a:r>
            <a:r>
              <a:rPr spc="-580" dirty="0"/>
              <a:t> </a:t>
            </a:r>
            <a:r>
              <a:rPr spc="-165" dirty="0"/>
              <a:t>PHÁP</a:t>
            </a:r>
            <a:r>
              <a:rPr spc="-570" dirty="0"/>
              <a:t> </a:t>
            </a:r>
            <a:r>
              <a:rPr spc="-70" dirty="0"/>
              <a:t>HỌC</a:t>
            </a:r>
            <a:r>
              <a:rPr spc="-570" dirty="0"/>
              <a:t> </a:t>
            </a:r>
            <a:r>
              <a:rPr spc="-375" dirty="0"/>
              <a:t>TẬP</a:t>
            </a:r>
            <a:r>
              <a:rPr spc="-570" dirty="0"/>
              <a:t> </a:t>
            </a:r>
            <a:r>
              <a:rPr spc="-245" dirty="0"/>
              <a:t>KHUYẾN</a:t>
            </a:r>
            <a:r>
              <a:rPr spc="-570" dirty="0"/>
              <a:t> </a:t>
            </a:r>
            <a:r>
              <a:rPr spc="-114" dirty="0"/>
              <a:t>NGHỊ</a:t>
            </a:r>
            <a:endParaRPr spc="-114" dirty="0"/>
          </a:p>
        </p:txBody>
      </p:sp>
      <p:sp>
        <p:nvSpPr>
          <p:cNvPr id="3" name="object 3"/>
          <p:cNvSpPr txBox="1"/>
          <p:nvPr/>
        </p:nvSpPr>
        <p:spPr>
          <a:xfrm>
            <a:off x="707696" y="1627599"/>
            <a:ext cx="18899505" cy="8856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9760" indent="-607060">
              <a:lnSpc>
                <a:spcPct val="100000"/>
              </a:lnSpc>
              <a:spcBef>
                <a:spcPts val="125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300" b="1" spc="-375" dirty="0">
                <a:latin typeface="Tahoma"/>
                <a:cs typeface="Tahoma"/>
              </a:rPr>
              <a:t>Trải</a:t>
            </a:r>
            <a:r>
              <a:rPr sz="3300" b="1" spc="110" dirty="0">
                <a:latin typeface="Tahoma"/>
                <a:cs typeface="Tahoma"/>
              </a:rPr>
              <a:t> </a:t>
            </a:r>
            <a:r>
              <a:rPr sz="3300" b="1" spc="-409" dirty="0">
                <a:latin typeface="Tahoma"/>
                <a:cs typeface="Tahoma"/>
              </a:rPr>
              <a:t>nghiệm</a:t>
            </a:r>
            <a:r>
              <a:rPr sz="3300" b="1" spc="150" dirty="0">
                <a:latin typeface="Tahoma"/>
                <a:cs typeface="Tahoma"/>
              </a:rPr>
              <a:t> </a:t>
            </a:r>
            <a:r>
              <a:rPr sz="3300" b="1" spc="-335" dirty="0">
                <a:latin typeface="Tahoma"/>
                <a:cs typeface="Tahoma"/>
              </a:rPr>
              <a:t>thực</a:t>
            </a:r>
            <a:r>
              <a:rPr sz="3300" b="1" spc="70" dirty="0">
                <a:latin typeface="Tahoma"/>
                <a:cs typeface="Tahoma"/>
              </a:rPr>
              <a:t> </a:t>
            </a:r>
            <a:r>
              <a:rPr sz="3300" b="1" spc="-325" dirty="0">
                <a:latin typeface="Tahoma"/>
                <a:cs typeface="Tahoma"/>
              </a:rPr>
              <a:t>tiễn</a:t>
            </a:r>
            <a:r>
              <a:rPr sz="3300" spc="-325" dirty="0">
                <a:latin typeface="Tahoma"/>
                <a:cs typeface="Tahoma"/>
              </a:rPr>
              <a:t>:</a:t>
            </a:r>
            <a:r>
              <a:rPr sz="3300" spc="4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Học</a:t>
            </a:r>
            <a:r>
              <a:rPr sz="3300" spc="-280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đi</a:t>
            </a:r>
            <a:r>
              <a:rPr sz="3300" spc="-28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đôi</a:t>
            </a:r>
            <a:r>
              <a:rPr sz="3300" spc="-280" dirty="0">
                <a:latin typeface="Tahoma"/>
                <a:cs typeface="Tahoma"/>
              </a:rPr>
              <a:t> </a:t>
            </a:r>
            <a:r>
              <a:rPr sz="3300" spc="-45" dirty="0">
                <a:latin typeface="Tahoma"/>
                <a:cs typeface="Tahoma"/>
              </a:rPr>
              <a:t>với</a:t>
            </a:r>
            <a:r>
              <a:rPr sz="3300" spc="-130" dirty="0">
                <a:latin typeface="Tahoma"/>
                <a:cs typeface="Tahoma"/>
              </a:rPr>
              <a:t> </a:t>
            </a:r>
            <a:r>
              <a:rPr sz="3300" spc="-25" dirty="0">
                <a:latin typeface="Tahoma"/>
                <a:cs typeface="Tahoma"/>
              </a:rPr>
              <a:t>làm.</a:t>
            </a:r>
            <a:r>
              <a:rPr sz="3300" spc="-100" dirty="0">
                <a:latin typeface="Tahoma"/>
                <a:cs typeface="Tahoma"/>
              </a:rPr>
              <a:t> </a:t>
            </a:r>
            <a:r>
              <a:rPr sz="3300" spc="-30" dirty="0">
                <a:latin typeface="Tahoma"/>
                <a:cs typeface="Tahoma"/>
              </a:rPr>
              <a:t>Sinh</a:t>
            </a:r>
            <a:r>
              <a:rPr sz="3300" spc="-100" dirty="0">
                <a:latin typeface="Tahoma"/>
                <a:cs typeface="Tahoma"/>
              </a:rPr>
              <a:t> </a:t>
            </a:r>
            <a:r>
              <a:rPr sz="3300" spc="-90" dirty="0">
                <a:latin typeface="Tahoma"/>
                <a:cs typeface="Tahoma"/>
              </a:rPr>
              <a:t>viên</a:t>
            </a:r>
            <a:r>
              <a:rPr sz="3300" spc="-100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sẽ</a:t>
            </a:r>
            <a:r>
              <a:rPr sz="3300" spc="-95" dirty="0">
                <a:latin typeface="Tahoma"/>
                <a:cs typeface="Tahoma"/>
              </a:rPr>
              <a:t> </a:t>
            </a:r>
            <a:r>
              <a:rPr sz="3300" spc="-35" dirty="0">
                <a:latin typeface="Tahoma"/>
                <a:cs typeface="Tahoma"/>
              </a:rPr>
              <a:t>được</a:t>
            </a:r>
            <a:r>
              <a:rPr sz="3300" spc="-110" dirty="0">
                <a:latin typeface="Tahoma"/>
                <a:cs typeface="Tahoma"/>
              </a:rPr>
              <a:t> </a:t>
            </a:r>
            <a:r>
              <a:rPr sz="3300" spc="-190" dirty="0">
                <a:latin typeface="Tahoma"/>
                <a:cs typeface="Tahoma"/>
              </a:rPr>
              <a:t>hướng</a:t>
            </a:r>
            <a:r>
              <a:rPr sz="3300" spc="-90" dirty="0">
                <a:latin typeface="Tahoma"/>
                <a:cs typeface="Tahoma"/>
              </a:rPr>
              <a:t> </a:t>
            </a:r>
            <a:r>
              <a:rPr sz="3300" spc="-45" dirty="0">
                <a:latin typeface="Tahoma"/>
                <a:cs typeface="Tahoma"/>
              </a:rPr>
              <a:t>dẫn</a:t>
            </a:r>
            <a:r>
              <a:rPr sz="3300" spc="-100" dirty="0">
                <a:latin typeface="Tahoma"/>
                <a:cs typeface="Tahoma"/>
              </a:rPr>
              <a:t> </a:t>
            </a:r>
            <a:r>
              <a:rPr sz="3300" spc="-65" dirty="0">
                <a:latin typeface="Tahoma"/>
                <a:cs typeface="Tahoma"/>
              </a:rPr>
              <a:t>giải</a:t>
            </a:r>
            <a:r>
              <a:rPr sz="3300" spc="-105" dirty="0">
                <a:latin typeface="Tahoma"/>
                <a:cs typeface="Tahoma"/>
              </a:rPr>
              <a:t> </a:t>
            </a:r>
            <a:r>
              <a:rPr sz="3300" spc="-130" dirty="0">
                <a:latin typeface="Tahoma"/>
                <a:cs typeface="Tahoma"/>
              </a:rPr>
              <a:t>quyết</a:t>
            </a:r>
            <a:r>
              <a:rPr sz="3300" spc="-100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các</a:t>
            </a:r>
            <a:r>
              <a:rPr sz="3300" spc="-100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bài</a:t>
            </a:r>
            <a:r>
              <a:rPr sz="3300" spc="-110" dirty="0">
                <a:latin typeface="Tahoma"/>
                <a:cs typeface="Tahoma"/>
              </a:rPr>
              <a:t> </a:t>
            </a:r>
            <a:r>
              <a:rPr sz="3300" spc="-20" dirty="0">
                <a:latin typeface="Tahoma"/>
                <a:cs typeface="Tahoma"/>
              </a:rPr>
              <a:t>tập,</a:t>
            </a:r>
            <a:endParaRPr sz="3300">
              <a:latin typeface="Tahoma"/>
              <a:cs typeface="Tahoma"/>
            </a:endParaRPr>
          </a:p>
          <a:p>
            <a:pPr marL="619760">
              <a:lnSpc>
                <a:spcPct val="100000"/>
              </a:lnSpc>
              <a:spcBef>
                <a:spcPts val="35"/>
              </a:spcBef>
            </a:pPr>
            <a:r>
              <a:rPr sz="3300" spc="-140" dirty="0">
                <a:latin typeface="Tahoma"/>
                <a:cs typeface="Tahoma"/>
              </a:rPr>
              <a:t>project</a:t>
            </a:r>
            <a:r>
              <a:rPr sz="3300" spc="-420" dirty="0">
                <a:latin typeface="Tahoma"/>
                <a:cs typeface="Tahoma"/>
              </a:rPr>
              <a:t> </a:t>
            </a:r>
            <a:r>
              <a:rPr sz="3300" spc="-165" dirty="0">
                <a:latin typeface="Tahoma"/>
                <a:cs typeface="Tahoma"/>
              </a:rPr>
              <a:t>nhỏ</a:t>
            </a:r>
            <a:r>
              <a:rPr sz="3300" spc="-409" dirty="0">
                <a:latin typeface="Tahoma"/>
                <a:cs typeface="Tahoma"/>
              </a:rPr>
              <a:t> </a:t>
            </a:r>
            <a:r>
              <a:rPr sz="3300" spc="-105" dirty="0">
                <a:latin typeface="Tahoma"/>
                <a:cs typeface="Tahoma"/>
              </a:rPr>
              <a:t>sát</a:t>
            </a:r>
            <a:r>
              <a:rPr sz="3300" spc="-420" dirty="0">
                <a:latin typeface="Tahoma"/>
                <a:cs typeface="Tahoma"/>
              </a:rPr>
              <a:t> </a:t>
            </a:r>
            <a:r>
              <a:rPr sz="3300" spc="-165" dirty="0">
                <a:latin typeface="Tahoma"/>
                <a:cs typeface="Tahoma"/>
              </a:rPr>
              <a:t>với</a:t>
            </a:r>
            <a:r>
              <a:rPr sz="3300" spc="-415" dirty="0">
                <a:latin typeface="Tahoma"/>
                <a:cs typeface="Tahoma"/>
              </a:rPr>
              <a:t> </a:t>
            </a:r>
            <a:r>
              <a:rPr sz="3300" spc="-130" dirty="0">
                <a:latin typeface="Tahoma"/>
                <a:cs typeface="Tahoma"/>
              </a:rPr>
              <a:t>tình</a:t>
            </a:r>
            <a:r>
              <a:rPr sz="3300" spc="-420" dirty="0">
                <a:latin typeface="Tahoma"/>
                <a:cs typeface="Tahoma"/>
              </a:rPr>
              <a:t> </a:t>
            </a:r>
            <a:r>
              <a:rPr sz="3300" spc="-204" dirty="0">
                <a:latin typeface="Tahoma"/>
                <a:cs typeface="Tahoma"/>
              </a:rPr>
              <a:t>huống</a:t>
            </a:r>
            <a:r>
              <a:rPr sz="3300" spc="-420" dirty="0">
                <a:latin typeface="Tahoma"/>
                <a:cs typeface="Tahoma"/>
              </a:rPr>
              <a:t> </a:t>
            </a:r>
            <a:r>
              <a:rPr sz="3300" spc="-114" dirty="0">
                <a:latin typeface="Tahoma"/>
                <a:cs typeface="Tahoma"/>
              </a:rPr>
              <a:t>thực</a:t>
            </a:r>
            <a:r>
              <a:rPr sz="3300" spc="-425" dirty="0">
                <a:latin typeface="Tahoma"/>
                <a:cs typeface="Tahoma"/>
              </a:rPr>
              <a:t> </a:t>
            </a:r>
            <a:r>
              <a:rPr sz="3300" spc="-150" dirty="0">
                <a:latin typeface="Tahoma"/>
                <a:cs typeface="Tahoma"/>
              </a:rPr>
              <a:t>tế</a:t>
            </a:r>
            <a:r>
              <a:rPr sz="3300" spc="-425" dirty="0">
                <a:latin typeface="Tahoma"/>
                <a:cs typeface="Tahoma"/>
              </a:rPr>
              <a:t> </a:t>
            </a:r>
            <a:r>
              <a:rPr sz="3300" spc="-225" dirty="0">
                <a:latin typeface="Tahoma"/>
                <a:cs typeface="Tahoma"/>
              </a:rPr>
              <a:t>ngành</a:t>
            </a:r>
            <a:r>
              <a:rPr sz="3300" spc="-409" dirty="0">
                <a:latin typeface="Tahoma"/>
                <a:cs typeface="Tahoma"/>
              </a:rPr>
              <a:t> </a:t>
            </a:r>
            <a:r>
              <a:rPr sz="3300" spc="-10" dirty="0">
                <a:latin typeface="Tahoma"/>
                <a:cs typeface="Tahoma"/>
              </a:rPr>
              <a:t>CNTT.</a:t>
            </a:r>
            <a:endParaRPr sz="3300">
              <a:latin typeface="Tahoma"/>
              <a:cs typeface="Tahoma"/>
            </a:endParaRPr>
          </a:p>
          <a:p>
            <a:pPr marL="619760" marR="5715" indent="-607695">
              <a:lnSpc>
                <a:spcPct val="101000"/>
              </a:lnSpc>
              <a:spcBef>
                <a:spcPts val="3300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300" b="1" spc="-465" dirty="0">
                <a:latin typeface="Tahoma"/>
                <a:cs typeface="Tahoma"/>
              </a:rPr>
              <a:t>Tương</a:t>
            </a:r>
            <a:r>
              <a:rPr sz="3300" b="1" spc="-95" dirty="0">
                <a:latin typeface="Tahoma"/>
                <a:cs typeface="Tahoma"/>
              </a:rPr>
              <a:t> </a:t>
            </a:r>
            <a:r>
              <a:rPr sz="3300" b="1" spc="-285" dirty="0">
                <a:latin typeface="Tahoma"/>
                <a:cs typeface="Tahoma"/>
              </a:rPr>
              <a:t>tác</a:t>
            </a:r>
            <a:r>
              <a:rPr sz="3300" b="1" spc="-100" dirty="0">
                <a:latin typeface="Tahoma"/>
                <a:cs typeface="Tahoma"/>
              </a:rPr>
              <a:t> </a:t>
            </a:r>
            <a:r>
              <a:rPr sz="3300" b="1" spc="-825" dirty="0">
                <a:latin typeface="Tahoma"/>
                <a:cs typeface="Tahoma"/>
              </a:rPr>
              <a:t>–</a:t>
            </a:r>
            <a:r>
              <a:rPr sz="3300" b="1" spc="-90" dirty="0">
                <a:latin typeface="Tahoma"/>
                <a:cs typeface="Tahoma"/>
              </a:rPr>
              <a:t> </a:t>
            </a:r>
            <a:r>
              <a:rPr sz="3300" b="1" spc="-310" dirty="0">
                <a:latin typeface="Tahoma"/>
                <a:cs typeface="Tahoma"/>
              </a:rPr>
              <a:t>Hỏi</a:t>
            </a:r>
            <a:r>
              <a:rPr sz="3300" b="1" spc="-95" dirty="0">
                <a:latin typeface="Tahoma"/>
                <a:cs typeface="Tahoma"/>
              </a:rPr>
              <a:t> </a:t>
            </a:r>
            <a:r>
              <a:rPr sz="3300" b="1" spc="-360" dirty="0">
                <a:latin typeface="Tahoma"/>
                <a:cs typeface="Tahoma"/>
              </a:rPr>
              <a:t>đáp</a:t>
            </a:r>
            <a:r>
              <a:rPr sz="3300" b="1" spc="-95" dirty="0">
                <a:latin typeface="Tahoma"/>
                <a:cs typeface="Tahoma"/>
              </a:rPr>
              <a:t> </a:t>
            </a:r>
            <a:r>
              <a:rPr sz="3300" b="1" spc="-825" dirty="0">
                <a:latin typeface="Tahoma"/>
                <a:cs typeface="Tahoma"/>
              </a:rPr>
              <a:t>–</a:t>
            </a:r>
            <a:r>
              <a:rPr sz="3300" b="1" spc="-90" dirty="0">
                <a:latin typeface="Tahoma"/>
                <a:cs typeface="Tahoma"/>
              </a:rPr>
              <a:t> </a:t>
            </a:r>
            <a:r>
              <a:rPr sz="3300" b="1" spc="-430" dirty="0">
                <a:latin typeface="Tahoma"/>
                <a:cs typeface="Tahoma"/>
              </a:rPr>
              <a:t>Thảo</a:t>
            </a:r>
            <a:r>
              <a:rPr sz="3300" b="1" spc="-100" dirty="0">
                <a:latin typeface="Tahoma"/>
                <a:cs typeface="Tahoma"/>
              </a:rPr>
              <a:t> </a:t>
            </a:r>
            <a:r>
              <a:rPr sz="3300" b="1" spc="-320" dirty="0">
                <a:latin typeface="Tahoma"/>
                <a:cs typeface="Tahoma"/>
              </a:rPr>
              <a:t>luận</a:t>
            </a:r>
            <a:r>
              <a:rPr sz="3300" b="1" spc="-105" dirty="0">
                <a:latin typeface="Tahoma"/>
                <a:cs typeface="Tahoma"/>
              </a:rPr>
              <a:t> </a:t>
            </a:r>
            <a:r>
              <a:rPr sz="3300" b="1" spc="-420" dirty="0">
                <a:latin typeface="Tahoma"/>
                <a:cs typeface="Tahoma"/>
              </a:rPr>
              <a:t>nhóm</a:t>
            </a:r>
            <a:r>
              <a:rPr sz="3300" spc="-420" dirty="0">
                <a:latin typeface="Tahoma"/>
                <a:cs typeface="Tahoma"/>
              </a:rPr>
              <a:t>:</a:t>
            </a:r>
            <a:r>
              <a:rPr sz="3300" spc="-165" dirty="0">
                <a:latin typeface="Tahoma"/>
                <a:cs typeface="Tahoma"/>
              </a:rPr>
              <a:t> </a:t>
            </a:r>
            <a:r>
              <a:rPr sz="3300" spc="-204" dirty="0">
                <a:latin typeface="Tahoma"/>
                <a:cs typeface="Tahoma"/>
              </a:rPr>
              <a:t>Khuyến</a:t>
            </a:r>
            <a:r>
              <a:rPr sz="3300" spc="-170" dirty="0">
                <a:latin typeface="Tahoma"/>
                <a:cs typeface="Tahoma"/>
              </a:rPr>
              <a:t> </a:t>
            </a:r>
            <a:r>
              <a:rPr sz="3300" spc="-105" dirty="0">
                <a:latin typeface="Tahoma"/>
                <a:cs typeface="Tahoma"/>
              </a:rPr>
              <a:t>khích</a:t>
            </a:r>
            <a:r>
              <a:rPr sz="3300" spc="-165" dirty="0">
                <a:latin typeface="Tahoma"/>
                <a:cs typeface="Tahoma"/>
              </a:rPr>
              <a:t> </a:t>
            </a:r>
            <a:r>
              <a:rPr sz="3300" spc="-150" dirty="0">
                <a:latin typeface="Tahoma"/>
                <a:cs typeface="Tahoma"/>
              </a:rPr>
              <a:t>trao</a:t>
            </a:r>
            <a:r>
              <a:rPr sz="3300" spc="-175" dirty="0">
                <a:latin typeface="Tahoma"/>
                <a:cs typeface="Tahoma"/>
              </a:rPr>
              <a:t> </a:t>
            </a:r>
            <a:r>
              <a:rPr sz="3300" spc="-114" dirty="0">
                <a:latin typeface="Tahoma"/>
                <a:cs typeface="Tahoma"/>
              </a:rPr>
              <a:t>đổi</a:t>
            </a:r>
            <a:r>
              <a:rPr sz="3300" spc="-175" dirty="0">
                <a:latin typeface="Tahoma"/>
                <a:cs typeface="Tahoma"/>
              </a:rPr>
              <a:t> </a:t>
            </a:r>
            <a:r>
              <a:rPr sz="3300" spc="-185" dirty="0">
                <a:latin typeface="Tahoma"/>
                <a:cs typeface="Tahoma"/>
              </a:rPr>
              <a:t>đa</a:t>
            </a:r>
            <a:r>
              <a:rPr sz="3300" spc="-170" dirty="0">
                <a:latin typeface="Tahoma"/>
                <a:cs typeface="Tahoma"/>
              </a:rPr>
              <a:t> </a:t>
            </a:r>
            <a:r>
              <a:rPr sz="3300" spc="-105" dirty="0">
                <a:latin typeface="Tahoma"/>
                <a:cs typeface="Tahoma"/>
              </a:rPr>
              <a:t>chiều,</a:t>
            </a:r>
            <a:r>
              <a:rPr sz="3300" spc="-175" dirty="0">
                <a:latin typeface="Tahoma"/>
                <a:cs typeface="Tahoma"/>
              </a:rPr>
              <a:t> </a:t>
            </a:r>
            <a:r>
              <a:rPr sz="3300" spc="-165" dirty="0">
                <a:latin typeface="Tahoma"/>
                <a:cs typeface="Tahoma"/>
              </a:rPr>
              <a:t>đặt</a:t>
            </a:r>
            <a:r>
              <a:rPr sz="3300" spc="-180" dirty="0">
                <a:latin typeface="Tahoma"/>
                <a:cs typeface="Tahoma"/>
              </a:rPr>
              <a:t> </a:t>
            </a:r>
            <a:r>
              <a:rPr sz="3300" spc="-80" dirty="0">
                <a:latin typeface="Tahoma"/>
                <a:cs typeface="Tahoma"/>
              </a:rPr>
              <a:t>câu</a:t>
            </a:r>
            <a:r>
              <a:rPr sz="3300" spc="-170" dirty="0">
                <a:latin typeface="Tahoma"/>
                <a:cs typeface="Tahoma"/>
              </a:rPr>
              <a:t> </a:t>
            </a:r>
            <a:r>
              <a:rPr sz="3300" spc="-125" dirty="0">
                <a:latin typeface="Tahoma"/>
                <a:cs typeface="Tahoma"/>
              </a:rPr>
              <a:t>hỏi,</a:t>
            </a:r>
            <a:r>
              <a:rPr sz="3300" spc="-165" dirty="0">
                <a:latin typeface="Tahoma"/>
                <a:cs typeface="Tahoma"/>
              </a:rPr>
              <a:t> phản</a:t>
            </a:r>
            <a:r>
              <a:rPr sz="3300" spc="-175" dirty="0">
                <a:latin typeface="Tahoma"/>
                <a:cs typeface="Tahoma"/>
              </a:rPr>
              <a:t> </a:t>
            </a:r>
            <a:r>
              <a:rPr sz="3300" spc="-125" dirty="0">
                <a:latin typeface="Tahoma"/>
                <a:cs typeface="Tahoma"/>
              </a:rPr>
              <a:t>biện</a:t>
            </a:r>
            <a:r>
              <a:rPr sz="3300" spc="-170" dirty="0">
                <a:latin typeface="Tahoma"/>
                <a:cs typeface="Tahoma"/>
              </a:rPr>
              <a:t> </a:t>
            </a:r>
            <a:r>
              <a:rPr sz="3300" spc="-25" dirty="0">
                <a:latin typeface="Tahoma"/>
                <a:cs typeface="Tahoma"/>
              </a:rPr>
              <a:t>và </a:t>
            </a:r>
            <a:r>
              <a:rPr sz="3300" spc="-155" dirty="0">
                <a:latin typeface="Tahoma"/>
                <a:cs typeface="Tahoma"/>
              </a:rPr>
              <a:t>trình</a:t>
            </a:r>
            <a:r>
              <a:rPr sz="3300" spc="-434" dirty="0">
                <a:latin typeface="Tahoma"/>
                <a:cs typeface="Tahoma"/>
              </a:rPr>
              <a:t> </a:t>
            </a:r>
            <a:r>
              <a:rPr sz="3300" spc="-235" dirty="0">
                <a:latin typeface="Tahoma"/>
                <a:cs typeface="Tahoma"/>
              </a:rPr>
              <a:t>bày;</a:t>
            </a:r>
            <a:r>
              <a:rPr sz="3300" spc="-434" dirty="0">
                <a:latin typeface="Tahoma"/>
                <a:cs typeface="Tahoma"/>
              </a:rPr>
              <a:t> </a:t>
            </a:r>
            <a:r>
              <a:rPr sz="3300" spc="-75" dirty="0">
                <a:latin typeface="Tahoma"/>
                <a:cs typeface="Tahoma"/>
              </a:rPr>
              <a:t>học</a:t>
            </a:r>
            <a:r>
              <a:rPr sz="3300" spc="-425" dirty="0">
                <a:latin typeface="Tahoma"/>
                <a:cs typeface="Tahoma"/>
              </a:rPr>
              <a:t> </a:t>
            </a:r>
            <a:r>
              <a:rPr sz="3300" spc="-220" dirty="0">
                <a:latin typeface="Tahoma"/>
                <a:cs typeface="Tahoma"/>
              </a:rPr>
              <a:t>không</a:t>
            </a:r>
            <a:r>
              <a:rPr sz="3300" spc="-430" dirty="0">
                <a:latin typeface="Tahoma"/>
                <a:cs typeface="Tahoma"/>
              </a:rPr>
              <a:t> </a:t>
            </a:r>
            <a:r>
              <a:rPr sz="3300" spc="-55" dirty="0">
                <a:latin typeface="Tahoma"/>
                <a:cs typeface="Tahoma"/>
              </a:rPr>
              <a:t>chỉ</a:t>
            </a:r>
            <a:r>
              <a:rPr sz="3300" spc="-425" dirty="0">
                <a:latin typeface="Tahoma"/>
                <a:cs typeface="Tahoma"/>
              </a:rPr>
              <a:t> </a:t>
            </a:r>
            <a:r>
              <a:rPr sz="3300" spc="-175" dirty="0">
                <a:latin typeface="Tahoma"/>
                <a:cs typeface="Tahoma"/>
              </a:rPr>
              <a:t>từ</a:t>
            </a:r>
            <a:r>
              <a:rPr sz="3300" spc="-434" dirty="0">
                <a:latin typeface="Tahoma"/>
                <a:cs typeface="Tahoma"/>
              </a:rPr>
              <a:t> </a:t>
            </a:r>
            <a:r>
              <a:rPr sz="3300" spc="-215" dirty="0">
                <a:latin typeface="Tahoma"/>
                <a:cs typeface="Tahoma"/>
              </a:rPr>
              <a:t>giảng</a:t>
            </a:r>
            <a:r>
              <a:rPr sz="3300" spc="-434" dirty="0">
                <a:latin typeface="Tahoma"/>
                <a:cs typeface="Tahoma"/>
              </a:rPr>
              <a:t> </a:t>
            </a:r>
            <a:r>
              <a:rPr sz="3300" spc="-170" dirty="0">
                <a:latin typeface="Tahoma"/>
                <a:cs typeface="Tahoma"/>
              </a:rPr>
              <a:t>viên</a:t>
            </a:r>
            <a:r>
              <a:rPr sz="3300" spc="-430" dirty="0">
                <a:latin typeface="Tahoma"/>
                <a:cs typeface="Tahoma"/>
              </a:rPr>
              <a:t> </a:t>
            </a:r>
            <a:r>
              <a:rPr sz="3300" spc="-180" dirty="0">
                <a:latin typeface="Tahoma"/>
                <a:cs typeface="Tahoma"/>
              </a:rPr>
              <a:t>mà</a:t>
            </a:r>
            <a:r>
              <a:rPr sz="3300" spc="-430" dirty="0">
                <a:latin typeface="Tahoma"/>
                <a:cs typeface="Tahoma"/>
              </a:rPr>
              <a:t> </a:t>
            </a:r>
            <a:r>
              <a:rPr sz="3300" spc="-75" dirty="0">
                <a:latin typeface="Tahoma"/>
                <a:cs typeface="Tahoma"/>
              </a:rPr>
              <a:t>còn</a:t>
            </a:r>
            <a:r>
              <a:rPr sz="3300" spc="-425" dirty="0">
                <a:latin typeface="Tahoma"/>
                <a:cs typeface="Tahoma"/>
              </a:rPr>
              <a:t> </a:t>
            </a:r>
            <a:r>
              <a:rPr sz="3300" spc="-175" dirty="0">
                <a:latin typeface="Tahoma"/>
                <a:cs typeface="Tahoma"/>
              </a:rPr>
              <a:t>từ</a:t>
            </a:r>
            <a:r>
              <a:rPr sz="3300" spc="-425" dirty="0">
                <a:latin typeface="Tahoma"/>
                <a:cs typeface="Tahoma"/>
              </a:rPr>
              <a:t> </a:t>
            </a:r>
            <a:r>
              <a:rPr sz="3300" spc="-165" dirty="0">
                <a:latin typeface="Tahoma"/>
                <a:cs typeface="Tahoma"/>
              </a:rPr>
              <a:t>bạn</a:t>
            </a:r>
            <a:r>
              <a:rPr sz="3300" spc="-430" dirty="0">
                <a:latin typeface="Tahoma"/>
                <a:cs typeface="Tahoma"/>
              </a:rPr>
              <a:t> </a:t>
            </a:r>
            <a:r>
              <a:rPr sz="3300" spc="-25" dirty="0">
                <a:latin typeface="Tahoma"/>
                <a:cs typeface="Tahoma"/>
              </a:rPr>
              <a:t>bè.</a:t>
            </a:r>
            <a:endParaRPr sz="3300">
              <a:latin typeface="Tahoma"/>
              <a:cs typeface="Tahoma"/>
            </a:endParaRPr>
          </a:p>
          <a:p>
            <a:pPr marL="619760" indent="-607060">
              <a:lnSpc>
                <a:spcPct val="100000"/>
              </a:lnSpc>
              <a:spcBef>
                <a:spcPts val="3330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300" b="1" spc="-505" dirty="0">
                <a:latin typeface="Tahoma"/>
                <a:cs typeface="Tahoma"/>
              </a:rPr>
              <a:t>Tự</a:t>
            </a:r>
            <a:r>
              <a:rPr sz="3300" b="1" spc="-225" dirty="0">
                <a:latin typeface="Tahoma"/>
                <a:cs typeface="Tahoma"/>
              </a:rPr>
              <a:t> </a:t>
            </a:r>
            <a:r>
              <a:rPr sz="3300" b="1" spc="-305" dirty="0">
                <a:latin typeface="Tahoma"/>
                <a:cs typeface="Tahoma"/>
              </a:rPr>
              <a:t>học</a:t>
            </a:r>
            <a:r>
              <a:rPr sz="3300" b="1" spc="-229" dirty="0">
                <a:latin typeface="Tahoma"/>
                <a:cs typeface="Tahoma"/>
              </a:rPr>
              <a:t> </a:t>
            </a:r>
            <a:r>
              <a:rPr sz="3300" b="1" spc="-620" dirty="0">
                <a:latin typeface="Tahoma"/>
                <a:cs typeface="Tahoma"/>
              </a:rPr>
              <a:t>&amp;</a:t>
            </a:r>
            <a:r>
              <a:rPr sz="3300" b="1" spc="-225" dirty="0">
                <a:latin typeface="Tahoma"/>
                <a:cs typeface="Tahoma"/>
              </a:rPr>
              <a:t> </a:t>
            </a:r>
            <a:r>
              <a:rPr sz="3300" b="1" spc="-305" dirty="0">
                <a:latin typeface="Tahoma"/>
                <a:cs typeface="Tahoma"/>
              </a:rPr>
              <a:t>chủ</a:t>
            </a:r>
            <a:r>
              <a:rPr sz="3300" b="1" spc="-235" dirty="0">
                <a:latin typeface="Tahoma"/>
                <a:cs typeface="Tahoma"/>
              </a:rPr>
              <a:t> </a:t>
            </a:r>
            <a:r>
              <a:rPr sz="3300" b="1" spc="-409" dirty="0">
                <a:latin typeface="Tahoma"/>
                <a:cs typeface="Tahoma"/>
              </a:rPr>
              <a:t>động</a:t>
            </a:r>
            <a:r>
              <a:rPr sz="3300" spc="-409" dirty="0">
                <a:latin typeface="Tahoma"/>
                <a:cs typeface="Tahoma"/>
              </a:rPr>
              <a:t>:</a:t>
            </a:r>
            <a:r>
              <a:rPr sz="3300" spc="-295" dirty="0">
                <a:latin typeface="Tahoma"/>
                <a:cs typeface="Tahoma"/>
              </a:rPr>
              <a:t> </a:t>
            </a:r>
            <a:r>
              <a:rPr sz="3300" spc="-280" dirty="0">
                <a:latin typeface="Tahoma"/>
                <a:cs typeface="Tahoma"/>
              </a:rPr>
              <a:t>Tận</a:t>
            </a:r>
            <a:r>
              <a:rPr sz="3300" spc="-305" dirty="0">
                <a:latin typeface="Tahoma"/>
                <a:cs typeface="Tahoma"/>
              </a:rPr>
              <a:t> </a:t>
            </a:r>
            <a:r>
              <a:rPr sz="3300" spc="-220" dirty="0">
                <a:latin typeface="Tahoma"/>
                <a:cs typeface="Tahoma"/>
              </a:rPr>
              <a:t>dụng</a:t>
            </a:r>
            <a:r>
              <a:rPr sz="3300" spc="-305" dirty="0">
                <a:latin typeface="Tahoma"/>
                <a:cs typeface="Tahoma"/>
              </a:rPr>
              <a:t> </a:t>
            </a:r>
            <a:r>
              <a:rPr sz="3300" spc="-100" dirty="0">
                <a:latin typeface="Tahoma"/>
                <a:cs typeface="Tahoma"/>
              </a:rPr>
              <a:t>tài</a:t>
            </a:r>
            <a:r>
              <a:rPr sz="3300" spc="-300" dirty="0">
                <a:latin typeface="Tahoma"/>
                <a:cs typeface="Tahoma"/>
              </a:rPr>
              <a:t> </a:t>
            </a:r>
            <a:r>
              <a:rPr sz="3300" spc="-90" dirty="0">
                <a:latin typeface="Tahoma"/>
                <a:cs typeface="Tahoma"/>
              </a:rPr>
              <a:t>liệu,</a:t>
            </a:r>
            <a:r>
              <a:rPr sz="3300" spc="-305" dirty="0">
                <a:latin typeface="Tahoma"/>
                <a:cs typeface="Tahoma"/>
              </a:rPr>
              <a:t> </a:t>
            </a:r>
            <a:r>
              <a:rPr sz="3300" spc="-155" dirty="0">
                <a:latin typeface="Tahoma"/>
                <a:cs typeface="Tahoma"/>
              </a:rPr>
              <a:t>video,</a:t>
            </a:r>
            <a:r>
              <a:rPr sz="3300" spc="-295" dirty="0">
                <a:latin typeface="Tahoma"/>
                <a:cs typeface="Tahoma"/>
              </a:rPr>
              <a:t> </a:t>
            </a:r>
            <a:r>
              <a:rPr sz="3300" spc="-210" dirty="0">
                <a:latin typeface="Tahoma"/>
                <a:cs typeface="Tahoma"/>
              </a:rPr>
              <a:t>web</a:t>
            </a:r>
            <a:r>
              <a:rPr sz="3300" spc="-290" dirty="0">
                <a:latin typeface="Tahoma"/>
                <a:cs typeface="Tahoma"/>
              </a:rPr>
              <a:t> </a:t>
            </a:r>
            <a:r>
              <a:rPr sz="3300" spc="-175" dirty="0">
                <a:latin typeface="Tahoma"/>
                <a:cs typeface="Tahoma"/>
              </a:rPr>
              <a:t>tham</a:t>
            </a:r>
            <a:r>
              <a:rPr sz="3300" spc="-305" dirty="0">
                <a:latin typeface="Tahoma"/>
                <a:cs typeface="Tahoma"/>
              </a:rPr>
              <a:t> </a:t>
            </a:r>
            <a:r>
              <a:rPr sz="3300" spc="-160" dirty="0">
                <a:latin typeface="Tahoma"/>
                <a:cs typeface="Tahoma"/>
              </a:rPr>
              <a:t>khảo.</a:t>
            </a:r>
            <a:r>
              <a:rPr sz="3300" spc="-295" dirty="0">
                <a:latin typeface="Tahoma"/>
                <a:cs typeface="Tahoma"/>
              </a:rPr>
              <a:t> </a:t>
            </a:r>
            <a:r>
              <a:rPr sz="3300" spc="-95" dirty="0">
                <a:latin typeface="Tahoma"/>
                <a:cs typeface="Tahoma"/>
              </a:rPr>
              <a:t>Chủ</a:t>
            </a:r>
            <a:r>
              <a:rPr sz="3300" spc="-295" dirty="0">
                <a:latin typeface="Tahoma"/>
                <a:cs typeface="Tahoma"/>
              </a:rPr>
              <a:t> </a:t>
            </a:r>
            <a:r>
              <a:rPr sz="3300" spc="-229" dirty="0">
                <a:latin typeface="Tahoma"/>
                <a:cs typeface="Tahoma"/>
              </a:rPr>
              <a:t>động</a:t>
            </a:r>
            <a:r>
              <a:rPr sz="3300" spc="-305" dirty="0">
                <a:latin typeface="Tahoma"/>
                <a:cs typeface="Tahoma"/>
              </a:rPr>
              <a:t> </a:t>
            </a:r>
            <a:r>
              <a:rPr sz="3300" spc="-114" dirty="0">
                <a:latin typeface="Tahoma"/>
                <a:cs typeface="Tahoma"/>
              </a:rPr>
              <a:t>đọc,</a:t>
            </a:r>
            <a:r>
              <a:rPr sz="3300" spc="-295" dirty="0">
                <a:latin typeface="Tahoma"/>
                <a:cs typeface="Tahoma"/>
              </a:rPr>
              <a:t> </a:t>
            </a:r>
            <a:r>
              <a:rPr sz="3300" spc="-105" dirty="0">
                <a:latin typeface="Tahoma"/>
                <a:cs typeface="Tahoma"/>
              </a:rPr>
              <a:t>làm</a:t>
            </a:r>
            <a:r>
              <a:rPr sz="3300" spc="-290" dirty="0">
                <a:latin typeface="Tahoma"/>
                <a:cs typeface="Tahoma"/>
              </a:rPr>
              <a:t> </a:t>
            </a:r>
            <a:r>
              <a:rPr sz="3300" spc="-175" dirty="0">
                <a:latin typeface="Tahoma"/>
                <a:cs typeface="Tahoma"/>
              </a:rPr>
              <a:t>thêm</a:t>
            </a:r>
            <a:r>
              <a:rPr sz="3300" spc="-295" dirty="0">
                <a:latin typeface="Tahoma"/>
                <a:cs typeface="Tahoma"/>
              </a:rPr>
              <a:t> </a:t>
            </a:r>
            <a:r>
              <a:rPr sz="3300" spc="-105" dirty="0">
                <a:latin typeface="Tahoma"/>
                <a:cs typeface="Tahoma"/>
              </a:rPr>
              <a:t>bài</a:t>
            </a:r>
            <a:r>
              <a:rPr sz="3300" spc="-295" dirty="0">
                <a:latin typeface="Tahoma"/>
                <a:cs typeface="Tahoma"/>
              </a:rPr>
              <a:t> </a:t>
            </a:r>
            <a:r>
              <a:rPr sz="3300" spc="-145" dirty="0">
                <a:latin typeface="Tahoma"/>
                <a:cs typeface="Tahoma"/>
              </a:rPr>
              <a:t>tập</a:t>
            </a:r>
            <a:r>
              <a:rPr sz="3300" spc="-300" dirty="0">
                <a:latin typeface="Tahoma"/>
                <a:cs typeface="Tahoma"/>
              </a:rPr>
              <a:t> </a:t>
            </a:r>
            <a:r>
              <a:rPr sz="3300" spc="-10" dirty="0">
                <a:latin typeface="Tahoma"/>
                <a:cs typeface="Tahoma"/>
              </a:rPr>
              <a:t>ngoài</a:t>
            </a:r>
            <a:endParaRPr sz="3300">
              <a:latin typeface="Tahoma"/>
              <a:cs typeface="Tahoma"/>
            </a:endParaRPr>
          </a:p>
          <a:p>
            <a:pPr marL="619760">
              <a:lnSpc>
                <a:spcPct val="100000"/>
              </a:lnSpc>
              <a:spcBef>
                <a:spcPts val="35"/>
              </a:spcBef>
            </a:pPr>
            <a:r>
              <a:rPr sz="3300" spc="-90" dirty="0">
                <a:latin typeface="Tahoma"/>
                <a:cs typeface="Tahoma"/>
              </a:rPr>
              <a:t>lớp</a:t>
            </a:r>
            <a:r>
              <a:rPr sz="3300" spc="-430" dirty="0">
                <a:latin typeface="Tahoma"/>
                <a:cs typeface="Tahoma"/>
              </a:rPr>
              <a:t> </a:t>
            </a:r>
            <a:r>
              <a:rPr sz="3300" spc="-475" dirty="0">
                <a:latin typeface="Tahoma"/>
                <a:cs typeface="Tahoma"/>
              </a:rPr>
              <a:t>–</a:t>
            </a:r>
            <a:r>
              <a:rPr sz="3300" spc="-425" dirty="0">
                <a:latin typeface="Tahoma"/>
                <a:cs typeface="Tahoma"/>
              </a:rPr>
              <a:t> </a:t>
            </a:r>
            <a:r>
              <a:rPr sz="3300" spc="-220" dirty="0">
                <a:latin typeface="Tahoma"/>
                <a:cs typeface="Tahoma"/>
              </a:rPr>
              <a:t>đây</a:t>
            </a:r>
            <a:r>
              <a:rPr sz="3300" spc="-425" dirty="0">
                <a:latin typeface="Tahoma"/>
                <a:cs typeface="Tahoma"/>
              </a:rPr>
              <a:t> </a:t>
            </a:r>
            <a:r>
              <a:rPr sz="3300" spc="-55" dirty="0">
                <a:latin typeface="Tahoma"/>
                <a:cs typeface="Tahoma"/>
              </a:rPr>
              <a:t>là</a:t>
            </a:r>
            <a:r>
              <a:rPr sz="3300" spc="-425" dirty="0">
                <a:latin typeface="Tahoma"/>
                <a:cs typeface="Tahoma"/>
              </a:rPr>
              <a:t> </a:t>
            </a:r>
            <a:r>
              <a:rPr sz="3300" spc="-215" dirty="0">
                <a:latin typeface="Tahoma"/>
                <a:cs typeface="Tahoma"/>
              </a:rPr>
              <a:t>yếu</a:t>
            </a:r>
            <a:r>
              <a:rPr sz="3300" spc="-425" dirty="0">
                <a:latin typeface="Tahoma"/>
                <a:cs typeface="Tahoma"/>
              </a:rPr>
              <a:t> </a:t>
            </a:r>
            <a:r>
              <a:rPr sz="3300" spc="-135" dirty="0">
                <a:latin typeface="Tahoma"/>
                <a:cs typeface="Tahoma"/>
              </a:rPr>
              <a:t>tố</a:t>
            </a:r>
            <a:r>
              <a:rPr sz="3300" spc="-430" dirty="0">
                <a:latin typeface="Tahoma"/>
                <a:cs typeface="Tahoma"/>
              </a:rPr>
              <a:t> </a:t>
            </a:r>
            <a:r>
              <a:rPr sz="3300" spc="-190" dirty="0">
                <a:latin typeface="Tahoma"/>
                <a:cs typeface="Tahoma"/>
              </a:rPr>
              <a:t>quyết</a:t>
            </a:r>
            <a:r>
              <a:rPr sz="3300" spc="-430" dirty="0">
                <a:latin typeface="Tahoma"/>
                <a:cs typeface="Tahoma"/>
              </a:rPr>
              <a:t> </a:t>
            </a:r>
            <a:r>
              <a:rPr sz="3300" spc="-165" dirty="0">
                <a:latin typeface="Tahoma"/>
                <a:cs typeface="Tahoma"/>
              </a:rPr>
              <a:t>định</a:t>
            </a:r>
            <a:r>
              <a:rPr sz="3300" spc="-430" dirty="0">
                <a:latin typeface="Tahoma"/>
                <a:cs typeface="Tahoma"/>
              </a:rPr>
              <a:t> </a:t>
            </a:r>
            <a:r>
              <a:rPr sz="3300" spc="-120" dirty="0">
                <a:latin typeface="Tahoma"/>
                <a:cs typeface="Tahoma"/>
              </a:rPr>
              <a:t>sự</a:t>
            </a:r>
            <a:r>
              <a:rPr sz="3300" spc="-420" dirty="0">
                <a:latin typeface="Tahoma"/>
                <a:cs typeface="Tahoma"/>
              </a:rPr>
              <a:t> </a:t>
            </a:r>
            <a:r>
              <a:rPr sz="3300" spc="-125" dirty="0">
                <a:latin typeface="Tahoma"/>
                <a:cs typeface="Tahoma"/>
              </a:rPr>
              <a:t>tiến</a:t>
            </a:r>
            <a:r>
              <a:rPr sz="3300" spc="-430" dirty="0">
                <a:latin typeface="Tahoma"/>
                <a:cs typeface="Tahoma"/>
              </a:rPr>
              <a:t> </a:t>
            </a:r>
            <a:r>
              <a:rPr sz="3300" spc="-25" dirty="0">
                <a:latin typeface="Tahoma"/>
                <a:cs typeface="Tahoma"/>
              </a:rPr>
              <a:t>bộ.</a:t>
            </a:r>
            <a:endParaRPr sz="3300">
              <a:latin typeface="Tahoma"/>
              <a:cs typeface="Tahoma"/>
            </a:endParaRPr>
          </a:p>
          <a:p>
            <a:pPr marL="619760" indent="-607060">
              <a:lnSpc>
                <a:spcPct val="100000"/>
              </a:lnSpc>
              <a:spcBef>
                <a:spcPts val="3330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300" b="1" spc="-385" dirty="0">
                <a:latin typeface="Tahoma"/>
                <a:cs typeface="Tahoma"/>
              </a:rPr>
              <a:t>Thực</a:t>
            </a:r>
            <a:r>
              <a:rPr sz="3300" b="1" spc="-250" dirty="0">
                <a:latin typeface="Tahoma"/>
                <a:cs typeface="Tahoma"/>
              </a:rPr>
              <a:t> </a:t>
            </a:r>
            <a:r>
              <a:rPr sz="3300" b="1" spc="-390" dirty="0">
                <a:latin typeface="Tahoma"/>
                <a:cs typeface="Tahoma"/>
              </a:rPr>
              <a:t>hành</a:t>
            </a:r>
            <a:r>
              <a:rPr sz="3300" b="1" spc="-245" dirty="0">
                <a:latin typeface="Tahoma"/>
                <a:cs typeface="Tahoma"/>
              </a:rPr>
              <a:t> </a:t>
            </a:r>
            <a:r>
              <a:rPr sz="3300" b="1" spc="-360" dirty="0">
                <a:latin typeface="Tahoma"/>
                <a:cs typeface="Tahoma"/>
              </a:rPr>
              <a:t>trên</a:t>
            </a:r>
            <a:r>
              <a:rPr sz="3300" b="1" spc="-250" dirty="0">
                <a:latin typeface="Tahoma"/>
                <a:cs typeface="Tahoma"/>
              </a:rPr>
              <a:t> </a:t>
            </a:r>
            <a:r>
              <a:rPr sz="3300" b="1" spc="-434" dirty="0">
                <a:latin typeface="Tahoma"/>
                <a:cs typeface="Tahoma"/>
              </a:rPr>
              <a:t>máy</a:t>
            </a:r>
            <a:r>
              <a:rPr sz="3300" spc="-434" dirty="0">
                <a:latin typeface="Tahoma"/>
                <a:cs typeface="Tahoma"/>
              </a:rPr>
              <a:t>:</a:t>
            </a:r>
            <a:r>
              <a:rPr sz="3300" spc="-315" dirty="0">
                <a:latin typeface="Tahoma"/>
                <a:cs typeface="Tahoma"/>
              </a:rPr>
              <a:t> </a:t>
            </a:r>
            <a:r>
              <a:rPr sz="3300" spc="-190" dirty="0">
                <a:latin typeface="Tahoma"/>
                <a:cs typeface="Tahoma"/>
              </a:rPr>
              <a:t>Luyện</a:t>
            </a:r>
            <a:r>
              <a:rPr sz="3300" spc="-325" dirty="0">
                <a:latin typeface="Tahoma"/>
                <a:cs typeface="Tahoma"/>
              </a:rPr>
              <a:t> </a:t>
            </a:r>
            <a:r>
              <a:rPr sz="3300" spc="-105" dirty="0">
                <a:latin typeface="Tahoma"/>
                <a:cs typeface="Tahoma"/>
              </a:rPr>
              <a:t>code</a:t>
            </a:r>
            <a:r>
              <a:rPr sz="3300" spc="-315" dirty="0">
                <a:latin typeface="Tahoma"/>
                <a:cs typeface="Tahoma"/>
              </a:rPr>
              <a:t> </a:t>
            </a:r>
            <a:r>
              <a:rPr sz="3300" spc="-120" dirty="0">
                <a:latin typeface="Tahoma"/>
                <a:cs typeface="Tahoma"/>
              </a:rPr>
              <a:t>trực</a:t>
            </a:r>
            <a:r>
              <a:rPr sz="3300" spc="-325" dirty="0">
                <a:latin typeface="Tahoma"/>
                <a:cs typeface="Tahoma"/>
              </a:rPr>
              <a:t> </a:t>
            </a:r>
            <a:r>
              <a:rPr sz="3300" spc="-114" dirty="0">
                <a:latin typeface="Tahoma"/>
                <a:cs typeface="Tahoma"/>
              </a:rPr>
              <a:t>tiếp</a:t>
            </a:r>
            <a:r>
              <a:rPr sz="3300" spc="-320" dirty="0">
                <a:latin typeface="Tahoma"/>
                <a:cs typeface="Tahoma"/>
              </a:rPr>
              <a:t> </a:t>
            </a:r>
            <a:r>
              <a:rPr sz="3300" spc="-170" dirty="0">
                <a:latin typeface="Tahoma"/>
                <a:cs typeface="Tahoma"/>
              </a:rPr>
              <a:t>trên</a:t>
            </a:r>
            <a:r>
              <a:rPr sz="3300" spc="-320" dirty="0">
                <a:latin typeface="Tahoma"/>
                <a:cs typeface="Tahoma"/>
              </a:rPr>
              <a:t> </a:t>
            </a:r>
            <a:r>
              <a:rPr sz="3300" spc="-210" dirty="0">
                <a:latin typeface="Tahoma"/>
                <a:cs typeface="Tahoma"/>
              </a:rPr>
              <a:t>máy</a:t>
            </a:r>
            <a:r>
              <a:rPr sz="3300" spc="-320" dirty="0">
                <a:latin typeface="Tahoma"/>
                <a:cs typeface="Tahoma"/>
              </a:rPr>
              <a:t> </a:t>
            </a:r>
            <a:r>
              <a:rPr sz="3300" spc="-145" dirty="0">
                <a:latin typeface="Tahoma"/>
                <a:cs typeface="Tahoma"/>
              </a:rPr>
              <a:t>tính</a:t>
            </a:r>
            <a:r>
              <a:rPr sz="3300" spc="-315" dirty="0">
                <a:latin typeface="Tahoma"/>
                <a:cs typeface="Tahoma"/>
              </a:rPr>
              <a:t> </a:t>
            </a:r>
            <a:r>
              <a:rPr sz="3300" spc="-45" dirty="0">
                <a:latin typeface="Tahoma"/>
                <a:cs typeface="Tahoma"/>
              </a:rPr>
              <a:t>cá</a:t>
            </a:r>
            <a:r>
              <a:rPr sz="3300" spc="-315" dirty="0">
                <a:latin typeface="Tahoma"/>
                <a:cs typeface="Tahoma"/>
              </a:rPr>
              <a:t> </a:t>
            </a:r>
            <a:r>
              <a:rPr sz="3300" spc="-180" dirty="0">
                <a:latin typeface="Tahoma"/>
                <a:cs typeface="Tahoma"/>
              </a:rPr>
              <a:t>nhân,</a:t>
            </a:r>
            <a:r>
              <a:rPr sz="3300" spc="-315" dirty="0">
                <a:latin typeface="Tahoma"/>
                <a:cs typeface="Tahoma"/>
              </a:rPr>
              <a:t> </a:t>
            </a:r>
            <a:r>
              <a:rPr sz="3300" spc="-125" dirty="0">
                <a:latin typeface="Tahoma"/>
                <a:cs typeface="Tahoma"/>
              </a:rPr>
              <a:t>sửa</a:t>
            </a:r>
            <a:r>
              <a:rPr sz="3300" spc="-310" dirty="0">
                <a:latin typeface="Tahoma"/>
                <a:cs typeface="Tahoma"/>
              </a:rPr>
              <a:t> </a:t>
            </a:r>
            <a:r>
              <a:rPr sz="3300" spc="-45" dirty="0">
                <a:latin typeface="Tahoma"/>
                <a:cs typeface="Tahoma"/>
              </a:rPr>
              <a:t>lỗi</a:t>
            </a:r>
            <a:r>
              <a:rPr sz="3300" spc="-310" dirty="0">
                <a:latin typeface="Tahoma"/>
                <a:cs typeface="Tahoma"/>
              </a:rPr>
              <a:t> </a:t>
            </a:r>
            <a:r>
              <a:rPr sz="3300" spc="-114" dirty="0">
                <a:latin typeface="Tahoma"/>
                <a:cs typeface="Tahoma"/>
              </a:rPr>
              <a:t>thực</a:t>
            </a:r>
            <a:r>
              <a:rPr sz="3300" spc="-320" dirty="0">
                <a:latin typeface="Tahoma"/>
                <a:cs typeface="Tahoma"/>
              </a:rPr>
              <a:t> </a:t>
            </a:r>
            <a:r>
              <a:rPr sz="3300" spc="-145" dirty="0">
                <a:latin typeface="Tahoma"/>
                <a:cs typeface="Tahoma"/>
              </a:rPr>
              <a:t>tế,</a:t>
            </a:r>
            <a:r>
              <a:rPr sz="3300" spc="-315" dirty="0">
                <a:latin typeface="Tahoma"/>
                <a:cs typeface="Tahoma"/>
              </a:rPr>
              <a:t> </a:t>
            </a:r>
            <a:r>
              <a:rPr sz="3300" spc="-215" dirty="0">
                <a:latin typeface="Tahoma"/>
                <a:cs typeface="Tahoma"/>
              </a:rPr>
              <a:t>vận</a:t>
            </a:r>
            <a:r>
              <a:rPr sz="3300" spc="-315" dirty="0">
                <a:latin typeface="Tahoma"/>
                <a:cs typeface="Tahoma"/>
              </a:rPr>
              <a:t> </a:t>
            </a:r>
            <a:r>
              <a:rPr sz="3300" spc="-220" dirty="0">
                <a:latin typeface="Tahoma"/>
                <a:cs typeface="Tahoma"/>
              </a:rPr>
              <a:t>dụng</a:t>
            </a:r>
            <a:r>
              <a:rPr sz="3300" spc="-315" dirty="0">
                <a:latin typeface="Tahoma"/>
                <a:cs typeface="Tahoma"/>
              </a:rPr>
              <a:t> </a:t>
            </a:r>
            <a:r>
              <a:rPr sz="3300" spc="-130" dirty="0">
                <a:latin typeface="Tahoma"/>
                <a:cs typeface="Tahoma"/>
              </a:rPr>
              <a:t>lý</a:t>
            </a:r>
            <a:r>
              <a:rPr sz="3300" spc="-315" dirty="0">
                <a:latin typeface="Tahoma"/>
                <a:cs typeface="Tahoma"/>
              </a:rPr>
              <a:t> </a:t>
            </a:r>
            <a:r>
              <a:rPr sz="3300" spc="-10" dirty="0">
                <a:latin typeface="Tahoma"/>
                <a:cs typeface="Tahoma"/>
              </a:rPr>
              <a:t>thuyết</a:t>
            </a:r>
            <a:endParaRPr sz="3300">
              <a:latin typeface="Tahoma"/>
              <a:cs typeface="Tahoma"/>
            </a:endParaRPr>
          </a:p>
          <a:p>
            <a:pPr marL="619760">
              <a:lnSpc>
                <a:spcPct val="100000"/>
              </a:lnSpc>
              <a:spcBef>
                <a:spcPts val="35"/>
              </a:spcBef>
            </a:pPr>
            <a:r>
              <a:rPr sz="3300" spc="-195" dirty="0">
                <a:latin typeface="Tahoma"/>
                <a:cs typeface="Tahoma"/>
              </a:rPr>
              <a:t>vào</a:t>
            </a:r>
            <a:r>
              <a:rPr sz="3300" spc="-420" dirty="0">
                <a:latin typeface="Tahoma"/>
                <a:cs typeface="Tahoma"/>
              </a:rPr>
              <a:t> </a:t>
            </a:r>
            <a:r>
              <a:rPr sz="3300" spc="-114" dirty="0">
                <a:latin typeface="Tahoma"/>
                <a:cs typeface="Tahoma"/>
              </a:rPr>
              <a:t>thực</a:t>
            </a:r>
            <a:r>
              <a:rPr sz="3300" spc="-420" dirty="0">
                <a:latin typeface="Tahoma"/>
                <a:cs typeface="Tahoma"/>
              </a:rPr>
              <a:t> </a:t>
            </a:r>
            <a:r>
              <a:rPr sz="3300" spc="-185" dirty="0">
                <a:latin typeface="Tahoma"/>
                <a:cs typeface="Tahoma"/>
              </a:rPr>
              <a:t>hành</a:t>
            </a:r>
            <a:r>
              <a:rPr sz="3300" spc="-420" dirty="0">
                <a:latin typeface="Tahoma"/>
                <a:cs typeface="Tahoma"/>
              </a:rPr>
              <a:t> </a:t>
            </a:r>
            <a:r>
              <a:rPr sz="3300" spc="-10" dirty="0">
                <a:latin typeface="Tahoma"/>
                <a:cs typeface="Tahoma"/>
              </a:rPr>
              <a:t>ngay.</a:t>
            </a:r>
            <a:endParaRPr sz="3300">
              <a:latin typeface="Tahoma"/>
              <a:cs typeface="Tahoma"/>
            </a:endParaRPr>
          </a:p>
          <a:p>
            <a:pPr marL="619760" indent="-607060">
              <a:lnSpc>
                <a:spcPct val="100000"/>
              </a:lnSpc>
              <a:spcBef>
                <a:spcPts val="3330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300" b="1" spc="-385" dirty="0">
                <a:latin typeface="Tahoma"/>
                <a:cs typeface="Tahoma"/>
              </a:rPr>
              <a:t>Trình</a:t>
            </a:r>
            <a:r>
              <a:rPr sz="3300" b="1" spc="45" dirty="0">
                <a:latin typeface="Tahoma"/>
                <a:cs typeface="Tahoma"/>
              </a:rPr>
              <a:t> </a:t>
            </a:r>
            <a:r>
              <a:rPr sz="3300" b="1" spc="-395" dirty="0">
                <a:latin typeface="Tahoma"/>
                <a:cs typeface="Tahoma"/>
              </a:rPr>
              <a:t>bày</a:t>
            </a:r>
            <a:r>
              <a:rPr sz="3300" b="1" spc="50" dirty="0">
                <a:latin typeface="Tahoma"/>
                <a:cs typeface="Tahoma"/>
              </a:rPr>
              <a:t> </a:t>
            </a:r>
            <a:r>
              <a:rPr sz="3300" b="1" spc="-375" dirty="0">
                <a:latin typeface="Tahoma"/>
                <a:cs typeface="Tahoma"/>
              </a:rPr>
              <a:t>kết</a:t>
            </a:r>
            <a:r>
              <a:rPr sz="3300" b="1" spc="45" dirty="0">
                <a:latin typeface="Tahoma"/>
                <a:cs typeface="Tahoma"/>
              </a:rPr>
              <a:t> </a:t>
            </a:r>
            <a:r>
              <a:rPr sz="3300" b="1" spc="-375" dirty="0">
                <a:latin typeface="Tahoma"/>
                <a:cs typeface="Tahoma"/>
              </a:rPr>
              <a:t>quả</a:t>
            </a:r>
            <a:r>
              <a:rPr sz="3300" spc="-375" dirty="0">
                <a:latin typeface="Tahoma"/>
                <a:cs typeface="Tahoma"/>
              </a:rPr>
              <a:t>:</a:t>
            </a:r>
            <a:r>
              <a:rPr sz="3300" spc="-25" dirty="0">
                <a:latin typeface="Tahoma"/>
                <a:cs typeface="Tahoma"/>
              </a:rPr>
              <a:t> </a:t>
            </a:r>
            <a:r>
              <a:rPr sz="3300" spc="-145" dirty="0">
                <a:latin typeface="Tahoma"/>
                <a:cs typeface="Tahoma"/>
              </a:rPr>
              <a:t>Định</a:t>
            </a:r>
            <a:r>
              <a:rPr sz="3300" spc="-140" dirty="0">
                <a:latin typeface="Tahoma"/>
                <a:cs typeface="Tahoma"/>
              </a:rPr>
              <a:t> </a:t>
            </a:r>
            <a:r>
              <a:rPr sz="3300" spc="-210" dirty="0">
                <a:latin typeface="Tahoma"/>
                <a:cs typeface="Tahoma"/>
              </a:rPr>
              <a:t>kỳ</a:t>
            </a:r>
            <a:r>
              <a:rPr sz="3300" spc="-70" dirty="0">
                <a:latin typeface="Tahoma"/>
                <a:cs typeface="Tahoma"/>
              </a:rPr>
              <a:t> </a:t>
            </a:r>
            <a:r>
              <a:rPr sz="3300" spc="-125" dirty="0">
                <a:latin typeface="Tahoma"/>
                <a:cs typeface="Tahoma"/>
              </a:rPr>
              <a:t>trình</a:t>
            </a:r>
            <a:r>
              <a:rPr sz="3300" spc="-155" dirty="0">
                <a:latin typeface="Tahoma"/>
                <a:cs typeface="Tahoma"/>
              </a:rPr>
              <a:t> </a:t>
            </a:r>
            <a:r>
              <a:rPr sz="3300" spc="-165" dirty="0">
                <a:latin typeface="Tahoma"/>
                <a:cs typeface="Tahoma"/>
              </a:rPr>
              <a:t>bày</a:t>
            </a:r>
            <a:r>
              <a:rPr sz="3300" spc="-114" dirty="0">
                <a:latin typeface="Tahoma"/>
                <a:cs typeface="Tahoma"/>
              </a:rPr>
              <a:t> </a:t>
            </a:r>
            <a:r>
              <a:rPr sz="3300" spc="-30" dirty="0">
                <a:latin typeface="Tahoma"/>
                <a:cs typeface="Tahoma"/>
              </a:rPr>
              <a:t>bài</a:t>
            </a:r>
            <a:r>
              <a:rPr sz="3300" spc="-254" dirty="0">
                <a:latin typeface="Tahoma"/>
                <a:cs typeface="Tahoma"/>
              </a:rPr>
              <a:t> </a:t>
            </a:r>
            <a:r>
              <a:rPr sz="3300" spc="-60" dirty="0">
                <a:latin typeface="Tahoma"/>
                <a:cs typeface="Tahoma"/>
              </a:rPr>
              <a:t>thực</a:t>
            </a:r>
            <a:r>
              <a:rPr sz="3300" spc="-220" dirty="0">
                <a:latin typeface="Tahoma"/>
                <a:cs typeface="Tahoma"/>
              </a:rPr>
              <a:t> </a:t>
            </a:r>
            <a:r>
              <a:rPr sz="3300" spc="-140" dirty="0">
                <a:latin typeface="Tahoma"/>
                <a:cs typeface="Tahoma"/>
              </a:rPr>
              <a:t>hành, </a:t>
            </a:r>
            <a:r>
              <a:rPr sz="3300" spc="-85" dirty="0">
                <a:latin typeface="Tahoma"/>
                <a:cs typeface="Tahoma"/>
              </a:rPr>
              <a:t>báo</a:t>
            </a:r>
            <a:r>
              <a:rPr sz="3300" spc="-19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cáo</a:t>
            </a:r>
            <a:r>
              <a:rPr sz="3300" spc="-114" dirty="0">
                <a:latin typeface="Tahoma"/>
                <a:cs typeface="Tahoma"/>
              </a:rPr>
              <a:t> </a:t>
            </a:r>
            <a:r>
              <a:rPr sz="3300" spc="-150" dirty="0">
                <a:latin typeface="Tahoma"/>
                <a:cs typeface="Tahoma"/>
              </a:rPr>
              <a:t>nhóm,</a:t>
            </a:r>
            <a:r>
              <a:rPr sz="3300" spc="-100" dirty="0">
                <a:latin typeface="Tahoma"/>
                <a:cs typeface="Tahoma"/>
              </a:rPr>
              <a:t> </a:t>
            </a:r>
            <a:r>
              <a:rPr sz="3300" spc="-155" dirty="0">
                <a:latin typeface="Tahoma"/>
                <a:cs typeface="Tahoma"/>
              </a:rPr>
              <a:t>giúp</a:t>
            </a:r>
            <a:r>
              <a:rPr sz="3300" spc="-114" dirty="0">
                <a:latin typeface="Tahoma"/>
                <a:cs typeface="Tahoma"/>
              </a:rPr>
              <a:t> </a:t>
            </a:r>
            <a:r>
              <a:rPr sz="3300" spc="-185" dirty="0">
                <a:latin typeface="Tahoma"/>
                <a:cs typeface="Tahoma"/>
              </a:rPr>
              <a:t>tăng</a:t>
            </a:r>
            <a:r>
              <a:rPr sz="3300" spc="-95" dirty="0">
                <a:latin typeface="Tahoma"/>
                <a:cs typeface="Tahoma"/>
              </a:rPr>
              <a:t> </a:t>
            </a:r>
            <a:r>
              <a:rPr sz="3300" spc="-135" dirty="0">
                <a:latin typeface="Tahoma"/>
                <a:cs typeface="Tahoma"/>
              </a:rPr>
              <a:t>khả</a:t>
            </a:r>
            <a:r>
              <a:rPr sz="3300" spc="-105" dirty="0">
                <a:latin typeface="Tahoma"/>
                <a:cs typeface="Tahoma"/>
              </a:rPr>
              <a:t> </a:t>
            </a:r>
            <a:r>
              <a:rPr sz="3300" spc="-210" dirty="0">
                <a:latin typeface="Tahoma"/>
                <a:cs typeface="Tahoma"/>
              </a:rPr>
              <a:t>năng</a:t>
            </a:r>
            <a:r>
              <a:rPr sz="3300" spc="-75" dirty="0">
                <a:latin typeface="Tahoma"/>
                <a:cs typeface="Tahoma"/>
              </a:rPr>
              <a:t> </a:t>
            </a:r>
            <a:r>
              <a:rPr sz="3300" spc="-120" dirty="0">
                <a:latin typeface="Tahoma"/>
                <a:cs typeface="Tahoma"/>
              </a:rPr>
              <a:t>trình</a:t>
            </a:r>
            <a:r>
              <a:rPr sz="3300" spc="-105" dirty="0">
                <a:latin typeface="Tahoma"/>
                <a:cs typeface="Tahoma"/>
              </a:rPr>
              <a:t> </a:t>
            </a:r>
            <a:r>
              <a:rPr sz="3300" spc="-20" dirty="0">
                <a:latin typeface="Tahoma"/>
                <a:cs typeface="Tahoma"/>
              </a:rPr>
              <a:t>bày,</a:t>
            </a:r>
            <a:endParaRPr sz="3300">
              <a:latin typeface="Tahoma"/>
              <a:cs typeface="Tahoma"/>
            </a:endParaRPr>
          </a:p>
          <a:p>
            <a:pPr marL="619760">
              <a:lnSpc>
                <a:spcPct val="100000"/>
              </a:lnSpc>
              <a:spcBef>
                <a:spcPts val="35"/>
              </a:spcBef>
            </a:pPr>
            <a:r>
              <a:rPr sz="3300" spc="-195" dirty="0">
                <a:latin typeface="Tahoma"/>
                <a:cs typeface="Tahoma"/>
              </a:rPr>
              <a:t>truyền</a:t>
            </a:r>
            <a:r>
              <a:rPr sz="3300" spc="-425" dirty="0">
                <a:latin typeface="Tahoma"/>
                <a:cs typeface="Tahoma"/>
              </a:rPr>
              <a:t> </a:t>
            </a:r>
            <a:r>
              <a:rPr sz="3300" spc="-165" dirty="0">
                <a:latin typeface="Tahoma"/>
                <a:cs typeface="Tahoma"/>
              </a:rPr>
              <a:t>đạt</a:t>
            </a:r>
            <a:r>
              <a:rPr sz="3300" spc="-425" dirty="0">
                <a:latin typeface="Tahoma"/>
                <a:cs typeface="Tahoma"/>
              </a:rPr>
              <a:t> </a:t>
            </a:r>
            <a:r>
              <a:rPr sz="3300" spc="-229" dirty="0">
                <a:latin typeface="Tahoma"/>
                <a:cs typeface="Tahoma"/>
              </a:rPr>
              <a:t>và</a:t>
            </a:r>
            <a:r>
              <a:rPr sz="3300" spc="-415" dirty="0">
                <a:latin typeface="Tahoma"/>
                <a:cs typeface="Tahoma"/>
              </a:rPr>
              <a:t> </a:t>
            </a:r>
            <a:r>
              <a:rPr sz="3300" spc="-165" dirty="0">
                <a:latin typeface="Tahoma"/>
                <a:cs typeface="Tahoma"/>
              </a:rPr>
              <a:t>phản</a:t>
            </a:r>
            <a:r>
              <a:rPr sz="3300" spc="-415" dirty="0">
                <a:latin typeface="Tahoma"/>
                <a:cs typeface="Tahoma"/>
              </a:rPr>
              <a:t> </a:t>
            </a:r>
            <a:r>
              <a:rPr sz="3300" spc="-10" dirty="0">
                <a:latin typeface="Tahoma"/>
                <a:cs typeface="Tahoma"/>
              </a:rPr>
              <a:t>biện.</a:t>
            </a:r>
            <a:endParaRPr sz="3300" spc="-10" dirty="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5231765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endParaRPr spc="-2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15" dirty="0"/>
              <a:t>LỘ</a:t>
            </a:r>
            <a:r>
              <a:rPr spc="-585" dirty="0"/>
              <a:t> </a:t>
            </a:r>
            <a:r>
              <a:rPr spc="-365" dirty="0"/>
              <a:t>TRÌNH</a:t>
            </a:r>
            <a:r>
              <a:rPr spc="-580" dirty="0"/>
              <a:t> </a:t>
            </a:r>
            <a:r>
              <a:rPr spc="-140" dirty="0"/>
              <a:t>NGHỀ</a:t>
            </a:r>
            <a:r>
              <a:rPr spc="-585" dirty="0"/>
              <a:t> </a:t>
            </a:r>
            <a:r>
              <a:rPr spc="-229" dirty="0"/>
              <a:t>NGHIỆP</a:t>
            </a:r>
            <a:r>
              <a:rPr spc="-540" dirty="0"/>
              <a:t> </a:t>
            </a:r>
            <a:r>
              <a:rPr spc="-630" dirty="0"/>
              <a:t>–</a:t>
            </a:r>
            <a:r>
              <a:rPr spc="-570" dirty="0"/>
              <a:t> </a:t>
            </a:r>
            <a:r>
              <a:rPr spc="-295" dirty="0"/>
              <a:t>Ứng</a:t>
            </a:r>
            <a:r>
              <a:rPr spc="-580" dirty="0"/>
              <a:t> </a:t>
            </a:r>
            <a:r>
              <a:rPr spc="-280" dirty="0"/>
              <a:t>dụng</a:t>
            </a:r>
            <a:r>
              <a:rPr spc="-575" dirty="0"/>
              <a:t> </a:t>
            </a:r>
            <a:r>
              <a:rPr spc="-150" dirty="0"/>
              <a:t>thực</a:t>
            </a:r>
            <a:r>
              <a:rPr spc="-560" dirty="0"/>
              <a:t> </a:t>
            </a:r>
            <a:r>
              <a:rPr spc="-195" dirty="0"/>
              <a:t>tế</a:t>
            </a:r>
            <a:r>
              <a:rPr spc="-580" dirty="0"/>
              <a:t> </a:t>
            </a:r>
            <a:r>
              <a:rPr spc="-140" dirty="0"/>
              <a:t>sau</a:t>
            </a:r>
            <a:r>
              <a:rPr spc="-580" dirty="0"/>
              <a:t> </a:t>
            </a:r>
            <a:r>
              <a:rPr spc="-225" dirty="0"/>
              <a:t>môn</a:t>
            </a:r>
            <a:r>
              <a:rPr spc="-575" dirty="0"/>
              <a:t> </a:t>
            </a:r>
            <a:r>
              <a:rPr spc="-25" dirty="0"/>
              <a:t>học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696" y="1627599"/>
            <a:ext cx="18896330" cy="1807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9760" indent="-607060">
              <a:lnSpc>
                <a:spcPct val="100000"/>
              </a:lnSpc>
              <a:spcBef>
                <a:spcPts val="125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600" spc="-70" dirty="0">
                <a:latin typeface="Tahoma"/>
                <a:cs typeface="Tahoma"/>
              </a:rPr>
              <a:t>Học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254" dirty="0">
                <a:latin typeface="Tahoma"/>
                <a:cs typeface="Tahoma"/>
              </a:rPr>
              <a:t>xong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70" dirty="0">
                <a:latin typeface="Tahoma"/>
                <a:cs typeface="Tahoma"/>
              </a:rPr>
              <a:t>môn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200" dirty="0">
                <a:latin typeface="Tahoma"/>
                <a:cs typeface="Tahoma"/>
              </a:rPr>
              <a:t>này,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150" dirty="0">
                <a:latin typeface="Tahoma"/>
                <a:cs typeface="Tahoma"/>
              </a:rPr>
              <a:t>Bạn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05" dirty="0">
                <a:latin typeface="Tahoma"/>
                <a:cs typeface="Tahoma"/>
              </a:rPr>
              <a:t>làm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25" dirty="0">
                <a:latin typeface="Tahoma"/>
                <a:cs typeface="Tahoma"/>
              </a:rPr>
              <a:t>được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gì?</a:t>
            </a:r>
            <a:endParaRPr sz="3600">
              <a:latin typeface="Tahoma"/>
              <a:cs typeface="Tahoma"/>
            </a:endParaRPr>
          </a:p>
          <a:p>
            <a:pPr marL="1373505" marR="5080" lvl="1" indent="-565785">
              <a:lnSpc>
                <a:spcPct val="100000"/>
              </a:lnSpc>
              <a:spcBef>
                <a:spcPts val="2610"/>
              </a:spcBef>
              <a:buSzPct val="88000"/>
              <a:buChar char="•"/>
              <a:tabLst>
                <a:tab pos="1373505" algn="l"/>
              </a:tabLst>
            </a:pPr>
            <a:r>
              <a:rPr sz="2950" spc="50" dirty="0">
                <a:latin typeface="Tahoma"/>
                <a:cs typeface="Tahoma"/>
              </a:rPr>
              <a:t>Cung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spc="60" dirty="0">
                <a:latin typeface="Tahoma"/>
                <a:cs typeface="Tahoma"/>
              </a:rPr>
              <a:t>c</a:t>
            </a:r>
            <a:r>
              <a:rPr sz="2950" spc="60" dirty="0">
                <a:latin typeface="Calibri"/>
                <a:cs typeface="Calibri"/>
              </a:rPr>
              <a:t>ấ</a:t>
            </a:r>
            <a:r>
              <a:rPr sz="2950" spc="60" dirty="0">
                <a:latin typeface="Tahoma"/>
                <a:cs typeface="Tahoma"/>
              </a:rPr>
              <a:t>p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cho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sinh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-30" dirty="0">
                <a:latin typeface="Tahoma"/>
                <a:cs typeface="Tahoma"/>
              </a:rPr>
              <a:t>viên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nh</a:t>
            </a:r>
            <a:r>
              <a:rPr sz="2950" spc="-20" dirty="0">
                <a:latin typeface="Calibri"/>
                <a:cs typeface="Calibri"/>
              </a:rPr>
              <a:t>ữ</a:t>
            </a:r>
            <a:r>
              <a:rPr sz="2950" spc="-20" dirty="0">
                <a:latin typeface="Tahoma"/>
                <a:cs typeface="Tahoma"/>
              </a:rPr>
              <a:t>ng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ki</a:t>
            </a:r>
            <a:r>
              <a:rPr sz="2950" spc="-10" dirty="0">
                <a:latin typeface="Calibri"/>
                <a:cs typeface="Calibri"/>
              </a:rPr>
              <a:t>ế</a:t>
            </a:r>
            <a:r>
              <a:rPr sz="2950" spc="-10" dirty="0">
                <a:latin typeface="Tahoma"/>
                <a:cs typeface="Tahoma"/>
              </a:rPr>
              <a:t>n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th</a:t>
            </a:r>
            <a:r>
              <a:rPr sz="2950" dirty="0">
                <a:latin typeface="Calibri"/>
                <a:cs typeface="Calibri"/>
              </a:rPr>
              <a:t>ứ</a:t>
            </a:r>
            <a:r>
              <a:rPr sz="2950" dirty="0">
                <a:latin typeface="Tahoma"/>
                <a:cs typeface="Tahoma"/>
              </a:rPr>
              <a:t>c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t</a:t>
            </a:r>
            <a:r>
              <a:rPr sz="2950" spc="-20" dirty="0">
                <a:latin typeface="Calibri"/>
                <a:cs typeface="Calibri"/>
              </a:rPr>
              <a:t>ổ</a:t>
            </a:r>
            <a:r>
              <a:rPr sz="2950" spc="-20" dirty="0">
                <a:latin typeface="Tahoma"/>
                <a:cs typeface="Tahoma"/>
              </a:rPr>
              <a:t>ng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quan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</a:t>
            </a:r>
            <a:r>
              <a:rPr sz="2950" dirty="0">
                <a:latin typeface="Calibri"/>
                <a:cs typeface="Calibri"/>
              </a:rPr>
              <a:t>ề</a:t>
            </a:r>
            <a:r>
              <a:rPr sz="2950" spc="114" dirty="0">
                <a:latin typeface="Calibri"/>
                <a:cs typeface="Calibri"/>
              </a:rPr>
              <a:t> </a:t>
            </a:r>
            <a:r>
              <a:rPr sz="2950" spc="-70" dirty="0">
                <a:latin typeface="Tahoma"/>
                <a:cs typeface="Tahoma"/>
              </a:rPr>
              <a:t>thi</a:t>
            </a:r>
            <a:r>
              <a:rPr sz="2950" spc="-70" dirty="0">
                <a:latin typeface="Calibri"/>
                <a:cs typeface="Calibri"/>
              </a:rPr>
              <a:t>ế</a:t>
            </a:r>
            <a:r>
              <a:rPr sz="2950" spc="-70" dirty="0">
                <a:latin typeface="Tahoma"/>
                <a:cs typeface="Tahoma"/>
              </a:rPr>
              <a:t>t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k</a:t>
            </a:r>
            <a:r>
              <a:rPr sz="2950" dirty="0">
                <a:latin typeface="Calibri"/>
                <a:cs typeface="Calibri"/>
              </a:rPr>
              <a:t>ế</a:t>
            </a:r>
            <a:r>
              <a:rPr sz="2950" spc="114" dirty="0">
                <a:latin typeface="Calibri"/>
                <a:cs typeface="Calibri"/>
              </a:rPr>
              <a:t> </a:t>
            </a:r>
            <a:r>
              <a:rPr sz="2950" dirty="0">
                <a:latin typeface="Tahoma"/>
                <a:cs typeface="Tahoma"/>
              </a:rPr>
              <a:t>xây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d</a:t>
            </a:r>
            <a:r>
              <a:rPr sz="2950" dirty="0">
                <a:latin typeface="Calibri"/>
                <a:cs typeface="Calibri"/>
              </a:rPr>
              <a:t>ự</a:t>
            </a:r>
            <a:r>
              <a:rPr sz="2950" dirty="0">
                <a:latin typeface="Tahoma"/>
                <a:cs typeface="Tahoma"/>
              </a:rPr>
              <a:t>ng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web</a:t>
            </a:r>
            <a:r>
              <a:rPr sz="2950" spc="-13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b</a:t>
            </a:r>
            <a:r>
              <a:rPr sz="2950" dirty="0">
                <a:latin typeface="Calibri"/>
                <a:cs typeface="Calibri"/>
              </a:rPr>
              <a:t>ằ</a:t>
            </a:r>
            <a:r>
              <a:rPr sz="2950" dirty="0">
                <a:latin typeface="Tahoma"/>
                <a:cs typeface="Tahoma"/>
              </a:rPr>
              <a:t>ng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50" dirty="0">
                <a:latin typeface="Tahoma"/>
                <a:cs typeface="Tahoma"/>
              </a:rPr>
              <a:t>HTML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và</a:t>
            </a:r>
            <a:r>
              <a:rPr sz="2950" spc="-130" dirty="0">
                <a:latin typeface="Tahoma"/>
                <a:cs typeface="Tahoma"/>
              </a:rPr>
              <a:t> </a:t>
            </a:r>
            <a:r>
              <a:rPr sz="2950" spc="140" dirty="0">
                <a:latin typeface="Tahoma"/>
                <a:cs typeface="Tahoma"/>
              </a:rPr>
              <a:t>CSS.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50" dirty="0">
                <a:latin typeface="Tahoma"/>
                <a:cs typeface="Tahoma"/>
              </a:rPr>
              <a:t>Cung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spc="35" dirty="0">
                <a:latin typeface="Tahoma"/>
                <a:cs typeface="Tahoma"/>
              </a:rPr>
              <a:t>c</a:t>
            </a:r>
            <a:r>
              <a:rPr sz="2950" spc="35" dirty="0">
                <a:latin typeface="Calibri"/>
                <a:cs typeface="Calibri"/>
              </a:rPr>
              <a:t>ấ</a:t>
            </a:r>
            <a:r>
              <a:rPr sz="2950" spc="35" dirty="0">
                <a:latin typeface="Tahoma"/>
                <a:cs typeface="Tahoma"/>
              </a:rPr>
              <a:t>p </a:t>
            </a:r>
            <a:r>
              <a:rPr sz="2950" spc="110" dirty="0">
                <a:latin typeface="Tahoma"/>
                <a:cs typeface="Tahoma"/>
              </a:rPr>
              <a:t>các</a:t>
            </a:r>
            <a:r>
              <a:rPr sz="2950" spc="-229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k</a:t>
            </a:r>
            <a:r>
              <a:rPr sz="2950" dirty="0">
                <a:latin typeface="Calibri"/>
                <a:cs typeface="Calibri"/>
              </a:rPr>
              <a:t>ỹ</a:t>
            </a:r>
            <a:r>
              <a:rPr sz="2950" spc="80" dirty="0">
                <a:latin typeface="Calibri"/>
                <a:cs typeface="Calibri"/>
              </a:rPr>
              <a:t> </a:t>
            </a:r>
            <a:r>
              <a:rPr sz="2950" spc="-20" dirty="0">
                <a:latin typeface="Tahoma"/>
                <a:cs typeface="Tahoma"/>
              </a:rPr>
              <a:t>năng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spc="105" dirty="0">
                <a:latin typeface="Tahoma"/>
                <a:cs typeface="Tahoma"/>
              </a:rPr>
              <a:t>cơ</a:t>
            </a:r>
            <a:r>
              <a:rPr sz="2950" spc="-19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b</a:t>
            </a:r>
            <a:r>
              <a:rPr sz="2950" dirty="0">
                <a:latin typeface="Calibri"/>
                <a:cs typeface="Calibri"/>
              </a:rPr>
              <a:t>ả</a:t>
            </a:r>
            <a:r>
              <a:rPr sz="2950" dirty="0">
                <a:latin typeface="Tahoma"/>
                <a:cs typeface="Tahoma"/>
              </a:rPr>
              <a:t>n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</a:t>
            </a:r>
            <a:r>
              <a:rPr sz="2950" dirty="0">
                <a:latin typeface="Calibri"/>
                <a:cs typeface="Calibri"/>
              </a:rPr>
              <a:t>ề</a:t>
            </a:r>
            <a:r>
              <a:rPr sz="2950" spc="80" dirty="0">
                <a:latin typeface="Calibri"/>
                <a:cs typeface="Calibri"/>
              </a:rPr>
              <a:t> </a:t>
            </a:r>
            <a:r>
              <a:rPr sz="2950" dirty="0">
                <a:latin typeface="Tahoma"/>
                <a:cs typeface="Tahoma"/>
              </a:rPr>
              <a:t>cài</a:t>
            </a:r>
            <a:r>
              <a:rPr sz="2950" spc="-190" dirty="0">
                <a:latin typeface="Tahoma"/>
                <a:cs typeface="Tahoma"/>
              </a:rPr>
              <a:t> </a:t>
            </a:r>
            <a:r>
              <a:rPr sz="2950" spc="-60" dirty="0">
                <a:latin typeface="Tahoma"/>
                <a:cs typeface="Tahoma"/>
              </a:rPr>
              <a:t>đ</a:t>
            </a:r>
            <a:r>
              <a:rPr sz="2950" spc="-60" dirty="0">
                <a:latin typeface="Calibri"/>
                <a:cs typeface="Calibri"/>
              </a:rPr>
              <a:t>ặ</a:t>
            </a:r>
            <a:r>
              <a:rPr sz="2950" spc="-60" dirty="0">
                <a:latin typeface="Tahoma"/>
                <a:cs typeface="Tahoma"/>
              </a:rPr>
              <a:t>t,</a:t>
            </a:r>
            <a:r>
              <a:rPr sz="2950" spc="-17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phân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tích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và</a:t>
            </a:r>
            <a:r>
              <a:rPr sz="2950" spc="-175" dirty="0">
                <a:latin typeface="Tahoma"/>
                <a:cs typeface="Tahoma"/>
              </a:rPr>
              <a:t> </a:t>
            </a:r>
            <a:r>
              <a:rPr sz="2950" spc="-30" dirty="0">
                <a:latin typeface="Tahoma"/>
                <a:cs typeface="Tahoma"/>
              </a:rPr>
              <a:t>phát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spc="-75" dirty="0">
                <a:latin typeface="Tahoma"/>
                <a:cs typeface="Tahoma"/>
              </a:rPr>
              <a:t>tri</a:t>
            </a:r>
            <a:r>
              <a:rPr sz="2950" spc="-75" dirty="0">
                <a:latin typeface="Calibri"/>
                <a:cs typeface="Calibri"/>
              </a:rPr>
              <a:t>ể</a:t>
            </a:r>
            <a:r>
              <a:rPr sz="2950" spc="-75" dirty="0">
                <a:latin typeface="Tahoma"/>
                <a:cs typeface="Tahoma"/>
              </a:rPr>
              <a:t>n</a:t>
            </a:r>
            <a:r>
              <a:rPr sz="2950" spc="-155" dirty="0">
                <a:latin typeface="Tahoma"/>
                <a:cs typeface="Tahoma"/>
              </a:rPr>
              <a:t> </a:t>
            </a:r>
            <a:r>
              <a:rPr sz="2950" dirty="0">
                <a:latin typeface="Calibri"/>
                <a:cs typeface="Calibri"/>
              </a:rPr>
              <a:t>ứ</a:t>
            </a:r>
            <a:r>
              <a:rPr sz="2950" dirty="0">
                <a:latin typeface="Tahoma"/>
                <a:cs typeface="Tahoma"/>
              </a:rPr>
              <a:t>ng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dụng</a:t>
            </a:r>
            <a:r>
              <a:rPr sz="2950" spc="-17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ph</a:t>
            </a:r>
            <a:r>
              <a:rPr sz="2950" spc="-20" dirty="0">
                <a:latin typeface="Calibri"/>
                <a:cs typeface="Calibri"/>
              </a:rPr>
              <a:t>ầ</a:t>
            </a:r>
            <a:r>
              <a:rPr sz="2950" spc="-20" dirty="0">
                <a:latin typeface="Tahoma"/>
                <a:cs typeface="Tahoma"/>
              </a:rPr>
              <a:t>n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m</a:t>
            </a:r>
            <a:r>
              <a:rPr sz="2950" spc="-20" dirty="0">
                <a:latin typeface="Calibri"/>
                <a:cs typeface="Calibri"/>
              </a:rPr>
              <a:t>ề</a:t>
            </a:r>
            <a:r>
              <a:rPr sz="2950" spc="-20" dirty="0">
                <a:latin typeface="Tahoma"/>
                <a:cs typeface="Tahoma"/>
              </a:rPr>
              <a:t>m.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5039360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endParaRPr spc="-2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15" dirty="0"/>
              <a:t>LỘ</a:t>
            </a:r>
            <a:r>
              <a:rPr spc="-585" dirty="0"/>
              <a:t> </a:t>
            </a:r>
            <a:r>
              <a:rPr spc="-365" dirty="0"/>
              <a:t>TRÌNH</a:t>
            </a:r>
            <a:r>
              <a:rPr spc="-580" dirty="0"/>
              <a:t> </a:t>
            </a:r>
            <a:r>
              <a:rPr spc="-140" dirty="0"/>
              <a:t>NGHỀ</a:t>
            </a:r>
            <a:r>
              <a:rPr spc="-585" dirty="0"/>
              <a:t> </a:t>
            </a:r>
            <a:r>
              <a:rPr spc="-229" dirty="0"/>
              <a:t>NGHIỆP</a:t>
            </a:r>
            <a:r>
              <a:rPr spc="-540" dirty="0"/>
              <a:t> </a:t>
            </a:r>
            <a:r>
              <a:rPr spc="-630" dirty="0"/>
              <a:t>–</a:t>
            </a:r>
            <a:r>
              <a:rPr spc="-570" dirty="0"/>
              <a:t> </a:t>
            </a:r>
            <a:r>
              <a:rPr spc="-295" dirty="0"/>
              <a:t>Ứng</a:t>
            </a:r>
            <a:r>
              <a:rPr spc="-580" dirty="0"/>
              <a:t> </a:t>
            </a:r>
            <a:r>
              <a:rPr spc="-280" dirty="0"/>
              <a:t>dụng</a:t>
            </a:r>
            <a:r>
              <a:rPr spc="-575" dirty="0"/>
              <a:t> </a:t>
            </a:r>
            <a:r>
              <a:rPr spc="-150" dirty="0"/>
              <a:t>thực</a:t>
            </a:r>
            <a:r>
              <a:rPr spc="-560" dirty="0"/>
              <a:t> </a:t>
            </a:r>
            <a:r>
              <a:rPr spc="-195" dirty="0"/>
              <a:t>tế</a:t>
            </a:r>
            <a:r>
              <a:rPr spc="-580" dirty="0"/>
              <a:t> </a:t>
            </a:r>
            <a:r>
              <a:rPr spc="-140" dirty="0"/>
              <a:t>sau</a:t>
            </a:r>
            <a:r>
              <a:rPr spc="-580" dirty="0"/>
              <a:t> </a:t>
            </a:r>
            <a:r>
              <a:rPr spc="-225" dirty="0"/>
              <a:t>môn</a:t>
            </a:r>
            <a:r>
              <a:rPr spc="-575" dirty="0"/>
              <a:t> </a:t>
            </a:r>
            <a:r>
              <a:rPr spc="-25" dirty="0"/>
              <a:t>học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1104" y="1359813"/>
            <a:ext cx="18609310" cy="8224520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226060" indent="-213360">
              <a:lnSpc>
                <a:spcPct val="100000"/>
              </a:lnSpc>
              <a:spcBef>
                <a:spcPts val="1895"/>
              </a:spcBef>
              <a:buSzPct val="41000"/>
              <a:buFont typeface="Calibri"/>
              <a:buChar char="▪"/>
              <a:tabLst>
                <a:tab pos="226060" algn="l"/>
              </a:tabLst>
            </a:pPr>
            <a:r>
              <a:rPr sz="2950" spc="-280" dirty="0">
                <a:latin typeface="Tahoma" charset="0"/>
                <a:cs typeface="Tahoma" charset="0"/>
              </a:rPr>
              <a:t>Công</a:t>
            </a:r>
            <a:r>
              <a:rPr sz="2950" spc="-270" dirty="0">
                <a:latin typeface="Tahoma" charset="0"/>
                <a:cs typeface="Tahoma" charset="0"/>
              </a:rPr>
              <a:t> </a:t>
            </a:r>
            <a:r>
              <a:rPr sz="2950" spc="-114" dirty="0">
                <a:latin typeface="Tahoma" charset="0"/>
                <a:cs typeface="Tahoma" charset="0"/>
              </a:rPr>
              <a:t>việc</a:t>
            </a:r>
            <a:r>
              <a:rPr sz="2950" spc="-245" dirty="0">
                <a:latin typeface="Tahoma" charset="0"/>
                <a:cs typeface="Tahoma" charset="0"/>
              </a:rPr>
              <a:t> </a:t>
            </a:r>
            <a:r>
              <a:rPr sz="2950" spc="-160" dirty="0">
                <a:latin typeface="Tahoma" charset="0"/>
                <a:cs typeface="Tahoma" charset="0"/>
              </a:rPr>
              <a:t>của</a:t>
            </a:r>
            <a:r>
              <a:rPr sz="2950" spc="-254" dirty="0">
                <a:latin typeface="Tahoma" charset="0"/>
                <a:cs typeface="Tahoma" charset="0"/>
              </a:rPr>
              <a:t> </a:t>
            </a:r>
            <a:r>
              <a:rPr sz="2950" spc="-165" dirty="0">
                <a:latin typeface="Tahoma" charset="0"/>
                <a:cs typeface="Tahoma" charset="0"/>
              </a:rPr>
              <a:t>Frontend</a:t>
            </a:r>
            <a:r>
              <a:rPr sz="2950" spc="-265" dirty="0">
                <a:latin typeface="Tahoma" charset="0"/>
                <a:cs typeface="Tahoma" charset="0"/>
              </a:rPr>
              <a:t> </a:t>
            </a:r>
            <a:r>
              <a:rPr sz="2950" spc="-60" dirty="0">
                <a:latin typeface="Tahoma" charset="0"/>
                <a:cs typeface="Tahoma" charset="0"/>
              </a:rPr>
              <a:t>Developer</a:t>
            </a:r>
            <a:endParaRPr sz="2950">
              <a:latin typeface="Tahoma" charset="0"/>
              <a:cs typeface="Tahoma" charset="0"/>
            </a:endParaRPr>
          </a:p>
          <a:p>
            <a:pPr marL="389255" marR="6985" lvl="1" indent="-125730">
              <a:lnSpc>
                <a:spcPts val="5340"/>
              </a:lnSpc>
              <a:spcBef>
                <a:spcPts val="480"/>
              </a:spcBef>
              <a:buSzPct val="41000"/>
              <a:buFont typeface="Calibri"/>
              <a:buChar char="▪"/>
              <a:tabLst>
                <a:tab pos="389255" algn="l"/>
              </a:tabLst>
            </a:pPr>
            <a:r>
              <a:rPr sz="2950" spc="-320" dirty="0">
                <a:latin typeface="Tahoma" charset="0"/>
                <a:cs typeface="Tahoma" charset="0"/>
              </a:rPr>
              <a:t>Có</a:t>
            </a:r>
            <a:r>
              <a:rPr sz="2950" spc="-225" dirty="0">
                <a:latin typeface="Tahoma" charset="0"/>
                <a:cs typeface="Tahoma" charset="0"/>
              </a:rPr>
              <a:t> </a:t>
            </a:r>
            <a:r>
              <a:rPr sz="2950" spc="-65" dirty="0">
                <a:latin typeface="Tahoma" charset="0"/>
                <a:cs typeface="Tahoma" charset="0"/>
              </a:rPr>
              <a:t>trách</a:t>
            </a:r>
            <a:r>
              <a:rPr sz="2950" spc="-185" dirty="0">
                <a:latin typeface="Tahoma" charset="0"/>
                <a:cs typeface="Tahoma" charset="0"/>
              </a:rPr>
              <a:t> </a:t>
            </a:r>
            <a:r>
              <a:rPr sz="2950" spc="-120" dirty="0">
                <a:latin typeface="Tahoma" charset="0"/>
                <a:cs typeface="Tahoma" charset="0"/>
              </a:rPr>
              <a:t>nhiệm</a:t>
            </a:r>
            <a:r>
              <a:rPr sz="2950" spc="-330" dirty="0">
                <a:latin typeface="Tahoma" charset="0"/>
                <a:cs typeface="Tahoma" charset="0"/>
              </a:rPr>
              <a:t> </a:t>
            </a:r>
            <a:r>
              <a:rPr sz="2950" spc="-90" dirty="0">
                <a:latin typeface="Tahoma" charset="0"/>
                <a:cs typeface="Tahoma" charset="0"/>
              </a:rPr>
              <a:t>tham</a:t>
            </a:r>
            <a:r>
              <a:rPr sz="2950" spc="-360" dirty="0">
                <a:latin typeface="Tahoma" charset="0"/>
                <a:cs typeface="Tahoma" charset="0"/>
              </a:rPr>
              <a:t> </a:t>
            </a:r>
            <a:r>
              <a:rPr sz="2950" spc="-114" dirty="0">
                <a:latin typeface="Tahoma" charset="0"/>
                <a:cs typeface="Tahoma" charset="0"/>
              </a:rPr>
              <a:t>gia</a:t>
            </a:r>
            <a:r>
              <a:rPr sz="2950" spc="-165" dirty="0">
                <a:latin typeface="Tahoma" charset="0"/>
                <a:cs typeface="Tahoma" charset="0"/>
              </a:rPr>
              <a:t> vào</a:t>
            </a:r>
            <a:r>
              <a:rPr sz="2950" spc="-210" dirty="0">
                <a:latin typeface="Tahoma" charset="0"/>
                <a:cs typeface="Tahoma" charset="0"/>
              </a:rPr>
              <a:t> </a:t>
            </a:r>
            <a:r>
              <a:rPr sz="2950" spc="-155" dirty="0">
                <a:latin typeface="Tahoma" charset="0"/>
                <a:cs typeface="Tahoma" charset="0"/>
              </a:rPr>
              <a:t>các</a:t>
            </a:r>
            <a:r>
              <a:rPr sz="2950" spc="-165" dirty="0">
                <a:latin typeface="Tahoma" charset="0"/>
                <a:cs typeface="Tahoma" charset="0"/>
              </a:rPr>
              <a:t> </a:t>
            </a:r>
            <a:r>
              <a:rPr sz="2950" spc="-40" dirty="0">
                <a:latin typeface="Tahoma" charset="0"/>
                <a:cs typeface="Tahoma" charset="0"/>
              </a:rPr>
              <a:t>dự</a:t>
            </a:r>
            <a:r>
              <a:rPr sz="2950" spc="-235" dirty="0">
                <a:latin typeface="Tahoma" charset="0"/>
                <a:cs typeface="Tahoma" charset="0"/>
              </a:rPr>
              <a:t> </a:t>
            </a:r>
            <a:r>
              <a:rPr sz="2950" spc="-190" dirty="0">
                <a:latin typeface="Tahoma" charset="0"/>
                <a:cs typeface="Tahoma" charset="0"/>
              </a:rPr>
              <a:t>quản</a:t>
            </a:r>
            <a:r>
              <a:rPr sz="2950" spc="-155" dirty="0">
                <a:latin typeface="Tahoma" charset="0"/>
                <a:cs typeface="Tahoma" charset="0"/>
              </a:rPr>
              <a:t> </a:t>
            </a:r>
            <a:r>
              <a:rPr sz="2950" spc="-45" dirty="0">
                <a:latin typeface="Tahoma" charset="0"/>
                <a:cs typeface="Tahoma" charset="0"/>
              </a:rPr>
              <a:t>liên</a:t>
            </a:r>
            <a:r>
              <a:rPr sz="2950" spc="-204" dirty="0">
                <a:latin typeface="Tahoma" charset="0"/>
                <a:cs typeface="Tahoma" charset="0"/>
              </a:rPr>
              <a:t> </a:t>
            </a:r>
            <a:r>
              <a:rPr sz="2950" spc="-190" dirty="0">
                <a:latin typeface="Tahoma" charset="0"/>
                <a:cs typeface="Tahoma" charset="0"/>
              </a:rPr>
              <a:t>quan</a:t>
            </a:r>
            <a:r>
              <a:rPr sz="2950" spc="-165" dirty="0">
                <a:latin typeface="Tahoma" charset="0"/>
                <a:cs typeface="Tahoma" charset="0"/>
              </a:rPr>
              <a:t> </a:t>
            </a:r>
            <a:r>
              <a:rPr sz="2950" spc="-180" dirty="0">
                <a:latin typeface="Tahoma" charset="0"/>
                <a:cs typeface="Tahoma" charset="0"/>
              </a:rPr>
              <a:t>đến</a:t>
            </a:r>
            <a:r>
              <a:rPr sz="2950" spc="-195" dirty="0">
                <a:latin typeface="Tahoma" charset="0"/>
                <a:cs typeface="Tahoma" charset="0"/>
              </a:rPr>
              <a:t> </a:t>
            </a:r>
            <a:r>
              <a:rPr sz="2950" spc="-210" dirty="0">
                <a:latin typeface="Tahoma" charset="0"/>
                <a:cs typeface="Tahoma" charset="0"/>
              </a:rPr>
              <a:t>web,</a:t>
            </a:r>
            <a:r>
              <a:rPr sz="2950" spc="-65" dirty="0">
                <a:latin typeface="Tahoma" charset="0"/>
                <a:cs typeface="Tahoma" charset="0"/>
              </a:rPr>
              <a:t> </a:t>
            </a:r>
            <a:r>
              <a:rPr sz="2950" spc="-135" dirty="0">
                <a:latin typeface="Tahoma" charset="0"/>
                <a:cs typeface="Tahoma" charset="0"/>
              </a:rPr>
              <a:t>và</a:t>
            </a:r>
            <a:r>
              <a:rPr sz="2950" spc="-150" dirty="0">
                <a:latin typeface="Tahoma" charset="0"/>
                <a:cs typeface="Tahoma" charset="0"/>
              </a:rPr>
              <a:t> </a:t>
            </a:r>
            <a:r>
              <a:rPr sz="2950" spc="-135" dirty="0">
                <a:latin typeface="Tahoma" charset="0"/>
                <a:cs typeface="Tahoma" charset="0"/>
              </a:rPr>
              <a:t>xây</a:t>
            </a:r>
            <a:r>
              <a:rPr sz="2950" spc="-185" dirty="0">
                <a:latin typeface="Tahoma" charset="0"/>
                <a:cs typeface="Tahoma" charset="0"/>
              </a:rPr>
              <a:t> </a:t>
            </a:r>
            <a:r>
              <a:rPr sz="2950" spc="-150" dirty="0">
                <a:latin typeface="Tahoma" charset="0"/>
                <a:cs typeface="Tahoma" charset="0"/>
              </a:rPr>
              <a:t>dựng</a:t>
            </a:r>
            <a:r>
              <a:rPr sz="2950" spc="-180" dirty="0">
                <a:latin typeface="Tahoma" charset="0"/>
                <a:cs typeface="Tahoma" charset="0"/>
              </a:rPr>
              <a:t> </a:t>
            </a:r>
            <a:r>
              <a:rPr sz="2950" spc="-155" dirty="0">
                <a:latin typeface="Tahoma" charset="0"/>
                <a:cs typeface="Tahoma" charset="0"/>
              </a:rPr>
              <a:t>các</a:t>
            </a:r>
            <a:r>
              <a:rPr sz="2950" spc="-170" dirty="0">
                <a:latin typeface="Tahoma" charset="0"/>
                <a:cs typeface="Tahoma" charset="0"/>
              </a:rPr>
              <a:t> </a:t>
            </a:r>
            <a:r>
              <a:rPr sz="2950" spc="-114" dirty="0">
                <a:latin typeface="Tahoma" charset="0"/>
                <a:cs typeface="Tahoma" charset="0"/>
              </a:rPr>
              <a:t>chức</a:t>
            </a:r>
            <a:r>
              <a:rPr sz="2950" spc="-170" dirty="0">
                <a:latin typeface="Tahoma" charset="0"/>
                <a:cs typeface="Tahoma" charset="0"/>
              </a:rPr>
              <a:t> </a:t>
            </a:r>
            <a:r>
              <a:rPr sz="2950" spc="-180" dirty="0">
                <a:latin typeface="Tahoma" charset="0"/>
                <a:cs typeface="Tahoma" charset="0"/>
              </a:rPr>
              <a:t>năng </a:t>
            </a:r>
            <a:r>
              <a:rPr sz="2950" spc="-45" dirty="0">
                <a:latin typeface="Tahoma" charset="0"/>
                <a:cs typeface="Tahoma" charset="0"/>
              </a:rPr>
              <a:t>liên</a:t>
            </a:r>
            <a:r>
              <a:rPr sz="2950" spc="-210" dirty="0">
                <a:latin typeface="Tahoma" charset="0"/>
                <a:cs typeface="Tahoma" charset="0"/>
              </a:rPr>
              <a:t> </a:t>
            </a:r>
            <a:r>
              <a:rPr sz="2950" spc="-190" dirty="0">
                <a:latin typeface="Tahoma" charset="0"/>
                <a:cs typeface="Tahoma" charset="0"/>
              </a:rPr>
              <a:t>quan</a:t>
            </a:r>
            <a:r>
              <a:rPr sz="2950" spc="-165" dirty="0">
                <a:latin typeface="Tahoma" charset="0"/>
                <a:cs typeface="Tahoma" charset="0"/>
              </a:rPr>
              <a:t> </a:t>
            </a:r>
            <a:r>
              <a:rPr sz="2950" spc="-180" dirty="0">
                <a:latin typeface="Tahoma" charset="0"/>
                <a:cs typeface="Tahoma" charset="0"/>
              </a:rPr>
              <a:t>đến</a:t>
            </a:r>
            <a:r>
              <a:rPr sz="2950" spc="-195" dirty="0">
                <a:latin typeface="Tahoma" charset="0"/>
                <a:cs typeface="Tahoma" charset="0"/>
              </a:rPr>
              <a:t> </a:t>
            </a:r>
            <a:r>
              <a:rPr sz="2950" spc="-175" dirty="0">
                <a:latin typeface="Tahoma" charset="0"/>
                <a:cs typeface="Tahoma" charset="0"/>
              </a:rPr>
              <a:t>phần</a:t>
            </a:r>
            <a:r>
              <a:rPr sz="2950" spc="-165" dirty="0">
                <a:latin typeface="Tahoma" charset="0"/>
                <a:cs typeface="Tahoma" charset="0"/>
              </a:rPr>
              <a:t> </a:t>
            </a:r>
            <a:r>
              <a:rPr sz="2950" spc="-30" dirty="0">
                <a:latin typeface="Tahoma" charset="0"/>
                <a:cs typeface="Tahoma" charset="0"/>
              </a:rPr>
              <a:t>front</a:t>
            </a:r>
            <a:r>
              <a:rPr sz="2950" spc="-65" dirty="0">
                <a:latin typeface="Tahoma" charset="0"/>
                <a:cs typeface="Tahoma" charset="0"/>
              </a:rPr>
              <a:t> </a:t>
            </a:r>
            <a:r>
              <a:rPr sz="2950" spc="-180" dirty="0">
                <a:latin typeface="Tahoma" charset="0"/>
                <a:cs typeface="Tahoma" charset="0"/>
              </a:rPr>
              <a:t>end</a:t>
            </a:r>
            <a:r>
              <a:rPr sz="2950" spc="-185" dirty="0">
                <a:latin typeface="Tahoma" charset="0"/>
                <a:cs typeface="Tahoma" charset="0"/>
              </a:rPr>
              <a:t> </a:t>
            </a:r>
            <a:r>
              <a:rPr sz="2950" spc="-25" dirty="0">
                <a:latin typeface="Tahoma" charset="0"/>
                <a:cs typeface="Tahoma" charset="0"/>
              </a:rPr>
              <a:t>của </a:t>
            </a:r>
            <a:r>
              <a:rPr sz="2950" spc="-170" dirty="0">
                <a:latin typeface="Tahoma" charset="0"/>
                <a:cs typeface="Tahoma" charset="0"/>
              </a:rPr>
              <a:t>website,</a:t>
            </a:r>
            <a:r>
              <a:rPr sz="2950" spc="-65" dirty="0">
                <a:latin typeface="Tahoma" charset="0"/>
                <a:cs typeface="Tahoma" charset="0"/>
              </a:rPr>
              <a:t> </a:t>
            </a:r>
            <a:r>
              <a:rPr sz="2950" spc="-150" dirty="0">
                <a:latin typeface="Tahoma" charset="0"/>
                <a:cs typeface="Tahoma" charset="0"/>
              </a:rPr>
              <a:t>web</a:t>
            </a:r>
            <a:r>
              <a:rPr sz="2950" spc="-275" dirty="0">
                <a:latin typeface="Tahoma" charset="0"/>
                <a:cs typeface="Tahoma" charset="0"/>
              </a:rPr>
              <a:t> </a:t>
            </a:r>
            <a:r>
              <a:rPr sz="2950" spc="-60" dirty="0">
                <a:latin typeface="Tahoma" charset="0"/>
                <a:cs typeface="Tahoma" charset="0"/>
              </a:rPr>
              <a:t>application.</a:t>
            </a:r>
            <a:endParaRPr sz="2950">
              <a:latin typeface="Tahoma" charset="0"/>
              <a:cs typeface="Tahoma" charset="0"/>
            </a:endParaRPr>
          </a:p>
          <a:p>
            <a:pPr marL="389255" lvl="1" indent="-125730">
              <a:lnSpc>
                <a:spcPct val="100000"/>
              </a:lnSpc>
              <a:spcBef>
                <a:spcPts val="1330"/>
              </a:spcBef>
              <a:buSzPct val="41000"/>
              <a:buFont typeface="Calibri"/>
              <a:buChar char="▪"/>
              <a:tabLst>
                <a:tab pos="389255" algn="l"/>
              </a:tabLst>
            </a:pPr>
            <a:r>
              <a:rPr sz="2950" spc="-195" dirty="0">
                <a:latin typeface="Tahoma" charset="0"/>
                <a:cs typeface="Tahoma" charset="0"/>
              </a:rPr>
              <a:t>Thiết</a:t>
            </a:r>
            <a:r>
              <a:rPr sz="2950" spc="-160" dirty="0">
                <a:latin typeface="Tahoma" charset="0"/>
                <a:cs typeface="Tahoma" charset="0"/>
              </a:rPr>
              <a:t> </a:t>
            </a:r>
            <a:r>
              <a:rPr sz="2950" spc="-100" dirty="0">
                <a:latin typeface="Tahoma" charset="0"/>
                <a:cs typeface="Tahoma" charset="0"/>
              </a:rPr>
              <a:t>kế</a:t>
            </a:r>
            <a:r>
              <a:rPr sz="2950" spc="-250" dirty="0">
                <a:latin typeface="Tahoma" charset="0"/>
                <a:cs typeface="Tahoma" charset="0"/>
              </a:rPr>
              <a:t> </a:t>
            </a:r>
            <a:r>
              <a:rPr sz="2950" spc="-145" dirty="0">
                <a:latin typeface="Tahoma" charset="0"/>
                <a:cs typeface="Tahoma" charset="0"/>
              </a:rPr>
              <a:t>giao</a:t>
            </a:r>
            <a:r>
              <a:rPr sz="2950" spc="-305" dirty="0">
                <a:latin typeface="Tahoma" charset="0"/>
                <a:cs typeface="Tahoma" charset="0"/>
              </a:rPr>
              <a:t> </a:t>
            </a:r>
            <a:r>
              <a:rPr sz="2950" spc="-135" dirty="0">
                <a:latin typeface="Tahoma" charset="0"/>
                <a:cs typeface="Tahoma" charset="0"/>
              </a:rPr>
              <a:t>diện</a:t>
            </a:r>
            <a:r>
              <a:rPr sz="2950" spc="-295" dirty="0">
                <a:latin typeface="Tahoma" charset="0"/>
                <a:cs typeface="Tahoma" charset="0"/>
              </a:rPr>
              <a:t> </a:t>
            </a:r>
            <a:r>
              <a:rPr sz="2950" spc="-140" dirty="0">
                <a:latin typeface="Tahoma" charset="0"/>
                <a:cs typeface="Tahoma" charset="0"/>
              </a:rPr>
              <a:t>website</a:t>
            </a:r>
            <a:r>
              <a:rPr sz="2950" spc="-215" dirty="0">
                <a:latin typeface="Tahoma" charset="0"/>
                <a:cs typeface="Tahoma" charset="0"/>
              </a:rPr>
              <a:t> </a:t>
            </a:r>
            <a:r>
              <a:rPr sz="2950" spc="-135" dirty="0">
                <a:latin typeface="Tahoma" charset="0"/>
                <a:cs typeface="Tahoma" charset="0"/>
              </a:rPr>
              <a:t>dựa</a:t>
            </a:r>
            <a:r>
              <a:rPr sz="2950" spc="-250" dirty="0">
                <a:latin typeface="Tahoma" charset="0"/>
                <a:cs typeface="Tahoma" charset="0"/>
              </a:rPr>
              <a:t> </a:t>
            </a:r>
            <a:r>
              <a:rPr sz="2950" spc="-30" dirty="0">
                <a:latin typeface="Tahoma" charset="0"/>
                <a:cs typeface="Tahoma" charset="0"/>
              </a:rPr>
              <a:t>trên</a:t>
            </a:r>
            <a:r>
              <a:rPr sz="2950" spc="-280" dirty="0">
                <a:latin typeface="Tahoma" charset="0"/>
                <a:cs typeface="Tahoma" charset="0"/>
              </a:rPr>
              <a:t> </a:t>
            </a:r>
            <a:r>
              <a:rPr sz="2950" spc="-165" dirty="0">
                <a:latin typeface="Tahoma" charset="0"/>
                <a:cs typeface="Tahoma" charset="0"/>
              </a:rPr>
              <a:t>yêu</a:t>
            </a:r>
            <a:r>
              <a:rPr sz="2950" spc="-285" dirty="0">
                <a:latin typeface="Tahoma" charset="0"/>
                <a:cs typeface="Tahoma" charset="0"/>
              </a:rPr>
              <a:t> </a:t>
            </a:r>
            <a:r>
              <a:rPr sz="2950" spc="-150" dirty="0">
                <a:latin typeface="Tahoma" charset="0"/>
                <a:cs typeface="Tahoma" charset="0"/>
              </a:rPr>
              <a:t>cầu</a:t>
            </a:r>
            <a:r>
              <a:rPr sz="2950" spc="-280" dirty="0">
                <a:latin typeface="Tahoma" charset="0"/>
                <a:cs typeface="Tahoma" charset="0"/>
              </a:rPr>
              <a:t> </a:t>
            </a:r>
            <a:r>
              <a:rPr sz="2950" spc="-165" dirty="0">
                <a:latin typeface="Tahoma" charset="0"/>
                <a:cs typeface="Tahoma" charset="0"/>
              </a:rPr>
              <a:t>của</a:t>
            </a:r>
            <a:r>
              <a:rPr sz="2950" spc="-250" dirty="0">
                <a:latin typeface="Tahoma" charset="0"/>
                <a:cs typeface="Tahoma" charset="0"/>
              </a:rPr>
              <a:t> </a:t>
            </a:r>
            <a:r>
              <a:rPr sz="2950" spc="-150" dirty="0">
                <a:latin typeface="Tahoma" charset="0"/>
                <a:cs typeface="Tahoma" charset="0"/>
              </a:rPr>
              <a:t>khách</a:t>
            </a:r>
            <a:r>
              <a:rPr sz="2950" spc="-320" dirty="0">
                <a:latin typeface="Tahoma" charset="0"/>
                <a:cs typeface="Tahoma" charset="0"/>
              </a:rPr>
              <a:t> </a:t>
            </a:r>
            <a:r>
              <a:rPr sz="2950" spc="-180" dirty="0">
                <a:latin typeface="Tahoma" charset="0"/>
                <a:cs typeface="Tahoma" charset="0"/>
              </a:rPr>
              <a:t>hàng</a:t>
            </a:r>
            <a:r>
              <a:rPr sz="2950" spc="-260" dirty="0">
                <a:latin typeface="Tahoma" charset="0"/>
                <a:cs typeface="Tahoma" charset="0"/>
              </a:rPr>
              <a:t> </a:t>
            </a:r>
            <a:r>
              <a:rPr sz="2950" spc="-195" dirty="0">
                <a:latin typeface="Tahoma" charset="0"/>
                <a:cs typeface="Tahoma" charset="0"/>
              </a:rPr>
              <a:t>bằng</a:t>
            </a:r>
            <a:r>
              <a:rPr sz="2950" spc="-270" dirty="0">
                <a:latin typeface="Tahoma" charset="0"/>
                <a:cs typeface="Tahoma" charset="0"/>
              </a:rPr>
              <a:t> </a:t>
            </a:r>
            <a:r>
              <a:rPr sz="2950" spc="-185" dirty="0">
                <a:latin typeface="Tahoma" charset="0"/>
                <a:cs typeface="Tahoma" charset="0"/>
              </a:rPr>
              <a:t>ngôn</a:t>
            </a:r>
            <a:r>
              <a:rPr sz="2950" spc="-280" dirty="0">
                <a:latin typeface="Tahoma" charset="0"/>
                <a:cs typeface="Tahoma" charset="0"/>
              </a:rPr>
              <a:t> </a:t>
            </a:r>
            <a:r>
              <a:rPr sz="2950" spc="-90" dirty="0">
                <a:latin typeface="Tahoma" charset="0"/>
                <a:cs typeface="Tahoma" charset="0"/>
              </a:rPr>
              <a:t>ngữ</a:t>
            </a:r>
            <a:r>
              <a:rPr sz="2950" spc="-330" dirty="0">
                <a:latin typeface="Tahoma" charset="0"/>
                <a:cs typeface="Tahoma" charset="0"/>
              </a:rPr>
              <a:t> </a:t>
            </a:r>
            <a:r>
              <a:rPr sz="2950" spc="-80" dirty="0">
                <a:latin typeface="Tahoma" charset="0"/>
                <a:cs typeface="Tahoma" charset="0"/>
              </a:rPr>
              <a:t>lập</a:t>
            </a:r>
            <a:r>
              <a:rPr sz="2950" spc="-250" dirty="0">
                <a:latin typeface="Tahoma" charset="0"/>
                <a:cs typeface="Tahoma" charset="0"/>
              </a:rPr>
              <a:t> </a:t>
            </a:r>
            <a:r>
              <a:rPr sz="2950" spc="-10" dirty="0">
                <a:latin typeface="Tahoma" charset="0"/>
                <a:cs typeface="Tahoma" charset="0"/>
              </a:rPr>
              <a:t>trình</a:t>
            </a:r>
            <a:r>
              <a:rPr sz="2950" spc="-275" dirty="0">
                <a:latin typeface="Tahoma" charset="0"/>
                <a:cs typeface="Tahoma" charset="0"/>
              </a:rPr>
              <a:t> </a:t>
            </a:r>
            <a:r>
              <a:rPr sz="2950" spc="-360" dirty="0">
                <a:latin typeface="Tahoma" charset="0"/>
                <a:cs typeface="Tahoma" charset="0"/>
              </a:rPr>
              <a:t>HTML/CSS</a:t>
            </a:r>
            <a:r>
              <a:rPr sz="2950" spc="-375" dirty="0">
                <a:latin typeface="Tahoma" charset="0"/>
                <a:cs typeface="Tahoma" charset="0"/>
              </a:rPr>
              <a:t> </a:t>
            </a:r>
            <a:r>
              <a:rPr sz="2950" spc="-145" dirty="0">
                <a:latin typeface="Tahoma" charset="0"/>
                <a:cs typeface="Tahoma" charset="0"/>
              </a:rPr>
              <a:t>hay</a:t>
            </a:r>
            <a:r>
              <a:rPr sz="2950" spc="-290" dirty="0">
                <a:latin typeface="Tahoma" charset="0"/>
                <a:cs typeface="Tahoma" charset="0"/>
              </a:rPr>
              <a:t> </a:t>
            </a:r>
            <a:r>
              <a:rPr sz="2950" spc="-10" dirty="0">
                <a:latin typeface="Tahoma" charset="0"/>
                <a:cs typeface="Tahoma" charset="0"/>
              </a:rPr>
              <a:t>Javascript.</a:t>
            </a:r>
            <a:endParaRPr sz="2950">
              <a:latin typeface="Tahoma" charset="0"/>
              <a:cs typeface="Tahoma" charset="0"/>
            </a:endParaRPr>
          </a:p>
          <a:p>
            <a:pPr marL="389255" lvl="1" indent="-125730">
              <a:lnSpc>
                <a:spcPct val="100000"/>
              </a:lnSpc>
              <a:spcBef>
                <a:spcPts val="1805"/>
              </a:spcBef>
              <a:buSzPct val="41000"/>
              <a:buFont typeface="Calibri"/>
              <a:buChar char="▪"/>
              <a:tabLst>
                <a:tab pos="389255" algn="l"/>
              </a:tabLst>
            </a:pPr>
            <a:r>
              <a:rPr sz="2950" spc="-210" dirty="0">
                <a:latin typeface="Tahoma" charset="0"/>
                <a:cs typeface="Tahoma" charset="0"/>
              </a:rPr>
              <a:t>Phối</a:t>
            </a:r>
            <a:r>
              <a:rPr sz="2950" spc="-130" dirty="0">
                <a:latin typeface="Tahoma" charset="0"/>
                <a:cs typeface="Tahoma" charset="0"/>
              </a:rPr>
              <a:t> </a:t>
            </a:r>
            <a:r>
              <a:rPr sz="2950" spc="-165" dirty="0">
                <a:latin typeface="Tahoma" charset="0"/>
                <a:cs typeface="Tahoma" charset="0"/>
              </a:rPr>
              <a:t>hợp</a:t>
            </a:r>
            <a:r>
              <a:rPr sz="2950" spc="-260" dirty="0">
                <a:latin typeface="Tahoma" charset="0"/>
                <a:cs typeface="Tahoma" charset="0"/>
              </a:rPr>
              <a:t> </a:t>
            </a:r>
            <a:r>
              <a:rPr sz="2950" spc="-114" dirty="0">
                <a:latin typeface="Tahoma" charset="0"/>
                <a:cs typeface="Tahoma" charset="0"/>
              </a:rPr>
              <a:t>với</a:t>
            </a:r>
            <a:r>
              <a:rPr sz="2950" spc="-135" dirty="0">
                <a:latin typeface="Tahoma" charset="0"/>
                <a:cs typeface="Tahoma" charset="0"/>
              </a:rPr>
              <a:t> </a:t>
            </a:r>
            <a:r>
              <a:rPr sz="2950" spc="-160" dirty="0">
                <a:latin typeface="Tahoma" charset="0"/>
                <a:cs typeface="Tahoma" charset="0"/>
              </a:rPr>
              <a:t>các</a:t>
            </a:r>
            <a:r>
              <a:rPr sz="2950" spc="-254" dirty="0">
                <a:latin typeface="Tahoma" charset="0"/>
                <a:cs typeface="Tahoma" charset="0"/>
              </a:rPr>
              <a:t> </a:t>
            </a:r>
            <a:r>
              <a:rPr sz="2950" spc="-145" dirty="0">
                <a:latin typeface="Tahoma" charset="0"/>
                <a:cs typeface="Tahoma" charset="0"/>
              </a:rPr>
              <a:t>bộ</a:t>
            </a:r>
            <a:r>
              <a:rPr sz="2950" spc="-315" dirty="0">
                <a:latin typeface="Tahoma" charset="0"/>
                <a:cs typeface="Tahoma" charset="0"/>
              </a:rPr>
              <a:t> </a:t>
            </a:r>
            <a:r>
              <a:rPr sz="2950" spc="-180" dirty="0">
                <a:latin typeface="Tahoma" charset="0"/>
                <a:cs typeface="Tahoma" charset="0"/>
              </a:rPr>
              <a:t>phận</a:t>
            </a:r>
            <a:r>
              <a:rPr sz="2950" spc="-245" dirty="0">
                <a:latin typeface="Tahoma" charset="0"/>
                <a:cs typeface="Tahoma" charset="0"/>
              </a:rPr>
              <a:t> </a:t>
            </a:r>
            <a:r>
              <a:rPr sz="2950" spc="-45" dirty="0">
                <a:latin typeface="Tahoma" charset="0"/>
                <a:cs typeface="Tahoma" charset="0"/>
              </a:rPr>
              <a:t>liên</a:t>
            </a:r>
            <a:r>
              <a:rPr sz="2950" spc="-290" dirty="0">
                <a:latin typeface="Tahoma" charset="0"/>
                <a:cs typeface="Tahoma" charset="0"/>
              </a:rPr>
              <a:t> </a:t>
            </a:r>
            <a:r>
              <a:rPr sz="2950" spc="-195" dirty="0">
                <a:latin typeface="Tahoma" charset="0"/>
                <a:cs typeface="Tahoma" charset="0"/>
              </a:rPr>
              <a:t>quan</a:t>
            </a:r>
            <a:r>
              <a:rPr sz="2950" spc="-229" dirty="0">
                <a:latin typeface="Tahoma" charset="0"/>
                <a:cs typeface="Tahoma" charset="0"/>
              </a:rPr>
              <a:t> </a:t>
            </a:r>
            <a:r>
              <a:rPr sz="2950" spc="-70" dirty="0">
                <a:latin typeface="Tahoma" charset="0"/>
                <a:cs typeface="Tahoma" charset="0"/>
              </a:rPr>
              <a:t>như</a:t>
            </a:r>
            <a:r>
              <a:rPr sz="2950" spc="-320" dirty="0">
                <a:latin typeface="Tahoma" charset="0"/>
                <a:cs typeface="Tahoma" charset="0"/>
              </a:rPr>
              <a:t> </a:t>
            </a:r>
            <a:r>
              <a:rPr sz="2950" spc="-110" dirty="0">
                <a:latin typeface="Tahoma" charset="0"/>
                <a:cs typeface="Tahoma" charset="0"/>
              </a:rPr>
              <a:t>back-</a:t>
            </a:r>
            <a:r>
              <a:rPr sz="2950" spc="-170" dirty="0">
                <a:latin typeface="Tahoma" charset="0"/>
                <a:cs typeface="Tahoma" charset="0"/>
              </a:rPr>
              <a:t>end</a:t>
            </a:r>
            <a:r>
              <a:rPr sz="2950" spc="-285" dirty="0">
                <a:latin typeface="Tahoma" charset="0"/>
                <a:cs typeface="Tahoma" charset="0"/>
              </a:rPr>
              <a:t> </a:t>
            </a:r>
            <a:r>
              <a:rPr sz="2950" spc="-155" dirty="0">
                <a:latin typeface="Tahoma" charset="0"/>
                <a:cs typeface="Tahoma" charset="0"/>
              </a:rPr>
              <a:t>developers</a:t>
            </a:r>
            <a:r>
              <a:rPr sz="2950" spc="-295" dirty="0">
                <a:latin typeface="Tahoma" charset="0"/>
                <a:cs typeface="Tahoma" charset="0"/>
              </a:rPr>
              <a:t> </a:t>
            </a:r>
            <a:r>
              <a:rPr sz="2950" spc="-130" dirty="0">
                <a:latin typeface="Tahoma" charset="0"/>
                <a:cs typeface="Tahoma" charset="0"/>
              </a:rPr>
              <a:t>và</a:t>
            </a:r>
            <a:r>
              <a:rPr sz="2950" spc="-235" dirty="0">
                <a:latin typeface="Tahoma" charset="0"/>
                <a:cs typeface="Tahoma" charset="0"/>
              </a:rPr>
              <a:t> </a:t>
            </a:r>
            <a:r>
              <a:rPr sz="2950" spc="-150" dirty="0">
                <a:latin typeface="Tahoma" charset="0"/>
                <a:cs typeface="Tahoma" charset="0"/>
              </a:rPr>
              <a:t>web</a:t>
            </a:r>
            <a:r>
              <a:rPr sz="2950" spc="-280" dirty="0">
                <a:latin typeface="Tahoma" charset="0"/>
                <a:cs typeface="Tahoma" charset="0"/>
              </a:rPr>
              <a:t> </a:t>
            </a:r>
            <a:r>
              <a:rPr sz="2950" spc="-160" dirty="0">
                <a:latin typeface="Tahoma" charset="0"/>
                <a:cs typeface="Tahoma" charset="0"/>
              </a:rPr>
              <a:t>designers</a:t>
            </a:r>
            <a:r>
              <a:rPr sz="2950" spc="-235" dirty="0">
                <a:latin typeface="Tahoma" charset="0"/>
                <a:cs typeface="Tahoma" charset="0"/>
              </a:rPr>
              <a:t> </a:t>
            </a:r>
            <a:r>
              <a:rPr sz="2950" spc="-165" dirty="0">
                <a:latin typeface="Tahoma" charset="0"/>
                <a:cs typeface="Tahoma" charset="0"/>
              </a:rPr>
              <a:t>để</a:t>
            </a:r>
            <a:r>
              <a:rPr sz="2950" spc="-270" dirty="0">
                <a:latin typeface="Tahoma" charset="0"/>
                <a:cs typeface="Tahoma" charset="0"/>
              </a:rPr>
              <a:t> </a:t>
            </a:r>
            <a:r>
              <a:rPr sz="2950" spc="-130" dirty="0">
                <a:latin typeface="Tahoma" charset="0"/>
                <a:cs typeface="Tahoma" charset="0"/>
              </a:rPr>
              <a:t>cải </a:t>
            </a:r>
            <a:r>
              <a:rPr sz="2950" spc="-90" dirty="0">
                <a:latin typeface="Tahoma" charset="0"/>
                <a:cs typeface="Tahoma" charset="0"/>
              </a:rPr>
              <a:t>thiện</a:t>
            </a:r>
            <a:r>
              <a:rPr sz="2950" spc="-275" dirty="0">
                <a:latin typeface="Tahoma" charset="0"/>
                <a:cs typeface="Tahoma" charset="0"/>
              </a:rPr>
              <a:t> </a:t>
            </a:r>
            <a:r>
              <a:rPr sz="2950" spc="-40" dirty="0">
                <a:latin typeface="Tahoma" charset="0"/>
                <a:cs typeface="Tahoma" charset="0"/>
              </a:rPr>
              <a:t>tính</a:t>
            </a:r>
            <a:r>
              <a:rPr sz="2950" spc="-295" dirty="0">
                <a:latin typeface="Tahoma" charset="0"/>
                <a:cs typeface="Tahoma" charset="0"/>
              </a:rPr>
              <a:t> </a:t>
            </a:r>
            <a:r>
              <a:rPr sz="2950" spc="-114" dirty="0">
                <a:latin typeface="Tahoma" charset="0"/>
                <a:cs typeface="Tahoma" charset="0"/>
              </a:rPr>
              <a:t>khả</a:t>
            </a:r>
            <a:r>
              <a:rPr sz="2950" spc="-280" dirty="0">
                <a:latin typeface="Tahoma" charset="0"/>
                <a:cs typeface="Tahoma" charset="0"/>
              </a:rPr>
              <a:t> </a:t>
            </a:r>
            <a:r>
              <a:rPr sz="2950" spc="-180" dirty="0">
                <a:latin typeface="Tahoma" charset="0"/>
                <a:cs typeface="Tahoma" charset="0"/>
              </a:rPr>
              <a:t>dụng</a:t>
            </a:r>
            <a:r>
              <a:rPr sz="2950" spc="-300" dirty="0">
                <a:latin typeface="Tahoma" charset="0"/>
                <a:cs typeface="Tahoma" charset="0"/>
              </a:rPr>
              <a:t> </a:t>
            </a:r>
            <a:r>
              <a:rPr sz="2950" spc="-165" dirty="0">
                <a:latin typeface="Tahoma" charset="0"/>
                <a:cs typeface="Tahoma" charset="0"/>
              </a:rPr>
              <a:t>của</a:t>
            </a:r>
            <a:r>
              <a:rPr sz="2950" spc="-250" dirty="0">
                <a:latin typeface="Tahoma" charset="0"/>
                <a:cs typeface="Tahoma" charset="0"/>
              </a:rPr>
              <a:t> </a:t>
            </a:r>
            <a:r>
              <a:rPr sz="2950" spc="-85" dirty="0">
                <a:latin typeface="Tahoma" charset="0"/>
                <a:cs typeface="Tahoma" charset="0"/>
              </a:rPr>
              <a:t>trang</a:t>
            </a:r>
            <a:r>
              <a:rPr sz="2950" spc="-215" dirty="0">
                <a:latin typeface="Tahoma" charset="0"/>
                <a:cs typeface="Tahoma" charset="0"/>
              </a:rPr>
              <a:t> </a:t>
            </a:r>
            <a:r>
              <a:rPr sz="2950" spc="-20" dirty="0">
                <a:latin typeface="Tahoma" charset="0"/>
                <a:cs typeface="Tahoma" charset="0"/>
              </a:rPr>
              <a:t>web.</a:t>
            </a:r>
            <a:endParaRPr sz="2950">
              <a:latin typeface="Tahoma" charset="0"/>
              <a:cs typeface="Tahoma" charset="0"/>
            </a:endParaRPr>
          </a:p>
          <a:p>
            <a:pPr marL="389255" marR="5080" lvl="1" indent="-125730">
              <a:lnSpc>
                <a:spcPct val="151000"/>
              </a:lnSpc>
              <a:buSzPct val="41000"/>
              <a:buFont typeface="Calibri"/>
              <a:buChar char="▪"/>
              <a:tabLst>
                <a:tab pos="389255" algn="l"/>
              </a:tabLst>
            </a:pPr>
            <a:r>
              <a:rPr sz="2950" spc="-260" dirty="0">
                <a:latin typeface="Tahoma" charset="0"/>
                <a:cs typeface="Tahoma" charset="0"/>
              </a:rPr>
              <a:t>Hãy</a:t>
            </a:r>
            <a:r>
              <a:rPr sz="2950" spc="-150" dirty="0">
                <a:latin typeface="Tahoma" charset="0"/>
                <a:cs typeface="Tahoma" charset="0"/>
              </a:rPr>
              <a:t> </a:t>
            </a:r>
            <a:r>
              <a:rPr sz="2950" spc="-140" dirty="0">
                <a:latin typeface="Tahoma" charset="0"/>
                <a:cs typeface="Tahoma" charset="0"/>
              </a:rPr>
              <a:t>đảm</a:t>
            </a:r>
            <a:r>
              <a:rPr sz="2950" spc="-320" dirty="0">
                <a:latin typeface="Tahoma" charset="0"/>
                <a:cs typeface="Tahoma" charset="0"/>
              </a:rPr>
              <a:t> </a:t>
            </a:r>
            <a:r>
              <a:rPr sz="2950" spc="-175" dirty="0">
                <a:latin typeface="Tahoma" charset="0"/>
                <a:cs typeface="Tahoma" charset="0"/>
              </a:rPr>
              <a:t>bảo</a:t>
            </a:r>
            <a:r>
              <a:rPr sz="2950" spc="-245" dirty="0">
                <a:latin typeface="Tahoma" charset="0"/>
                <a:cs typeface="Tahoma" charset="0"/>
              </a:rPr>
              <a:t> </a:t>
            </a:r>
            <a:r>
              <a:rPr sz="2950" spc="-114" dirty="0">
                <a:latin typeface="Tahoma" charset="0"/>
                <a:cs typeface="Tahoma" charset="0"/>
              </a:rPr>
              <a:t>rằng</a:t>
            </a:r>
            <a:r>
              <a:rPr sz="2950" spc="-125" dirty="0">
                <a:latin typeface="Tahoma" charset="0"/>
                <a:cs typeface="Tahoma" charset="0"/>
              </a:rPr>
              <a:t> </a:t>
            </a:r>
            <a:r>
              <a:rPr sz="2950" spc="-120" dirty="0">
                <a:latin typeface="Tahoma" charset="0"/>
                <a:cs typeface="Tahoma" charset="0"/>
              </a:rPr>
              <a:t>chất</a:t>
            </a:r>
            <a:r>
              <a:rPr sz="2950" spc="-80" dirty="0">
                <a:latin typeface="Tahoma" charset="0"/>
                <a:cs typeface="Tahoma" charset="0"/>
              </a:rPr>
              <a:t> </a:t>
            </a:r>
            <a:r>
              <a:rPr sz="2950" spc="-95" dirty="0">
                <a:latin typeface="Tahoma" charset="0"/>
                <a:cs typeface="Tahoma" charset="0"/>
              </a:rPr>
              <a:t>lượng</a:t>
            </a:r>
            <a:r>
              <a:rPr sz="2950" spc="-170" dirty="0">
                <a:latin typeface="Tahoma" charset="0"/>
                <a:cs typeface="Tahoma" charset="0"/>
              </a:rPr>
              <a:t> </a:t>
            </a:r>
            <a:r>
              <a:rPr sz="2950" spc="-155" dirty="0">
                <a:latin typeface="Tahoma" charset="0"/>
                <a:cs typeface="Tahoma" charset="0"/>
              </a:rPr>
              <a:t>đồ</a:t>
            </a:r>
            <a:r>
              <a:rPr sz="2950" spc="-204" dirty="0">
                <a:latin typeface="Tahoma" charset="0"/>
                <a:cs typeface="Tahoma" charset="0"/>
              </a:rPr>
              <a:t> </a:t>
            </a:r>
            <a:r>
              <a:rPr sz="2950" spc="-190" dirty="0">
                <a:latin typeface="Tahoma" charset="0"/>
                <a:cs typeface="Tahoma" charset="0"/>
              </a:rPr>
              <a:t>họa</a:t>
            </a:r>
            <a:r>
              <a:rPr sz="2950" spc="-145" dirty="0">
                <a:latin typeface="Tahoma" charset="0"/>
                <a:cs typeface="Tahoma" charset="0"/>
              </a:rPr>
              <a:t> </a:t>
            </a:r>
            <a:r>
              <a:rPr sz="2950" spc="-30" dirty="0">
                <a:latin typeface="Tahoma" charset="0"/>
                <a:cs typeface="Tahoma" charset="0"/>
              </a:rPr>
              <a:t>trên</a:t>
            </a:r>
            <a:r>
              <a:rPr sz="2950" spc="-185" dirty="0">
                <a:latin typeface="Tahoma" charset="0"/>
                <a:cs typeface="Tahoma" charset="0"/>
              </a:rPr>
              <a:t> </a:t>
            </a:r>
            <a:r>
              <a:rPr sz="2950" spc="-85" dirty="0">
                <a:latin typeface="Tahoma" charset="0"/>
                <a:cs typeface="Tahoma" charset="0"/>
              </a:rPr>
              <a:t>trang</a:t>
            </a:r>
            <a:r>
              <a:rPr sz="2950" spc="-120" dirty="0">
                <a:latin typeface="Tahoma" charset="0"/>
                <a:cs typeface="Tahoma" charset="0"/>
              </a:rPr>
              <a:t> </a:t>
            </a:r>
            <a:r>
              <a:rPr sz="2950" spc="-150" dirty="0">
                <a:latin typeface="Tahoma" charset="0"/>
                <a:cs typeface="Tahoma" charset="0"/>
              </a:rPr>
              <a:t>web</a:t>
            </a:r>
            <a:r>
              <a:rPr sz="2950" spc="-195" dirty="0">
                <a:latin typeface="Tahoma" charset="0"/>
                <a:cs typeface="Tahoma" charset="0"/>
              </a:rPr>
              <a:t> </a:t>
            </a:r>
            <a:r>
              <a:rPr sz="2950" spc="-155" dirty="0">
                <a:latin typeface="Tahoma" charset="0"/>
                <a:cs typeface="Tahoma" charset="0"/>
              </a:rPr>
              <a:t>phải</a:t>
            </a:r>
            <a:r>
              <a:rPr sz="2950" spc="-90" dirty="0">
                <a:latin typeface="Tahoma" charset="0"/>
                <a:cs typeface="Tahoma" charset="0"/>
              </a:rPr>
              <a:t> </a:t>
            </a:r>
            <a:r>
              <a:rPr sz="2950" spc="-110" dirty="0">
                <a:latin typeface="Tahoma" charset="0"/>
                <a:cs typeface="Tahoma" charset="0"/>
              </a:rPr>
              <a:t>đạt</a:t>
            </a:r>
            <a:r>
              <a:rPr sz="2950" spc="-80" dirty="0">
                <a:latin typeface="Tahoma" charset="0"/>
                <a:cs typeface="Tahoma" charset="0"/>
              </a:rPr>
              <a:t> </a:t>
            </a:r>
            <a:r>
              <a:rPr sz="2950" spc="-135" dirty="0">
                <a:latin typeface="Tahoma" charset="0"/>
                <a:cs typeface="Tahoma" charset="0"/>
              </a:rPr>
              <a:t>được</a:t>
            </a:r>
            <a:r>
              <a:rPr sz="2950" spc="-170" dirty="0">
                <a:latin typeface="Tahoma" charset="0"/>
                <a:cs typeface="Tahoma" charset="0"/>
              </a:rPr>
              <a:t> </a:t>
            </a:r>
            <a:r>
              <a:rPr sz="2950" spc="-125" dirty="0">
                <a:latin typeface="Tahoma" charset="0"/>
                <a:cs typeface="Tahoma" charset="0"/>
              </a:rPr>
              <a:t>chất</a:t>
            </a:r>
            <a:r>
              <a:rPr sz="2950" spc="-50" dirty="0">
                <a:latin typeface="Tahoma" charset="0"/>
                <a:cs typeface="Tahoma" charset="0"/>
              </a:rPr>
              <a:t> </a:t>
            </a:r>
            <a:r>
              <a:rPr sz="2950" spc="-95" dirty="0">
                <a:latin typeface="Tahoma" charset="0"/>
                <a:cs typeface="Tahoma" charset="0"/>
              </a:rPr>
              <a:t>lượng</a:t>
            </a:r>
            <a:r>
              <a:rPr sz="2950" spc="-185" dirty="0">
                <a:latin typeface="Tahoma" charset="0"/>
                <a:cs typeface="Tahoma" charset="0"/>
              </a:rPr>
              <a:t> </a:t>
            </a:r>
            <a:r>
              <a:rPr sz="2950" spc="-155" dirty="0">
                <a:latin typeface="Tahoma" charset="0"/>
                <a:cs typeface="Tahoma" charset="0"/>
              </a:rPr>
              <a:t>cao</a:t>
            </a:r>
            <a:r>
              <a:rPr sz="2950" spc="-204" dirty="0">
                <a:latin typeface="Tahoma" charset="0"/>
                <a:cs typeface="Tahoma" charset="0"/>
              </a:rPr>
              <a:t> </a:t>
            </a:r>
            <a:r>
              <a:rPr sz="2950" spc="-130" dirty="0">
                <a:latin typeface="Tahoma" charset="0"/>
                <a:cs typeface="Tahoma" charset="0"/>
              </a:rPr>
              <a:t>và </a:t>
            </a:r>
            <a:r>
              <a:rPr sz="2950" spc="-114" dirty="0">
                <a:latin typeface="Tahoma" charset="0"/>
                <a:cs typeface="Tahoma" charset="0"/>
              </a:rPr>
              <a:t>có</a:t>
            </a:r>
            <a:r>
              <a:rPr sz="2950" spc="-215" dirty="0">
                <a:latin typeface="Tahoma" charset="0"/>
                <a:cs typeface="Tahoma" charset="0"/>
              </a:rPr>
              <a:t> </a:t>
            </a:r>
            <a:r>
              <a:rPr sz="2950" spc="-10" dirty="0">
                <a:latin typeface="Tahoma" charset="0"/>
                <a:cs typeface="Tahoma" charset="0"/>
              </a:rPr>
              <a:t>sự</a:t>
            </a:r>
            <a:r>
              <a:rPr sz="2950" spc="-195" dirty="0">
                <a:latin typeface="Tahoma" charset="0"/>
                <a:cs typeface="Tahoma" charset="0"/>
              </a:rPr>
              <a:t> </a:t>
            </a:r>
            <a:r>
              <a:rPr sz="2950" spc="-140" dirty="0">
                <a:latin typeface="Tahoma" charset="0"/>
                <a:cs typeface="Tahoma" charset="0"/>
              </a:rPr>
              <a:t>thống</a:t>
            </a:r>
            <a:r>
              <a:rPr sz="2950" spc="-160" dirty="0">
                <a:latin typeface="Tahoma" charset="0"/>
                <a:cs typeface="Tahoma" charset="0"/>
              </a:rPr>
              <a:t> </a:t>
            </a:r>
            <a:r>
              <a:rPr sz="2950" spc="-125" dirty="0">
                <a:latin typeface="Tahoma" charset="0"/>
                <a:cs typeface="Tahoma" charset="0"/>
              </a:rPr>
              <a:t>nhất</a:t>
            </a:r>
            <a:r>
              <a:rPr sz="2950" spc="-100" dirty="0">
                <a:latin typeface="Tahoma" charset="0"/>
                <a:cs typeface="Tahoma" charset="0"/>
              </a:rPr>
              <a:t> </a:t>
            </a:r>
            <a:r>
              <a:rPr sz="2950" spc="-165" dirty="0">
                <a:latin typeface="Tahoma" charset="0"/>
                <a:cs typeface="Tahoma" charset="0"/>
              </a:rPr>
              <a:t>đối</a:t>
            </a:r>
            <a:r>
              <a:rPr sz="2950" spc="-45" dirty="0">
                <a:latin typeface="Tahoma" charset="0"/>
                <a:cs typeface="Tahoma" charset="0"/>
              </a:rPr>
              <a:t> </a:t>
            </a:r>
            <a:r>
              <a:rPr sz="2950" spc="-100" dirty="0">
                <a:latin typeface="Tahoma" charset="0"/>
                <a:cs typeface="Tahoma" charset="0"/>
              </a:rPr>
              <a:t>với</a:t>
            </a:r>
            <a:r>
              <a:rPr sz="2950" spc="-40" dirty="0">
                <a:latin typeface="Tahoma" charset="0"/>
                <a:cs typeface="Tahoma" charset="0"/>
              </a:rPr>
              <a:t> </a:t>
            </a:r>
            <a:r>
              <a:rPr sz="2950" spc="-120" dirty="0">
                <a:latin typeface="Tahoma" charset="0"/>
                <a:cs typeface="Tahoma" charset="0"/>
              </a:rPr>
              <a:t>thương</a:t>
            </a:r>
            <a:r>
              <a:rPr sz="2950" spc="-175" dirty="0">
                <a:latin typeface="Tahoma" charset="0"/>
                <a:cs typeface="Tahoma" charset="0"/>
              </a:rPr>
              <a:t> </a:t>
            </a:r>
            <a:r>
              <a:rPr sz="2950" spc="-20" dirty="0">
                <a:latin typeface="Tahoma" charset="0"/>
                <a:cs typeface="Tahoma" charset="0"/>
              </a:rPr>
              <a:t>hiệu </a:t>
            </a:r>
            <a:r>
              <a:rPr sz="2950" spc="-204" dirty="0">
                <a:latin typeface="Tahoma" charset="0"/>
                <a:cs typeface="Tahoma" charset="0"/>
              </a:rPr>
              <a:t>doanh</a:t>
            </a:r>
            <a:r>
              <a:rPr sz="2950" spc="-240" dirty="0">
                <a:latin typeface="Tahoma" charset="0"/>
                <a:cs typeface="Tahoma" charset="0"/>
              </a:rPr>
              <a:t> </a:t>
            </a:r>
            <a:r>
              <a:rPr sz="2950" spc="-50" dirty="0">
                <a:latin typeface="Tahoma" charset="0"/>
                <a:cs typeface="Tahoma" charset="0"/>
              </a:rPr>
              <a:t>nghiệp.</a:t>
            </a:r>
            <a:endParaRPr sz="2950">
              <a:latin typeface="Tahoma" charset="0"/>
              <a:cs typeface="Tahoma" charset="0"/>
            </a:endParaRPr>
          </a:p>
          <a:p>
            <a:pPr marL="389255" lvl="1" indent="-125730">
              <a:lnSpc>
                <a:spcPct val="100000"/>
              </a:lnSpc>
              <a:spcBef>
                <a:spcPts val="1800"/>
              </a:spcBef>
              <a:buSzPct val="41000"/>
              <a:buFont typeface="Calibri"/>
              <a:buChar char="▪"/>
              <a:tabLst>
                <a:tab pos="389255" algn="l"/>
              </a:tabLst>
            </a:pPr>
            <a:r>
              <a:rPr sz="2950" spc="-210" dirty="0">
                <a:latin typeface="Tahoma" charset="0"/>
                <a:cs typeface="Tahoma" charset="0"/>
              </a:rPr>
              <a:t>Đưa</a:t>
            </a:r>
            <a:r>
              <a:rPr sz="2950" spc="-260" dirty="0">
                <a:latin typeface="Tahoma" charset="0"/>
                <a:cs typeface="Tahoma" charset="0"/>
              </a:rPr>
              <a:t> </a:t>
            </a:r>
            <a:r>
              <a:rPr sz="2950" dirty="0">
                <a:latin typeface="Tahoma" charset="0"/>
                <a:cs typeface="Tahoma" charset="0"/>
              </a:rPr>
              <a:t>ra</a:t>
            </a:r>
            <a:r>
              <a:rPr sz="2950" spc="-225" dirty="0">
                <a:latin typeface="Tahoma" charset="0"/>
                <a:cs typeface="Tahoma" charset="0"/>
              </a:rPr>
              <a:t> </a:t>
            </a:r>
            <a:r>
              <a:rPr sz="2950" spc="-170" dirty="0">
                <a:latin typeface="Tahoma" charset="0"/>
                <a:cs typeface="Tahoma" charset="0"/>
              </a:rPr>
              <a:t>phương</a:t>
            </a:r>
            <a:r>
              <a:rPr sz="2950" spc="-280" dirty="0">
                <a:latin typeface="Tahoma" charset="0"/>
                <a:cs typeface="Tahoma" charset="0"/>
              </a:rPr>
              <a:t> </a:t>
            </a:r>
            <a:r>
              <a:rPr sz="2950" spc="-150" dirty="0">
                <a:latin typeface="Tahoma" charset="0"/>
                <a:cs typeface="Tahoma" charset="0"/>
              </a:rPr>
              <a:t>hướng</a:t>
            </a:r>
            <a:r>
              <a:rPr sz="2950" spc="-280" dirty="0">
                <a:latin typeface="Tahoma" charset="0"/>
                <a:cs typeface="Tahoma" charset="0"/>
              </a:rPr>
              <a:t> </a:t>
            </a:r>
            <a:r>
              <a:rPr sz="2950" spc="-114" dirty="0">
                <a:latin typeface="Tahoma" charset="0"/>
                <a:cs typeface="Tahoma" charset="0"/>
              </a:rPr>
              <a:t>giải</a:t>
            </a:r>
            <a:r>
              <a:rPr sz="2950" spc="-140" dirty="0">
                <a:latin typeface="Tahoma" charset="0"/>
                <a:cs typeface="Tahoma" charset="0"/>
              </a:rPr>
              <a:t> </a:t>
            </a:r>
            <a:r>
              <a:rPr sz="2950" spc="-165" dirty="0">
                <a:latin typeface="Tahoma" charset="0"/>
                <a:cs typeface="Tahoma" charset="0"/>
              </a:rPr>
              <a:t>quyết</a:t>
            </a:r>
            <a:r>
              <a:rPr sz="2950" spc="-150" dirty="0">
                <a:latin typeface="Tahoma" charset="0"/>
                <a:cs typeface="Tahoma" charset="0"/>
              </a:rPr>
              <a:t> </a:t>
            </a:r>
            <a:r>
              <a:rPr sz="2950" spc="-130" dirty="0">
                <a:latin typeface="Tahoma" charset="0"/>
                <a:cs typeface="Tahoma" charset="0"/>
              </a:rPr>
              <a:t>hiệu</a:t>
            </a:r>
            <a:r>
              <a:rPr sz="2950" spc="-290" dirty="0">
                <a:latin typeface="Tahoma" charset="0"/>
                <a:cs typeface="Tahoma" charset="0"/>
              </a:rPr>
              <a:t> </a:t>
            </a:r>
            <a:r>
              <a:rPr sz="2950" spc="-185" dirty="0">
                <a:latin typeface="Tahoma" charset="0"/>
                <a:cs typeface="Tahoma" charset="0"/>
              </a:rPr>
              <a:t>quả</a:t>
            </a:r>
            <a:r>
              <a:rPr sz="2950" spc="-235" dirty="0">
                <a:latin typeface="Tahoma" charset="0"/>
                <a:cs typeface="Tahoma" charset="0"/>
              </a:rPr>
              <a:t> </a:t>
            </a:r>
            <a:r>
              <a:rPr sz="2950" spc="-145" dirty="0">
                <a:latin typeface="Tahoma" charset="0"/>
                <a:cs typeface="Tahoma" charset="0"/>
              </a:rPr>
              <a:t>cho</a:t>
            </a:r>
            <a:r>
              <a:rPr sz="2950" spc="-315" dirty="0">
                <a:latin typeface="Tahoma" charset="0"/>
                <a:cs typeface="Tahoma" charset="0"/>
              </a:rPr>
              <a:t> </a:t>
            </a:r>
            <a:r>
              <a:rPr sz="2950" spc="-135" dirty="0">
                <a:latin typeface="Tahoma" charset="0"/>
                <a:cs typeface="Tahoma" charset="0"/>
              </a:rPr>
              <a:t>người</a:t>
            </a:r>
            <a:r>
              <a:rPr sz="2950" spc="-145" dirty="0">
                <a:latin typeface="Tahoma" charset="0"/>
                <a:cs typeface="Tahoma" charset="0"/>
              </a:rPr>
              <a:t> </a:t>
            </a:r>
            <a:r>
              <a:rPr sz="2950" spc="-10" dirty="0">
                <a:latin typeface="Tahoma" charset="0"/>
                <a:cs typeface="Tahoma" charset="0"/>
              </a:rPr>
              <a:t>sử</a:t>
            </a:r>
            <a:r>
              <a:rPr sz="2950" spc="-310" dirty="0">
                <a:latin typeface="Tahoma" charset="0"/>
                <a:cs typeface="Tahoma" charset="0"/>
              </a:rPr>
              <a:t> </a:t>
            </a:r>
            <a:r>
              <a:rPr sz="2950" spc="-180" dirty="0">
                <a:latin typeface="Tahoma" charset="0"/>
                <a:cs typeface="Tahoma" charset="0"/>
              </a:rPr>
              <a:t>dụng</a:t>
            </a:r>
            <a:r>
              <a:rPr sz="2950" spc="-305" dirty="0">
                <a:latin typeface="Tahoma" charset="0"/>
                <a:cs typeface="Tahoma" charset="0"/>
              </a:rPr>
              <a:t> </a:t>
            </a:r>
            <a:r>
              <a:rPr sz="2950" spc="-130" dirty="0">
                <a:latin typeface="Tahoma" charset="0"/>
                <a:cs typeface="Tahoma" charset="0"/>
              </a:rPr>
              <a:t>và</a:t>
            </a:r>
            <a:r>
              <a:rPr sz="2950" spc="-229" dirty="0">
                <a:latin typeface="Tahoma" charset="0"/>
                <a:cs typeface="Tahoma" charset="0"/>
              </a:rPr>
              <a:t> </a:t>
            </a:r>
            <a:r>
              <a:rPr sz="2950" spc="-150" dirty="0">
                <a:latin typeface="Tahoma" charset="0"/>
                <a:cs typeface="Tahoma" charset="0"/>
              </a:rPr>
              <a:t>khách</a:t>
            </a:r>
            <a:r>
              <a:rPr sz="2950" spc="-320" dirty="0">
                <a:latin typeface="Tahoma" charset="0"/>
                <a:cs typeface="Tahoma" charset="0"/>
              </a:rPr>
              <a:t> </a:t>
            </a:r>
            <a:r>
              <a:rPr sz="2950" spc="-180" dirty="0">
                <a:latin typeface="Tahoma" charset="0"/>
                <a:cs typeface="Tahoma" charset="0"/>
              </a:rPr>
              <a:t>hàng</a:t>
            </a:r>
            <a:r>
              <a:rPr sz="2950" spc="-270" dirty="0">
                <a:latin typeface="Tahoma" charset="0"/>
                <a:cs typeface="Tahoma" charset="0"/>
              </a:rPr>
              <a:t> </a:t>
            </a:r>
            <a:r>
              <a:rPr sz="2950" spc="-140" dirty="0">
                <a:latin typeface="Tahoma" charset="0"/>
                <a:cs typeface="Tahoma" charset="0"/>
              </a:rPr>
              <a:t>thông</a:t>
            </a:r>
            <a:r>
              <a:rPr sz="2950" spc="-275" dirty="0">
                <a:latin typeface="Tahoma" charset="0"/>
                <a:cs typeface="Tahoma" charset="0"/>
              </a:rPr>
              <a:t> </a:t>
            </a:r>
            <a:r>
              <a:rPr sz="2950" spc="-185" dirty="0">
                <a:latin typeface="Tahoma" charset="0"/>
                <a:cs typeface="Tahoma" charset="0"/>
              </a:rPr>
              <a:t>qua</a:t>
            </a:r>
            <a:r>
              <a:rPr sz="2950" spc="-240" dirty="0">
                <a:latin typeface="Tahoma" charset="0"/>
                <a:cs typeface="Tahoma" charset="0"/>
              </a:rPr>
              <a:t> </a:t>
            </a:r>
            <a:r>
              <a:rPr sz="2950" spc="-120" dirty="0">
                <a:latin typeface="Tahoma" charset="0"/>
                <a:cs typeface="Tahoma" charset="0"/>
              </a:rPr>
              <a:t>việc</a:t>
            </a:r>
            <a:r>
              <a:rPr sz="2950" spc="-250" dirty="0">
                <a:latin typeface="Tahoma" charset="0"/>
                <a:cs typeface="Tahoma" charset="0"/>
              </a:rPr>
              <a:t> </a:t>
            </a:r>
            <a:r>
              <a:rPr sz="2950" spc="-60" dirty="0">
                <a:latin typeface="Tahoma" charset="0"/>
                <a:cs typeface="Tahoma" charset="0"/>
              </a:rPr>
              <a:t>thu</a:t>
            </a:r>
            <a:r>
              <a:rPr sz="2950" spc="-275" dirty="0">
                <a:latin typeface="Tahoma" charset="0"/>
                <a:cs typeface="Tahoma" charset="0"/>
              </a:rPr>
              <a:t> </a:t>
            </a:r>
            <a:r>
              <a:rPr sz="2950" spc="-130" dirty="0">
                <a:latin typeface="Tahoma" charset="0"/>
                <a:cs typeface="Tahoma" charset="0"/>
              </a:rPr>
              <a:t>thập</a:t>
            </a:r>
            <a:r>
              <a:rPr sz="2950" spc="-245" dirty="0">
                <a:latin typeface="Tahoma" charset="0"/>
                <a:cs typeface="Tahoma" charset="0"/>
              </a:rPr>
              <a:t> </a:t>
            </a:r>
            <a:r>
              <a:rPr sz="2950" spc="-50" dirty="0">
                <a:latin typeface="Tahoma" charset="0"/>
                <a:cs typeface="Tahoma" charset="0"/>
              </a:rPr>
              <a:t>ý</a:t>
            </a:r>
            <a:r>
              <a:rPr sz="2950" spc="-235" dirty="0">
                <a:latin typeface="Tahoma" charset="0"/>
                <a:cs typeface="Tahoma" charset="0"/>
              </a:rPr>
              <a:t> </a:t>
            </a:r>
            <a:r>
              <a:rPr sz="2950" spc="-20" dirty="0">
                <a:latin typeface="Tahoma" charset="0"/>
                <a:cs typeface="Tahoma" charset="0"/>
              </a:rPr>
              <a:t>kiến.</a:t>
            </a:r>
            <a:endParaRPr sz="2950">
              <a:latin typeface="Tahoma" charset="0"/>
              <a:cs typeface="Tahoma" charset="0"/>
            </a:endParaRPr>
          </a:p>
          <a:p>
            <a:pPr marL="389255" lvl="1" indent="-125730">
              <a:lnSpc>
                <a:spcPct val="100000"/>
              </a:lnSpc>
              <a:spcBef>
                <a:spcPts val="1805"/>
              </a:spcBef>
              <a:buSzPct val="41000"/>
              <a:buFont typeface="Calibri"/>
              <a:buChar char="▪"/>
              <a:tabLst>
                <a:tab pos="389255" algn="l"/>
              </a:tabLst>
            </a:pPr>
            <a:r>
              <a:rPr sz="2950" spc="-200" dirty="0">
                <a:latin typeface="Tahoma" charset="0"/>
                <a:cs typeface="Tahoma" charset="0"/>
              </a:rPr>
              <a:t>Luôn</a:t>
            </a:r>
            <a:r>
              <a:rPr sz="2950" spc="-210" dirty="0">
                <a:latin typeface="Tahoma" charset="0"/>
                <a:cs typeface="Tahoma" charset="0"/>
              </a:rPr>
              <a:t> </a:t>
            </a:r>
            <a:r>
              <a:rPr sz="2950" spc="-175" dirty="0">
                <a:latin typeface="Tahoma" charset="0"/>
                <a:cs typeface="Tahoma" charset="0"/>
              </a:rPr>
              <a:t>cập</a:t>
            </a:r>
            <a:r>
              <a:rPr sz="2950" spc="-170" dirty="0">
                <a:latin typeface="Tahoma" charset="0"/>
                <a:cs typeface="Tahoma" charset="0"/>
              </a:rPr>
              <a:t> </a:t>
            </a:r>
            <a:r>
              <a:rPr sz="2950" spc="-135" dirty="0">
                <a:latin typeface="Tahoma" charset="0"/>
                <a:cs typeface="Tahoma" charset="0"/>
              </a:rPr>
              <a:t>nhật</a:t>
            </a:r>
            <a:r>
              <a:rPr sz="2950" spc="-105" dirty="0">
                <a:latin typeface="Tahoma" charset="0"/>
                <a:cs typeface="Tahoma" charset="0"/>
              </a:rPr>
              <a:t> </a:t>
            </a:r>
            <a:r>
              <a:rPr sz="2950" spc="-70" dirty="0">
                <a:latin typeface="Tahoma" charset="0"/>
                <a:cs typeface="Tahoma" charset="0"/>
              </a:rPr>
              <a:t>xu</a:t>
            </a:r>
            <a:r>
              <a:rPr sz="2950" spc="-235" dirty="0">
                <a:latin typeface="Tahoma" charset="0"/>
                <a:cs typeface="Tahoma" charset="0"/>
              </a:rPr>
              <a:t> </a:t>
            </a:r>
            <a:r>
              <a:rPr sz="2950" spc="-150" dirty="0">
                <a:latin typeface="Tahoma" charset="0"/>
                <a:cs typeface="Tahoma" charset="0"/>
              </a:rPr>
              <a:t>hướng</a:t>
            </a:r>
            <a:r>
              <a:rPr sz="2950" spc="-235" dirty="0">
                <a:latin typeface="Tahoma" charset="0"/>
                <a:cs typeface="Tahoma" charset="0"/>
              </a:rPr>
              <a:t> </a:t>
            </a:r>
            <a:r>
              <a:rPr sz="2950" spc="-145" dirty="0">
                <a:latin typeface="Tahoma" charset="0"/>
                <a:cs typeface="Tahoma" charset="0"/>
              </a:rPr>
              <a:t>mới</a:t>
            </a:r>
            <a:r>
              <a:rPr sz="2950" spc="-95" dirty="0">
                <a:latin typeface="Tahoma" charset="0"/>
                <a:cs typeface="Tahoma" charset="0"/>
              </a:rPr>
              <a:t> </a:t>
            </a:r>
            <a:r>
              <a:rPr sz="2950" spc="-135" dirty="0">
                <a:latin typeface="Tahoma" charset="0"/>
                <a:cs typeface="Tahoma" charset="0"/>
              </a:rPr>
              <a:t>nhất</a:t>
            </a:r>
            <a:r>
              <a:rPr sz="2950" spc="-110" dirty="0">
                <a:latin typeface="Tahoma" charset="0"/>
                <a:cs typeface="Tahoma" charset="0"/>
              </a:rPr>
              <a:t> </a:t>
            </a:r>
            <a:r>
              <a:rPr sz="2950" spc="-165" dirty="0">
                <a:latin typeface="Tahoma" charset="0"/>
                <a:cs typeface="Tahoma" charset="0"/>
              </a:rPr>
              <a:t>để</a:t>
            </a:r>
            <a:r>
              <a:rPr sz="2950" spc="-229" dirty="0">
                <a:latin typeface="Tahoma" charset="0"/>
                <a:cs typeface="Tahoma" charset="0"/>
              </a:rPr>
              <a:t> </a:t>
            </a:r>
            <a:r>
              <a:rPr sz="2950" spc="-130" dirty="0">
                <a:latin typeface="Tahoma" charset="0"/>
                <a:cs typeface="Tahoma" charset="0"/>
              </a:rPr>
              <a:t>cải</a:t>
            </a:r>
            <a:r>
              <a:rPr sz="2950" spc="-85" dirty="0">
                <a:latin typeface="Tahoma" charset="0"/>
                <a:cs typeface="Tahoma" charset="0"/>
              </a:rPr>
              <a:t> </a:t>
            </a:r>
            <a:r>
              <a:rPr sz="2950" spc="-60" dirty="0">
                <a:latin typeface="Tahoma" charset="0"/>
                <a:cs typeface="Tahoma" charset="0"/>
              </a:rPr>
              <a:t>tiến</a:t>
            </a:r>
            <a:r>
              <a:rPr sz="2950" spc="-245" dirty="0">
                <a:latin typeface="Tahoma" charset="0"/>
                <a:cs typeface="Tahoma" charset="0"/>
              </a:rPr>
              <a:t> </a:t>
            </a:r>
            <a:r>
              <a:rPr sz="2950" spc="-155" dirty="0">
                <a:latin typeface="Tahoma" charset="0"/>
                <a:cs typeface="Tahoma" charset="0"/>
              </a:rPr>
              <a:t>sản</a:t>
            </a:r>
            <a:r>
              <a:rPr sz="2950" spc="-210" dirty="0">
                <a:latin typeface="Tahoma" charset="0"/>
                <a:cs typeface="Tahoma" charset="0"/>
              </a:rPr>
              <a:t> </a:t>
            </a:r>
            <a:r>
              <a:rPr sz="2950" spc="-150" dirty="0">
                <a:latin typeface="Tahoma" charset="0"/>
                <a:cs typeface="Tahoma" charset="0"/>
              </a:rPr>
              <a:t>phẩm</a:t>
            </a:r>
            <a:r>
              <a:rPr sz="2950" spc="-425" dirty="0">
                <a:latin typeface="Tahoma" charset="0"/>
                <a:cs typeface="Tahoma" charset="0"/>
              </a:rPr>
              <a:t> </a:t>
            </a:r>
            <a:r>
              <a:rPr sz="2950" spc="-165" dirty="0">
                <a:latin typeface="Tahoma" charset="0"/>
                <a:cs typeface="Tahoma" charset="0"/>
              </a:rPr>
              <a:t>của</a:t>
            </a:r>
            <a:r>
              <a:rPr sz="2950" spc="-210" dirty="0">
                <a:latin typeface="Tahoma" charset="0"/>
                <a:cs typeface="Tahoma" charset="0"/>
              </a:rPr>
              <a:t> </a:t>
            </a:r>
            <a:r>
              <a:rPr sz="2950" spc="-204" dirty="0">
                <a:latin typeface="Tahoma" charset="0"/>
                <a:cs typeface="Tahoma" charset="0"/>
              </a:rPr>
              <a:t>doanh</a:t>
            </a:r>
            <a:r>
              <a:rPr sz="2950" spc="-210" dirty="0">
                <a:latin typeface="Tahoma" charset="0"/>
                <a:cs typeface="Tahoma" charset="0"/>
              </a:rPr>
              <a:t> </a:t>
            </a:r>
            <a:r>
              <a:rPr sz="2950" spc="-165" dirty="0">
                <a:latin typeface="Tahoma" charset="0"/>
                <a:cs typeface="Tahoma" charset="0"/>
              </a:rPr>
              <a:t>nghiệp</a:t>
            </a:r>
            <a:r>
              <a:rPr sz="2950" spc="-240" dirty="0">
                <a:latin typeface="Tahoma" charset="0"/>
                <a:cs typeface="Tahoma" charset="0"/>
              </a:rPr>
              <a:t> </a:t>
            </a:r>
            <a:r>
              <a:rPr sz="2950" spc="-195" dirty="0">
                <a:latin typeface="Tahoma" charset="0"/>
                <a:cs typeface="Tahoma" charset="0"/>
              </a:rPr>
              <a:t>bằng</a:t>
            </a:r>
            <a:r>
              <a:rPr sz="2950" spc="-229" dirty="0">
                <a:latin typeface="Tahoma" charset="0"/>
                <a:cs typeface="Tahoma" charset="0"/>
              </a:rPr>
              <a:t> </a:t>
            </a:r>
            <a:r>
              <a:rPr sz="2950" spc="-120" dirty="0">
                <a:latin typeface="Tahoma" charset="0"/>
                <a:cs typeface="Tahoma" charset="0"/>
              </a:rPr>
              <a:t>việc</a:t>
            </a:r>
            <a:r>
              <a:rPr sz="2950" spc="-210" dirty="0">
                <a:latin typeface="Tahoma" charset="0"/>
                <a:cs typeface="Tahoma" charset="0"/>
              </a:rPr>
              <a:t> </a:t>
            </a:r>
            <a:r>
              <a:rPr sz="2950" spc="-160" dirty="0">
                <a:latin typeface="Tahoma" charset="0"/>
                <a:cs typeface="Tahoma" charset="0"/>
              </a:rPr>
              <a:t>nghiên</a:t>
            </a:r>
            <a:r>
              <a:rPr sz="2950" spc="-225" dirty="0">
                <a:latin typeface="Tahoma" charset="0"/>
                <a:cs typeface="Tahoma" charset="0"/>
              </a:rPr>
              <a:t> </a:t>
            </a:r>
            <a:r>
              <a:rPr sz="2950" spc="-165" dirty="0">
                <a:latin typeface="Tahoma" charset="0"/>
                <a:cs typeface="Tahoma" charset="0"/>
              </a:rPr>
              <a:t>cứu,</a:t>
            </a:r>
            <a:r>
              <a:rPr sz="2950" spc="-100" dirty="0">
                <a:latin typeface="Tahoma" charset="0"/>
                <a:cs typeface="Tahoma" charset="0"/>
              </a:rPr>
              <a:t> </a:t>
            </a:r>
            <a:r>
              <a:rPr sz="2950" dirty="0">
                <a:latin typeface="Tahoma" charset="0"/>
                <a:cs typeface="Tahoma" charset="0"/>
              </a:rPr>
              <a:t>tìm</a:t>
            </a:r>
            <a:r>
              <a:rPr sz="2950" spc="-380" dirty="0">
                <a:latin typeface="Tahoma" charset="0"/>
                <a:cs typeface="Tahoma" charset="0"/>
              </a:rPr>
              <a:t> </a:t>
            </a:r>
            <a:r>
              <a:rPr sz="2950" spc="-125" dirty="0">
                <a:latin typeface="Tahoma" charset="0"/>
                <a:cs typeface="Tahoma" charset="0"/>
              </a:rPr>
              <a:t>hiểu</a:t>
            </a:r>
            <a:r>
              <a:rPr sz="2950" spc="-245" dirty="0">
                <a:latin typeface="Tahoma" charset="0"/>
                <a:cs typeface="Tahoma" charset="0"/>
              </a:rPr>
              <a:t> </a:t>
            </a:r>
            <a:r>
              <a:rPr sz="2950" spc="-160" dirty="0">
                <a:latin typeface="Tahoma" charset="0"/>
                <a:cs typeface="Tahoma" charset="0"/>
              </a:rPr>
              <a:t>các</a:t>
            </a:r>
            <a:r>
              <a:rPr sz="2950" spc="-210" dirty="0">
                <a:latin typeface="Tahoma" charset="0"/>
                <a:cs typeface="Tahoma" charset="0"/>
              </a:rPr>
              <a:t> </a:t>
            </a:r>
            <a:r>
              <a:rPr sz="2950" spc="-190" dirty="0">
                <a:latin typeface="Tahoma" charset="0"/>
                <a:cs typeface="Tahoma" charset="0"/>
              </a:rPr>
              <a:t>công</a:t>
            </a:r>
            <a:r>
              <a:rPr sz="2950" spc="-215" dirty="0">
                <a:latin typeface="Tahoma" charset="0"/>
                <a:cs typeface="Tahoma" charset="0"/>
              </a:rPr>
              <a:t> </a:t>
            </a:r>
            <a:r>
              <a:rPr sz="2950" spc="-185" dirty="0">
                <a:latin typeface="Tahoma" charset="0"/>
                <a:cs typeface="Tahoma" charset="0"/>
              </a:rPr>
              <a:t>nghệ</a:t>
            </a:r>
            <a:r>
              <a:rPr sz="2950" spc="-240" dirty="0">
                <a:latin typeface="Tahoma" charset="0"/>
                <a:cs typeface="Tahoma" charset="0"/>
              </a:rPr>
              <a:t> </a:t>
            </a:r>
            <a:r>
              <a:rPr sz="2950" spc="-20" dirty="0">
                <a:latin typeface="Tahoma" charset="0"/>
                <a:cs typeface="Tahoma" charset="0"/>
              </a:rPr>
              <a:t>liên</a:t>
            </a:r>
            <a:endParaRPr sz="2950">
              <a:latin typeface="Tahoma" charset="0"/>
              <a:cs typeface="Tahoma" charset="0"/>
            </a:endParaRPr>
          </a:p>
          <a:p>
            <a:pPr marL="389255">
              <a:lnSpc>
                <a:spcPct val="100000"/>
              </a:lnSpc>
              <a:spcBef>
                <a:spcPts val="1805"/>
              </a:spcBef>
            </a:pPr>
            <a:r>
              <a:rPr sz="2950" spc="-195" dirty="0">
                <a:latin typeface="Tahoma" charset="0"/>
                <a:cs typeface="Tahoma" charset="0"/>
              </a:rPr>
              <a:t>quan</a:t>
            </a:r>
            <a:r>
              <a:rPr sz="2950" spc="-245" dirty="0">
                <a:latin typeface="Tahoma" charset="0"/>
                <a:cs typeface="Tahoma" charset="0"/>
              </a:rPr>
              <a:t> </a:t>
            </a:r>
            <a:r>
              <a:rPr sz="2950" spc="-180" dirty="0">
                <a:latin typeface="Tahoma" charset="0"/>
                <a:cs typeface="Tahoma" charset="0"/>
              </a:rPr>
              <a:t>đến</a:t>
            </a:r>
            <a:r>
              <a:rPr sz="2950" spc="-295" dirty="0">
                <a:latin typeface="Tahoma" charset="0"/>
                <a:cs typeface="Tahoma" charset="0"/>
              </a:rPr>
              <a:t> </a:t>
            </a:r>
            <a:r>
              <a:rPr sz="2950" spc="-405" dirty="0">
                <a:latin typeface="Tahoma" charset="0"/>
                <a:cs typeface="Tahoma" charset="0"/>
              </a:rPr>
              <a:t>HTML,</a:t>
            </a:r>
            <a:r>
              <a:rPr sz="2950" spc="-165" dirty="0">
                <a:latin typeface="Tahoma" charset="0"/>
                <a:cs typeface="Tahoma" charset="0"/>
              </a:rPr>
              <a:t> </a:t>
            </a:r>
            <a:r>
              <a:rPr sz="2950" spc="-390" dirty="0">
                <a:latin typeface="Tahoma" charset="0"/>
                <a:cs typeface="Tahoma" charset="0"/>
              </a:rPr>
              <a:t>CSS</a:t>
            </a:r>
            <a:r>
              <a:rPr sz="2950" spc="-380" dirty="0">
                <a:latin typeface="Tahoma" charset="0"/>
                <a:cs typeface="Tahoma" charset="0"/>
              </a:rPr>
              <a:t> </a:t>
            </a:r>
            <a:r>
              <a:rPr sz="2950" spc="-145" dirty="0">
                <a:latin typeface="Tahoma" charset="0"/>
                <a:cs typeface="Tahoma" charset="0"/>
              </a:rPr>
              <a:t>hay</a:t>
            </a:r>
            <a:r>
              <a:rPr sz="2950" spc="-315" dirty="0">
                <a:latin typeface="Tahoma" charset="0"/>
                <a:cs typeface="Tahoma" charset="0"/>
              </a:rPr>
              <a:t> </a:t>
            </a:r>
            <a:r>
              <a:rPr sz="2950" spc="-35" dirty="0">
                <a:latin typeface="Tahoma" charset="0"/>
                <a:cs typeface="Tahoma" charset="0"/>
              </a:rPr>
              <a:t>Javascript.</a:t>
            </a:r>
            <a:endParaRPr sz="2950">
              <a:latin typeface="Tahoma" charset="0"/>
              <a:cs typeface="Tahoma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5420995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endParaRPr spc="-2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15" dirty="0"/>
              <a:t>LỘ</a:t>
            </a:r>
            <a:r>
              <a:rPr spc="-585" dirty="0"/>
              <a:t> </a:t>
            </a:r>
            <a:r>
              <a:rPr spc="-365" dirty="0"/>
              <a:t>TRÌNH</a:t>
            </a:r>
            <a:r>
              <a:rPr spc="-580" dirty="0"/>
              <a:t> </a:t>
            </a:r>
            <a:r>
              <a:rPr spc="-140" dirty="0"/>
              <a:t>NGHỀ</a:t>
            </a:r>
            <a:r>
              <a:rPr spc="-585" dirty="0"/>
              <a:t> </a:t>
            </a:r>
            <a:r>
              <a:rPr spc="-229" dirty="0"/>
              <a:t>NGHIỆP</a:t>
            </a:r>
            <a:r>
              <a:rPr spc="-540" dirty="0"/>
              <a:t> </a:t>
            </a:r>
            <a:r>
              <a:rPr spc="-630" dirty="0"/>
              <a:t>–</a:t>
            </a:r>
            <a:r>
              <a:rPr spc="-570" dirty="0"/>
              <a:t> </a:t>
            </a:r>
            <a:r>
              <a:rPr spc="-295" dirty="0"/>
              <a:t>Ứng</a:t>
            </a:r>
            <a:r>
              <a:rPr spc="-580" dirty="0"/>
              <a:t> </a:t>
            </a:r>
            <a:r>
              <a:rPr spc="-280" dirty="0"/>
              <a:t>dụng</a:t>
            </a:r>
            <a:r>
              <a:rPr spc="-575" dirty="0"/>
              <a:t> </a:t>
            </a:r>
            <a:r>
              <a:rPr spc="-150" dirty="0"/>
              <a:t>thực</a:t>
            </a:r>
            <a:r>
              <a:rPr spc="-560" dirty="0"/>
              <a:t> </a:t>
            </a:r>
            <a:r>
              <a:rPr spc="-195" dirty="0"/>
              <a:t>tế</a:t>
            </a:r>
            <a:r>
              <a:rPr spc="-580" dirty="0"/>
              <a:t> </a:t>
            </a:r>
            <a:r>
              <a:rPr spc="-140" dirty="0"/>
              <a:t>sau</a:t>
            </a:r>
            <a:r>
              <a:rPr spc="-580" dirty="0"/>
              <a:t> </a:t>
            </a:r>
            <a:r>
              <a:rPr spc="-225" dirty="0"/>
              <a:t>môn</a:t>
            </a:r>
            <a:r>
              <a:rPr spc="-575" dirty="0"/>
              <a:t> </a:t>
            </a:r>
            <a:r>
              <a:rPr spc="-25" dirty="0"/>
              <a:t>học</a:t>
            </a:r>
            <a:endParaRPr spc="-25" dirty="0"/>
          </a:p>
        </p:txBody>
      </p:sp>
      <p:sp>
        <p:nvSpPr>
          <p:cNvPr id="3" name="object 3"/>
          <p:cNvSpPr/>
          <p:nvPr/>
        </p:nvSpPr>
        <p:spPr>
          <a:xfrm>
            <a:off x="7782789" y="2297740"/>
            <a:ext cx="5523230" cy="461009"/>
          </a:xfrm>
          <a:custGeom>
            <a:avLst/>
            <a:gdLst/>
            <a:ahLst/>
            <a:cxnLst/>
            <a:rect l="l" t="t" r="r" b="b"/>
            <a:pathLst>
              <a:path w="5523230" h="461010">
                <a:moveTo>
                  <a:pt x="5522773" y="0"/>
                </a:moveTo>
                <a:lnTo>
                  <a:pt x="5522773" y="0"/>
                </a:lnTo>
                <a:lnTo>
                  <a:pt x="0" y="0"/>
                </a:lnTo>
                <a:lnTo>
                  <a:pt x="0" y="460717"/>
                </a:lnTo>
                <a:lnTo>
                  <a:pt x="5522773" y="460717"/>
                </a:lnTo>
                <a:lnTo>
                  <a:pt x="552277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1104" y="1359813"/>
            <a:ext cx="18582640" cy="6132195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208280" indent="-195580">
              <a:lnSpc>
                <a:spcPct val="100000"/>
              </a:lnSpc>
              <a:spcBef>
                <a:spcPts val="1895"/>
              </a:spcBef>
              <a:buSzPct val="41000"/>
              <a:buFont typeface="Calibri"/>
              <a:buChar char="▪"/>
              <a:tabLst>
                <a:tab pos="207645" algn="l"/>
              </a:tabLst>
            </a:pPr>
            <a:r>
              <a:rPr sz="2950" b="1" spc="-320" dirty="0">
                <a:latin typeface="Tahoma"/>
                <a:cs typeface="Tahoma"/>
              </a:rPr>
              <a:t>Mức</a:t>
            </a:r>
            <a:r>
              <a:rPr sz="2950" b="1" spc="-330" dirty="0">
                <a:latin typeface="Tahoma"/>
                <a:cs typeface="Tahoma"/>
              </a:rPr>
              <a:t> </a:t>
            </a:r>
            <a:r>
              <a:rPr sz="2950" b="1" spc="-310" dirty="0">
                <a:latin typeface="Tahoma"/>
                <a:cs typeface="Tahoma"/>
              </a:rPr>
              <a:t>lương</a:t>
            </a:r>
            <a:r>
              <a:rPr sz="2950" b="1" spc="-315" dirty="0">
                <a:latin typeface="Tahoma"/>
                <a:cs typeface="Tahoma"/>
              </a:rPr>
              <a:t> </a:t>
            </a:r>
            <a:r>
              <a:rPr sz="2950" b="1" spc="-254" dirty="0">
                <a:latin typeface="Tahoma"/>
                <a:cs typeface="Tahoma"/>
              </a:rPr>
              <a:t>của</a:t>
            </a:r>
            <a:r>
              <a:rPr sz="2950" b="1" spc="-315" dirty="0">
                <a:latin typeface="Tahoma"/>
                <a:cs typeface="Tahoma"/>
              </a:rPr>
              <a:t> </a:t>
            </a:r>
            <a:r>
              <a:rPr sz="2950" b="1" spc="-305" dirty="0">
                <a:latin typeface="Tahoma"/>
                <a:cs typeface="Tahoma"/>
              </a:rPr>
              <a:t>Frontend</a:t>
            </a:r>
            <a:r>
              <a:rPr sz="2950" b="1" spc="-315" dirty="0">
                <a:latin typeface="Tahoma"/>
                <a:cs typeface="Tahoma"/>
              </a:rPr>
              <a:t> </a:t>
            </a:r>
            <a:r>
              <a:rPr sz="2950" b="1" spc="-285" dirty="0">
                <a:latin typeface="Tahoma"/>
                <a:cs typeface="Tahoma"/>
              </a:rPr>
              <a:t>Developer</a:t>
            </a:r>
            <a:r>
              <a:rPr sz="2950" b="1" spc="-315" dirty="0">
                <a:latin typeface="Tahoma"/>
                <a:cs typeface="Tahoma"/>
              </a:rPr>
              <a:t> </a:t>
            </a:r>
            <a:r>
              <a:rPr sz="2950" b="1" spc="-365" dirty="0">
                <a:latin typeface="Tahoma"/>
                <a:cs typeface="Tahoma"/>
              </a:rPr>
              <a:t>(tham</a:t>
            </a:r>
            <a:r>
              <a:rPr sz="2950" b="1" spc="-310" dirty="0">
                <a:latin typeface="Tahoma"/>
                <a:cs typeface="Tahoma"/>
              </a:rPr>
              <a:t> </a:t>
            </a:r>
            <a:r>
              <a:rPr sz="2950" b="1" spc="-355" dirty="0">
                <a:latin typeface="Tahoma"/>
                <a:cs typeface="Tahoma"/>
              </a:rPr>
              <a:t>khảo)</a:t>
            </a:r>
            <a:endParaRPr sz="2950">
              <a:latin typeface="Tahoma"/>
              <a:cs typeface="Tahoma"/>
            </a:endParaRPr>
          </a:p>
          <a:p>
            <a:pPr marL="389255" lvl="1" indent="-125730">
              <a:lnSpc>
                <a:spcPct val="100000"/>
              </a:lnSpc>
              <a:spcBef>
                <a:spcPts val="1805"/>
              </a:spcBef>
              <a:buSzPct val="41000"/>
              <a:buFont typeface="Calibri"/>
              <a:buChar char="▪"/>
              <a:tabLst>
                <a:tab pos="389255" algn="l"/>
              </a:tabLst>
            </a:pPr>
            <a:r>
              <a:rPr sz="2950" spc="-100" dirty="0">
                <a:latin typeface="Tahoma"/>
                <a:cs typeface="Tahoma"/>
              </a:rPr>
              <a:t>Mức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lương</a:t>
            </a:r>
            <a:r>
              <a:rPr sz="2950" spc="-190" dirty="0">
                <a:latin typeface="Tahoma"/>
                <a:cs typeface="Tahoma"/>
              </a:rPr>
              <a:t> </a:t>
            </a:r>
            <a:r>
              <a:rPr sz="2950" spc="-130" dirty="0">
                <a:latin typeface="Tahoma"/>
                <a:cs typeface="Tahoma"/>
              </a:rPr>
              <a:t>front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end</a:t>
            </a:r>
            <a:r>
              <a:rPr sz="2950" spc="-19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sẽ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nằm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spc="-170" dirty="0">
                <a:latin typeface="Tahoma"/>
                <a:cs typeface="Tahoma"/>
              </a:rPr>
              <a:t>trong</a:t>
            </a:r>
            <a:r>
              <a:rPr sz="2950" spc="-190" dirty="0">
                <a:latin typeface="Tahoma"/>
                <a:cs typeface="Tahoma"/>
              </a:rPr>
              <a:t> </a:t>
            </a:r>
            <a:r>
              <a:rPr sz="2950" spc="-165" dirty="0">
                <a:latin typeface="Tahoma"/>
                <a:cs typeface="Tahoma"/>
              </a:rPr>
              <a:t>khoảng</a:t>
            </a:r>
            <a:r>
              <a:rPr sz="2950" spc="-175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từ</a:t>
            </a:r>
            <a:r>
              <a:rPr sz="2950" spc="-185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10.000.000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spc="-390" dirty="0">
                <a:latin typeface="Tahoma"/>
                <a:cs typeface="Tahoma"/>
              </a:rPr>
              <a:t>–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25.000.000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spc="-165" dirty="0">
                <a:latin typeface="Tahoma"/>
                <a:cs typeface="Tahoma"/>
              </a:rPr>
              <a:t>VNĐ/tháng.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spc="-235" dirty="0">
                <a:latin typeface="Tahoma"/>
                <a:cs typeface="Tahoma"/>
              </a:rPr>
              <a:t>Trong</a:t>
            </a:r>
            <a:r>
              <a:rPr sz="2950" spc="-190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đó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spc="-90" dirty="0">
                <a:latin typeface="Tahoma"/>
                <a:cs typeface="Tahoma"/>
              </a:rPr>
              <a:t>dải</a:t>
            </a:r>
            <a:r>
              <a:rPr sz="2950" spc="-190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lương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spc="-170" dirty="0">
                <a:latin typeface="Tahoma"/>
                <a:cs typeface="Tahoma"/>
              </a:rPr>
              <a:t>trung</a:t>
            </a:r>
            <a:r>
              <a:rPr sz="2950" spc="-190" dirty="0">
                <a:latin typeface="Tahoma"/>
                <a:cs typeface="Tahoma"/>
              </a:rPr>
              <a:t> </a:t>
            </a:r>
            <a:r>
              <a:rPr sz="2950" spc="-114" dirty="0">
                <a:latin typeface="Tahoma"/>
                <a:cs typeface="Tahoma"/>
              </a:rPr>
              <a:t>bình</a:t>
            </a:r>
            <a:r>
              <a:rPr sz="2950" spc="-19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sẽ</a:t>
            </a:r>
            <a:r>
              <a:rPr sz="2950" spc="-180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nằm</a:t>
            </a:r>
            <a:endParaRPr sz="2950">
              <a:latin typeface="Tahoma"/>
              <a:cs typeface="Tahoma"/>
            </a:endParaRPr>
          </a:p>
          <a:p>
            <a:pPr marL="389255">
              <a:lnSpc>
                <a:spcPct val="100000"/>
              </a:lnSpc>
              <a:spcBef>
                <a:spcPts val="1800"/>
              </a:spcBef>
            </a:pPr>
            <a:r>
              <a:rPr sz="2950" spc="-175" dirty="0">
                <a:latin typeface="Tahoma"/>
                <a:cs typeface="Tahoma"/>
              </a:rPr>
              <a:t>trong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65" dirty="0">
                <a:latin typeface="Tahoma"/>
                <a:cs typeface="Tahoma"/>
              </a:rPr>
              <a:t>khoảng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từ</a:t>
            </a:r>
            <a:r>
              <a:rPr sz="2950" spc="-320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8.000.000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390" dirty="0">
                <a:latin typeface="Tahoma"/>
                <a:cs typeface="Tahoma"/>
              </a:rPr>
              <a:t>–</a:t>
            </a:r>
            <a:r>
              <a:rPr sz="2950" spc="-325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13.000.000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55" dirty="0">
                <a:latin typeface="Tahoma"/>
                <a:cs typeface="Tahoma"/>
              </a:rPr>
              <a:t>VNĐ/tháng.</a:t>
            </a:r>
            <a:endParaRPr sz="2950">
              <a:latin typeface="Tahoma"/>
              <a:cs typeface="Tahoma"/>
            </a:endParaRPr>
          </a:p>
          <a:p>
            <a:pPr marL="389255" lvl="1" indent="-125730">
              <a:lnSpc>
                <a:spcPct val="100000"/>
              </a:lnSpc>
              <a:spcBef>
                <a:spcPts val="1805"/>
              </a:spcBef>
              <a:buSzPct val="41000"/>
              <a:buFont typeface="Calibri"/>
              <a:buChar char="▪"/>
              <a:tabLst>
                <a:tab pos="389255" algn="l"/>
              </a:tabLst>
            </a:pPr>
            <a:r>
              <a:rPr sz="2950" spc="-125" dirty="0">
                <a:latin typeface="Tahoma"/>
                <a:cs typeface="Tahoma"/>
              </a:rPr>
              <a:t>Đối</a:t>
            </a:r>
            <a:r>
              <a:rPr sz="2950" spc="-300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với</a:t>
            </a:r>
            <a:r>
              <a:rPr sz="2950" spc="-285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những</a:t>
            </a:r>
            <a:r>
              <a:rPr sz="2950" spc="-290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nhân</a:t>
            </a:r>
            <a:r>
              <a:rPr sz="2950" spc="-290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viên</a:t>
            </a:r>
            <a:r>
              <a:rPr sz="2950" spc="-290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lập</a:t>
            </a:r>
            <a:r>
              <a:rPr sz="2950" spc="-295" dirty="0">
                <a:latin typeface="Tahoma"/>
                <a:cs typeface="Tahoma"/>
              </a:rPr>
              <a:t> </a:t>
            </a:r>
            <a:r>
              <a:rPr sz="2950" spc="-130" dirty="0">
                <a:latin typeface="Tahoma"/>
                <a:cs typeface="Tahoma"/>
              </a:rPr>
              <a:t>trình</a:t>
            </a:r>
            <a:r>
              <a:rPr sz="2950" spc="-290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front</a:t>
            </a:r>
            <a:r>
              <a:rPr sz="2950" spc="-285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end</a:t>
            </a:r>
            <a:r>
              <a:rPr sz="2950" spc="-290" dirty="0">
                <a:latin typeface="Tahoma"/>
                <a:cs typeface="Tahoma"/>
              </a:rPr>
              <a:t> </a:t>
            </a:r>
            <a:r>
              <a:rPr sz="2950" spc="-105" dirty="0">
                <a:latin typeface="Tahoma"/>
                <a:cs typeface="Tahoma"/>
              </a:rPr>
              <a:t>chưa</a:t>
            </a:r>
            <a:r>
              <a:rPr sz="2950" spc="-290" dirty="0">
                <a:latin typeface="Tahoma"/>
                <a:cs typeface="Tahoma"/>
              </a:rPr>
              <a:t> </a:t>
            </a:r>
            <a:r>
              <a:rPr sz="2950" spc="-35" dirty="0">
                <a:latin typeface="Tahoma"/>
                <a:cs typeface="Tahoma"/>
              </a:rPr>
              <a:t>có</a:t>
            </a:r>
            <a:r>
              <a:rPr sz="2950" spc="-290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nhiều</a:t>
            </a:r>
            <a:r>
              <a:rPr sz="2950" spc="-290" dirty="0">
                <a:latin typeface="Tahoma"/>
                <a:cs typeface="Tahoma"/>
              </a:rPr>
              <a:t> </a:t>
            </a:r>
            <a:r>
              <a:rPr sz="2950" spc="-130" dirty="0">
                <a:latin typeface="Tahoma"/>
                <a:cs typeface="Tahoma"/>
              </a:rPr>
              <a:t>kinh</a:t>
            </a:r>
            <a:r>
              <a:rPr sz="2950" spc="-290" dirty="0">
                <a:latin typeface="Tahoma"/>
                <a:cs typeface="Tahoma"/>
              </a:rPr>
              <a:t> </a:t>
            </a:r>
            <a:r>
              <a:rPr sz="2950" spc="-160" dirty="0">
                <a:latin typeface="Tahoma"/>
                <a:cs typeface="Tahoma"/>
              </a:rPr>
              <a:t>nghiệm,</a:t>
            </a:r>
            <a:r>
              <a:rPr sz="2950" spc="-285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hoặc</a:t>
            </a:r>
            <a:r>
              <a:rPr sz="2950" spc="-300" dirty="0">
                <a:latin typeface="Tahoma"/>
                <a:cs typeface="Tahoma"/>
              </a:rPr>
              <a:t> </a:t>
            </a:r>
            <a:r>
              <a:rPr sz="2950" spc="-130" dirty="0">
                <a:latin typeface="Tahoma"/>
                <a:cs typeface="Tahoma"/>
              </a:rPr>
              <a:t>kinh</a:t>
            </a:r>
            <a:r>
              <a:rPr sz="2950" spc="-295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nghiệm</a:t>
            </a:r>
            <a:r>
              <a:rPr sz="2950" spc="-280" dirty="0">
                <a:latin typeface="Tahoma"/>
                <a:cs typeface="Tahoma"/>
              </a:rPr>
              <a:t> </a:t>
            </a:r>
            <a:r>
              <a:rPr sz="2950" spc="-110" dirty="0">
                <a:latin typeface="Tahoma"/>
                <a:cs typeface="Tahoma"/>
              </a:rPr>
              <a:t>dưới</a:t>
            </a:r>
            <a:r>
              <a:rPr sz="2950" spc="-280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6</a:t>
            </a:r>
            <a:r>
              <a:rPr sz="2950" spc="-295" dirty="0">
                <a:latin typeface="Tahoma"/>
                <a:cs typeface="Tahoma"/>
              </a:rPr>
              <a:t> </a:t>
            </a:r>
            <a:r>
              <a:rPr sz="2950" spc="-175" dirty="0">
                <a:latin typeface="Tahoma"/>
                <a:cs typeface="Tahoma"/>
              </a:rPr>
              <a:t>tháng</a:t>
            </a:r>
            <a:r>
              <a:rPr sz="2950" spc="-29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sẽ</a:t>
            </a:r>
            <a:r>
              <a:rPr sz="2950" spc="-285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nhận</a:t>
            </a:r>
            <a:r>
              <a:rPr sz="2950" spc="-295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mức</a:t>
            </a:r>
            <a:r>
              <a:rPr sz="2950" spc="-290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lương</a:t>
            </a:r>
            <a:endParaRPr sz="2950">
              <a:latin typeface="Tahoma"/>
              <a:cs typeface="Tahoma"/>
            </a:endParaRPr>
          </a:p>
          <a:p>
            <a:pPr marL="389255">
              <a:lnSpc>
                <a:spcPct val="100000"/>
              </a:lnSpc>
              <a:spcBef>
                <a:spcPts val="1805"/>
              </a:spcBef>
            </a:pPr>
            <a:r>
              <a:rPr sz="2950" spc="-135" dirty="0">
                <a:latin typeface="Tahoma"/>
                <a:cs typeface="Tahoma"/>
              </a:rPr>
              <a:t>ban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đầu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45" dirty="0">
                <a:latin typeface="Tahoma"/>
                <a:cs typeface="Tahoma"/>
              </a:rPr>
              <a:t>là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5.000.000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60" dirty="0">
                <a:latin typeface="Tahoma"/>
                <a:cs typeface="Tahoma"/>
              </a:rPr>
              <a:t>VNĐ/tháng.</a:t>
            </a:r>
            <a:endParaRPr sz="2950">
              <a:latin typeface="Tahoma"/>
              <a:cs typeface="Tahoma"/>
            </a:endParaRPr>
          </a:p>
          <a:p>
            <a:pPr marL="389255" marR="6985" lvl="1" indent="-125730">
              <a:lnSpc>
                <a:spcPct val="151000"/>
              </a:lnSpc>
              <a:buSzPct val="41000"/>
              <a:buFont typeface="Calibri"/>
              <a:buChar char="▪"/>
              <a:tabLst>
                <a:tab pos="389255" algn="l"/>
              </a:tabLst>
            </a:pPr>
            <a:r>
              <a:rPr sz="2950" spc="-125" dirty="0">
                <a:latin typeface="Tahoma"/>
                <a:cs typeface="Tahoma"/>
              </a:rPr>
              <a:t>Đối</a:t>
            </a:r>
            <a:r>
              <a:rPr sz="2950" spc="-220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với</a:t>
            </a:r>
            <a:r>
              <a:rPr sz="2950" spc="-204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những</a:t>
            </a:r>
            <a:r>
              <a:rPr sz="2950" spc="-215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nhân</a:t>
            </a:r>
            <a:r>
              <a:rPr sz="2950" spc="-204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viên</a:t>
            </a:r>
            <a:r>
              <a:rPr sz="2950" spc="-204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lập</a:t>
            </a:r>
            <a:r>
              <a:rPr sz="2950" spc="-210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trình</a:t>
            </a:r>
            <a:r>
              <a:rPr sz="2950" spc="-220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front</a:t>
            </a:r>
            <a:r>
              <a:rPr sz="2950" spc="-200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end</a:t>
            </a:r>
            <a:r>
              <a:rPr sz="2950" spc="-210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đã</a:t>
            </a:r>
            <a:r>
              <a:rPr sz="2950" spc="-215" dirty="0">
                <a:latin typeface="Tahoma"/>
                <a:cs typeface="Tahoma"/>
              </a:rPr>
              <a:t> </a:t>
            </a:r>
            <a:r>
              <a:rPr sz="2950" spc="-35" dirty="0">
                <a:latin typeface="Tahoma"/>
                <a:cs typeface="Tahoma"/>
              </a:rPr>
              <a:t>có</a:t>
            </a:r>
            <a:r>
              <a:rPr sz="2950" spc="-215" dirty="0">
                <a:latin typeface="Tahoma"/>
                <a:cs typeface="Tahoma"/>
              </a:rPr>
              <a:t> </a:t>
            </a:r>
            <a:r>
              <a:rPr sz="2950" spc="-130" dirty="0">
                <a:latin typeface="Tahoma"/>
                <a:cs typeface="Tahoma"/>
              </a:rPr>
              <a:t>kinh</a:t>
            </a:r>
            <a:r>
              <a:rPr sz="2950" spc="-225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nghiệm</a:t>
            </a:r>
            <a:r>
              <a:rPr sz="2950" spc="-195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từ</a:t>
            </a:r>
            <a:r>
              <a:rPr sz="2950" spc="-210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6</a:t>
            </a:r>
            <a:r>
              <a:rPr sz="2950" spc="-204" dirty="0">
                <a:latin typeface="Tahoma"/>
                <a:cs typeface="Tahoma"/>
              </a:rPr>
              <a:t> </a:t>
            </a:r>
            <a:r>
              <a:rPr sz="2950" spc="-170" dirty="0">
                <a:latin typeface="Tahoma"/>
                <a:cs typeface="Tahoma"/>
              </a:rPr>
              <a:t>tháng</a:t>
            </a:r>
            <a:r>
              <a:rPr sz="2950" spc="-210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đến</a:t>
            </a:r>
            <a:r>
              <a:rPr sz="2950" spc="-210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1,5</a:t>
            </a:r>
            <a:r>
              <a:rPr sz="2950" spc="-215" dirty="0">
                <a:latin typeface="Tahoma"/>
                <a:cs typeface="Tahoma"/>
              </a:rPr>
              <a:t> </a:t>
            </a:r>
            <a:r>
              <a:rPr sz="2950" spc="-145" dirty="0">
                <a:latin typeface="Tahoma"/>
                <a:cs typeface="Tahoma"/>
              </a:rPr>
              <a:t>năm</a:t>
            </a:r>
            <a:r>
              <a:rPr sz="2950" spc="-210" dirty="0">
                <a:latin typeface="Tahoma"/>
                <a:cs typeface="Tahoma"/>
              </a:rPr>
              <a:t> </a:t>
            </a:r>
            <a:r>
              <a:rPr sz="2950" spc="-175" dirty="0">
                <a:latin typeface="Tahoma"/>
                <a:cs typeface="Tahoma"/>
              </a:rPr>
              <a:t>hay</a:t>
            </a:r>
            <a:r>
              <a:rPr sz="2950" spc="-215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2</a:t>
            </a:r>
            <a:r>
              <a:rPr sz="2950" spc="-204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năm,</a:t>
            </a:r>
            <a:r>
              <a:rPr sz="2950" spc="-204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mức</a:t>
            </a:r>
            <a:r>
              <a:rPr sz="2950" spc="-210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lương</a:t>
            </a:r>
            <a:r>
              <a:rPr sz="2950" spc="-210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phổ</a:t>
            </a:r>
            <a:r>
              <a:rPr sz="2950" spc="-210" dirty="0">
                <a:latin typeface="Tahoma"/>
                <a:cs typeface="Tahoma"/>
              </a:rPr>
              <a:t> </a:t>
            </a:r>
            <a:r>
              <a:rPr sz="2950" spc="-105" dirty="0">
                <a:latin typeface="Tahoma"/>
                <a:cs typeface="Tahoma"/>
              </a:rPr>
              <a:t>biến</a:t>
            </a:r>
            <a:r>
              <a:rPr sz="2950" spc="-204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sẽ </a:t>
            </a:r>
            <a:r>
              <a:rPr sz="2950" spc="-114" dirty="0">
                <a:latin typeface="Tahoma"/>
                <a:cs typeface="Tahoma"/>
              </a:rPr>
              <a:t>rơi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60" dirty="0">
                <a:latin typeface="Tahoma"/>
                <a:cs typeface="Tahoma"/>
              </a:rPr>
              <a:t>vào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65" dirty="0">
                <a:latin typeface="Tahoma"/>
                <a:cs typeface="Tahoma"/>
              </a:rPr>
              <a:t>khoảng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12.600.000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390" dirty="0">
                <a:latin typeface="Tahoma"/>
                <a:cs typeface="Tahoma"/>
              </a:rPr>
              <a:t>–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16.800.000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85" dirty="0">
                <a:latin typeface="Tahoma"/>
                <a:cs typeface="Tahoma"/>
              </a:rPr>
              <a:t>VNĐ/tháng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75" dirty="0">
                <a:latin typeface="Tahoma"/>
                <a:cs typeface="Tahoma"/>
              </a:rPr>
              <a:t>tương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220" dirty="0">
                <a:latin typeface="Tahoma"/>
                <a:cs typeface="Tahoma"/>
              </a:rPr>
              <a:t>xứng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với</a:t>
            </a:r>
            <a:r>
              <a:rPr sz="2950" spc="-325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vị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10" dirty="0">
                <a:latin typeface="Tahoma"/>
                <a:cs typeface="Tahoma"/>
              </a:rPr>
              <a:t>trí,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cấp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bậc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hiện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tại</a:t>
            </a:r>
            <a:r>
              <a:rPr sz="2950" spc="-325" dirty="0">
                <a:latin typeface="Tahoma"/>
                <a:cs typeface="Tahoma"/>
              </a:rPr>
              <a:t> </a:t>
            </a:r>
            <a:r>
              <a:rPr sz="2950" spc="-35" dirty="0">
                <a:latin typeface="Tahoma"/>
                <a:cs typeface="Tahoma"/>
              </a:rPr>
              <a:t>có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thể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45" dirty="0">
                <a:latin typeface="Tahoma"/>
                <a:cs typeface="Tahoma"/>
              </a:rPr>
              <a:t>là</a:t>
            </a:r>
            <a:r>
              <a:rPr sz="2950" spc="-325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Junior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hoặc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Mid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Level.</a:t>
            </a:r>
            <a:endParaRPr sz="2950">
              <a:latin typeface="Tahoma"/>
              <a:cs typeface="Tahoma"/>
            </a:endParaRPr>
          </a:p>
          <a:p>
            <a:pPr marL="389255" lvl="1" indent="-125730">
              <a:lnSpc>
                <a:spcPct val="100000"/>
              </a:lnSpc>
              <a:spcBef>
                <a:spcPts val="1800"/>
              </a:spcBef>
              <a:buSzPct val="41000"/>
              <a:buFont typeface="Calibri"/>
              <a:buChar char="▪"/>
              <a:tabLst>
                <a:tab pos="389255" algn="l"/>
              </a:tabLst>
            </a:pPr>
            <a:r>
              <a:rPr sz="2950" spc="-195" dirty="0">
                <a:latin typeface="Tahoma"/>
                <a:cs typeface="Tahoma"/>
              </a:rPr>
              <a:t>Tại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các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vị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trí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front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end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cấp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cao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210" dirty="0">
                <a:latin typeface="Tahoma"/>
                <a:cs typeface="Tahoma"/>
              </a:rPr>
              <a:t>ứng</a:t>
            </a:r>
            <a:r>
              <a:rPr sz="2950" spc="-355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viên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phải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35" dirty="0">
                <a:latin typeface="Tahoma"/>
                <a:cs typeface="Tahoma"/>
              </a:rPr>
              <a:t>có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210" dirty="0">
                <a:latin typeface="Tahoma"/>
                <a:cs typeface="Tahoma"/>
              </a:rPr>
              <a:t>ứng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45" dirty="0">
                <a:latin typeface="Tahoma"/>
                <a:cs typeface="Tahoma"/>
              </a:rPr>
              <a:t>nhất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từ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3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390" dirty="0">
                <a:latin typeface="Tahoma"/>
                <a:cs typeface="Tahoma"/>
              </a:rPr>
              <a:t>–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5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45" dirty="0">
                <a:latin typeface="Tahoma"/>
                <a:cs typeface="Tahoma"/>
              </a:rPr>
              <a:t>năm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30" dirty="0">
                <a:latin typeface="Tahoma"/>
                <a:cs typeface="Tahoma"/>
              </a:rPr>
              <a:t>kinh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nghiệm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75" dirty="0">
                <a:latin typeface="Tahoma"/>
                <a:cs typeface="Tahoma"/>
              </a:rPr>
              <a:t>trong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75" dirty="0">
                <a:latin typeface="Tahoma"/>
                <a:cs typeface="Tahoma"/>
              </a:rPr>
              <a:t>ngành.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60" dirty="0">
                <a:latin typeface="Tahoma"/>
                <a:cs typeface="Tahoma"/>
              </a:rPr>
              <a:t>Và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cấp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độ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14" dirty="0">
                <a:latin typeface="Tahoma"/>
                <a:cs typeface="Tahoma"/>
              </a:rPr>
              <a:t>hiện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tại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sẽ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ở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mức</a:t>
            </a:r>
            <a:endParaRPr sz="2950">
              <a:latin typeface="Tahoma"/>
              <a:cs typeface="Tahoma"/>
            </a:endParaRPr>
          </a:p>
          <a:p>
            <a:pPr marL="389255">
              <a:lnSpc>
                <a:spcPct val="100000"/>
              </a:lnSpc>
              <a:spcBef>
                <a:spcPts val="1805"/>
              </a:spcBef>
            </a:pPr>
            <a:r>
              <a:rPr sz="2950" spc="-114" dirty="0">
                <a:latin typeface="Tahoma"/>
                <a:cs typeface="Tahoma"/>
              </a:rPr>
              <a:t>Senior,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Supervisor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80" dirty="0">
                <a:latin typeface="Tahoma"/>
                <a:cs typeface="Tahoma"/>
              </a:rPr>
              <a:t>hay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30" dirty="0">
                <a:latin typeface="Tahoma"/>
                <a:cs typeface="Tahoma"/>
              </a:rPr>
              <a:t>Leader,</a:t>
            </a:r>
            <a:r>
              <a:rPr sz="2950" spc="-310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do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đó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mức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lương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sẽ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95" dirty="0">
                <a:latin typeface="Tahoma"/>
                <a:cs typeface="Tahoma"/>
              </a:rPr>
              <a:t>thuộc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60" dirty="0">
                <a:latin typeface="Tahoma"/>
                <a:cs typeface="Tahoma"/>
              </a:rPr>
              <a:t>nhóm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cao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từ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21.000.000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35" dirty="0">
                <a:latin typeface="Tahoma"/>
                <a:cs typeface="Tahoma"/>
              </a:rPr>
              <a:t>VNĐ/tháng.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5069840" cy="530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3670300" lvl="8">
              <a:lnSpc>
                <a:spcPct val="100000"/>
              </a:lnSpc>
            </a:pPr>
            <a:endParaRPr spc="-2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15" dirty="0"/>
              <a:t>LỘ</a:t>
            </a:r>
            <a:r>
              <a:rPr spc="-585" dirty="0"/>
              <a:t> </a:t>
            </a:r>
            <a:r>
              <a:rPr spc="-365" dirty="0"/>
              <a:t>TRÌNH</a:t>
            </a:r>
            <a:r>
              <a:rPr spc="-580" dirty="0"/>
              <a:t> </a:t>
            </a:r>
            <a:r>
              <a:rPr spc="-140" dirty="0"/>
              <a:t>NGHỀ</a:t>
            </a:r>
            <a:r>
              <a:rPr spc="-585" dirty="0"/>
              <a:t> </a:t>
            </a:r>
            <a:r>
              <a:rPr spc="-229" dirty="0"/>
              <a:t>NGHIỆP</a:t>
            </a:r>
            <a:r>
              <a:rPr spc="-540" dirty="0"/>
              <a:t> </a:t>
            </a:r>
            <a:r>
              <a:rPr spc="-630" dirty="0"/>
              <a:t>–</a:t>
            </a:r>
            <a:r>
              <a:rPr spc="-570" dirty="0"/>
              <a:t> </a:t>
            </a:r>
            <a:r>
              <a:rPr spc="-295" dirty="0"/>
              <a:t>Ứng</a:t>
            </a:r>
            <a:r>
              <a:rPr spc="-580" dirty="0"/>
              <a:t> </a:t>
            </a:r>
            <a:r>
              <a:rPr spc="-280" dirty="0"/>
              <a:t>dụng</a:t>
            </a:r>
            <a:r>
              <a:rPr spc="-575" dirty="0"/>
              <a:t> </a:t>
            </a:r>
            <a:r>
              <a:rPr spc="-150" dirty="0"/>
              <a:t>thực</a:t>
            </a:r>
            <a:r>
              <a:rPr spc="-560" dirty="0"/>
              <a:t> </a:t>
            </a:r>
            <a:r>
              <a:rPr spc="-195" dirty="0"/>
              <a:t>tế</a:t>
            </a:r>
            <a:r>
              <a:rPr spc="-580" dirty="0"/>
              <a:t> </a:t>
            </a:r>
            <a:r>
              <a:rPr spc="-140" dirty="0"/>
              <a:t>sau</a:t>
            </a:r>
            <a:r>
              <a:rPr spc="-580" dirty="0"/>
              <a:t> </a:t>
            </a:r>
            <a:r>
              <a:rPr spc="-225" dirty="0"/>
              <a:t>môn</a:t>
            </a:r>
            <a:r>
              <a:rPr spc="-575" dirty="0"/>
              <a:t> </a:t>
            </a:r>
            <a:r>
              <a:rPr spc="-25" dirty="0"/>
              <a:t>học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1104" y="1338870"/>
            <a:ext cx="18583910" cy="5001260"/>
          </a:xfrm>
          <a:prstGeom prst="rect">
            <a:avLst/>
          </a:prstGeom>
        </p:spPr>
        <p:txBody>
          <a:bodyPr vert="horz" wrap="square" lIns="0" tIns="292100" rIns="0" bIns="0" rtlCol="0">
            <a:spAutoFit/>
          </a:bodyPr>
          <a:lstStyle/>
          <a:p>
            <a:pPr marL="226695" indent="-213995" algn="just">
              <a:lnSpc>
                <a:spcPct val="100000"/>
              </a:lnSpc>
              <a:spcBef>
                <a:spcPts val="2300"/>
              </a:spcBef>
              <a:buSzPct val="33000"/>
              <a:buFont typeface="Calibri"/>
              <a:buChar char="▪"/>
              <a:tabLst>
                <a:tab pos="226695" algn="l"/>
              </a:tabLst>
            </a:pPr>
            <a:r>
              <a:rPr sz="3600" b="1" spc="-365" dirty="0">
                <a:latin typeface="Tahoma"/>
                <a:cs typeface="Tahoma"/>
              </a:rPr>
              <a:t>Mức</a:t>
            </a:r>
            <a:r>
              <a:rPr sz="3600" b="1" spc="-395" dirty="0">
                <a:latin typeface="Tahoma"/>
                <a:cs typeface="Tahoma"/>
              </a:rPr>
              <a:t> </a:t>
            </a:r>
            <a:r>
              <a:rPr sz="3600" b="1" spc="-380" dirty="0">
                <a:latin typeface="Tahoma"/>
                <a:cs typeface="Tahoma"/>
              </a:rPr>
              <a:t>lương</a:t>
            </a:r>
            <a:r>
              <a:rPr sz="3600" b="1" spc="-385" dirty="0">
                <a:latin typeface="Tahoma"/>
                <a:cs typeface="Tahoma"/>
              </a:rPr>
              <a:t> </a:t>
            </a:r>
            <a:r>
              <a:rPr sz="3600" b="1" spc="-300" dirty="0">
                <a:latin typeface="Tahoma"/>
                <a:cs typeface="Tahoma"/>
              </a:rPr>
              <a:t>của</a:t>
            </a:r>
            <a:r>
              <a:rPr sz="3600" b="1" spc="-409" dirty="0">
                <a:latin typeface="Tahoma"/>
                <a:cs typeface="Tahoma"/>
              </a:rPr>
              <a:t> </a:t>
            </a:r>
            <a:r>
              <a:rPr sz="3600" b="1" spc="-370" dirty="0">
                <a:latin typeface="Tahoma"/>
                <a:cs typeface="Tahoma"/>
              </a:rPr>
              <a:t>Frontend</a:t>
            </a:r>
            <a:r>
              <a:rPr sz="3600" b="1" spc="-390" dirty="0">
                <a:latin typeface="Tahoma"/>
                <a:cs typeface="Tahoma"/>
              </a:rPr>
              <a:t> </a:t>
            </a:r>
            <a:r>
              <a:rPr sz="3600" b="1" spc="-350" dirty="0">
                <a:latin typeface="Tahoma"/>
                <a:cs typeface="Tahoma"/>
              </a:rPr>
              <a:t>Developer</a:t>
            </a:r>
            <a:endParaRPr sz="3600">
              <a:latin typeface="Tahoma"/>
              <a:cs typeface="Tahoma"/>
            </a:endParaRPr>
          </a:p>
          <a:p>
            <a:pPr marL="389255" marR="6350" lvl="1" indent="-125730" algn="just">
              <a:lnSpc>
                <a:spcPts val="6530"/>
              </a:lnSpc>
              <a:spcBef>
                <a:spcPts val="585"/>
              </a:spcBef>
              <a:buSzPct val="33000"/>
              <a:buFont typeface="Calibri"/>
              <a:buChar char="▪"/>
              <a:tabLst>
                <a:tab pos="389255" algn="l"/>
              </a:tabLst>
            </a:pPr>
            <a:r>
              <a:rPr sz="3600" spc="-455" dirty="0">
                <a:latin typeface="Tahoma"/>
                <a:cs typeface="Tahoma"/>
              </a:rPr>
              <a:t>Tùy</a:t>
            </a:r>
            <a:r>
              <a:rPr sz="3600" spc="170" dirty="0">
                <a:latin typeface="Tahoma"/>
                <a:cs typeface="Tahoma"/>
              </a:rPr>
              <a:t> </a:t>
            </a:r>
            <a:r>
              <a:rPr sz="3600" spc="-225" dirty="0">
                <a:latin typeface="Tahoma"/>
                <a:cs typeface="Tahoma"/>
              </a:rPr>
              <a:t>vào</a:t>
            </a:r>
            <a:r>
              <a:rPr sz="3600" spc="-55" dirty="0">
                <a:latin typeface="Tahoma"/>
                <a:cs typeface="Tahoma"/>
              </a:rPr>
              <a:t> </a:t>
            </a:r>
            <a:r>
              <a:rPr sz="3600" spc="-140" dirty="0">
                <a:latin typeface="Tahoma"/>
                <a:cs typeface="Tahoma"/>
              </a:rPr>
              <a:t>trình </a:t>
            </a:r>
            <a:r>
              <a:rPr sz="3600" spc="-180" dirty="0">
                <a:latin typeface="Tahoma"/>
                <a:cs typeface="Tahoma"/>
              </a:rPr>
              <a:t>độ,</a:t>
            </a:r>
            <a:r>
              <a:rPr sz="3600" spc="-100" dirty="0">
                <a:latin typeface="Tahoma"/>
                <a:cs typeface="Tahoma"/>
              </a:rPr>
              <a:t> </a:t>
            </a:r>
            <a:r>
              <a:rPr sz="3600" spc="-30" dirty="0">
                <a:latin typeface="Tahoma"/>
                <a:cs typeface="Tahoma"/>
              </a:rPr>
              <a:t>số</a:t>
            </a:r>
            <a:r>
              <a:rPr sz="3600" spc="-254" dirty="0">
                <a:latin typeface="Tahoma"/>
                <a:cs typeface="Tahoma"/>
              </a:rPr>
              <a:t> </a:t>
            </a:r>
            <a:r>
              <a:rPr sz="3600" spc="-185" dirty="0">
                <a:latin typeface="Tahoma"/>
                <a:cs typeface="Tahoma"/>
              </a:rPr>
              <a:t>năm</a:t>
            </a:r>
            <a:r>
              <a:rPr sz="3600" spc="-95" dirty="0">
                <a:latin typeface="Tahoma"/>
                <a:cs typeface="Tahoma"/>
              </a:rPr>
              <a:t> </a:t>
            </a:r>
            <a:r>
              <a:rPr sz="3600" spc="-145" dirty="0">
                <a:latin typeface="Tahoma"/>
                <a:cs typeface="Tahoma"/>
              </a:rPr>
              <a:t>kinh</a:t>
            </a:r>
            <a:r>
              <a:rPr sz="3600" spc="-135" dirty="0">
                <a:latin typeface="Tahoma"/>
                <a:cs typeface="Tahoma"/>
              </a:rPr>
              <a:t> </a:t>
            </a:r>
            <a:r>
              <a:rPr sz="3600" spc="-200" dirty="0">
                <a:latin typeface="Tahoma"/>
                <a:cs typeface="Tahoma"/>
              </a:rPr>
              <a:t>nghiệm,</a:t>
            </a:r>
            <a:r>
              <a:rPr sz="3600" spc="-80" dirty="0">
                <a:latin typeface="Tahoma"/>
                <a:cs typeface="Tahoma"/>
              </a:rPr>
              <a:t> </a:t>
            </a:r>
            <a:r>
              <a:rPr sz="3600" spc="-190" dirty="0">
                <a:latin typeface="Tahoma"/>
                <a:cs typeface="Tahoma"/>
              </a:rPr>
              <a:t>thâm</a:t>
            </a:r>
            <a:r>
              <a:rPr sz="3600" spc="-95" dirty="0">
                <a:latin typeface="Tahoma"/>
                <a:cs typeface="Tahoma"/>
              </a:rPr>
              <a:t> </a:t>
            </a:r>
            <a:r>
              <a:rPr sz="3600" spc="-145" dirty="0">
                <a:latin typeface="Tahoma"/>
                <a:cs typeface="Tahoma"/>
              </a:rPr>
              <a:t>niên</a:t>
            </a:r>
            <a:r>
              <a:rPr sz="3600" spc="-135" dirty="0">
                <a:latin typeface="Tahoma"/>
                <a:cs typeface="Tahoma"/>
              </a:rPr>
              <a:t> </a:t>
            </a:r>
            <a:r>
              <a:rPr sz="3600" spc="-225" dirty="0">
                <a:latin typeface="Tahoma"/>
                <a:cs typeface="Tahoma"/>
              </a:rPr>
              <a:t>mà</a:t>
            </a:r>
            <a:r>
              <a:rPr sz="3600" spc="-55" dirty="0">
                <a:latin typeface="Tahoma"/>
                <a:cs typeface="Tahoma"/>
              </a:rPr>
              <a:t> </a:t>
            </a:r>
            <a:r>
              <a:rPr sz="3600" spc="-120" dirty="0">
                <a:latin typeface="Tahoma"/>
                <a:cs typeface="Tahoma"/>
              </a:rPr>
              <a:t>mức</a:t>
            </a:r>
            <a:r>
              <a:rPr sz="3600" spc="-160" dirty="0">
                <a:latin typeface="Tahoma"/>
                <a:cs typeface="Tahoma"/>
              </a:rPr>
              <a:t> </a:t>
            </a:r>
            <a:r>
              <a:rPr sz="3600" spc="-204" dirty="0">
                <a:latin typeface="Tahoma"/>
                <a:cs typeface="Tahoma"/>
              </a:rPr>
              <a:t>lương</a:t>
            </a:r>
            <a:r>
              <a:rPr sz="3600" spc="-80" dirty="0">
                <a:latin typeface="Tahoma"/>
                <a:cs typeface="Tahoma"/>
              </a:rPr>
              <a:t> </a:t>
            </a:r>
            <a:r>
              <a:rPr sz="3600" spc="-65" dirty="0">
                <a:latin typeface="Tahoma"/>
                <a:cs typeface="Tahoma"/>
              </a:rPr>
              <a:t>của</a:t>
            </a:r>
            <a:r>
              <a:rPr sz="3600" spc="-145" dirty="0">
                <a:latin typeface="Tahoma"/>
                <a:cs typeface="Tahoma"/>
              </a:rPr>
              <a:t> </a:t>
            </a:r>
            <a:r>
              <a:rPr sz="3600" spc="-200" dirty="0">
                <a:latin typeface="Tahoma"/>
                <a:cs typeface="Tahoma"/>
              </a:rPr>
              <a:t>nhân</a:t>
            </a:r>
            <a:r>
              <a:rPr sz="3600" spc="-80" dirty="0">
                <a:latin typeface="Tahoma"/>
                <a:cs typeface="Tahoma"/>
              </a:rPr>
              <a:t> </a:t>
            </a:r>
            <a:r>
              <a:rPr sz="3600" spc="-185" dirty="0">
                <a:latin typeface="Tahoma"/>
                <a:cs typeface="Tahoma"/>
              </a:rPr>
              <a:t>viên</a:t>
            </a:r>
            <a:r>
              <a:rPr sz="3600" spc="-95" dirty="0">
                <a:latin typeface="Tahoma"/>
                <a:cs typeface="Tahoma"/>
              </a:rPr>
              <a:t> </a:t>
            </a:r>
            <a:r>
              <a:rPr sz="3600" spc="-45" dirty="0">
                <a:latin typeface="Tahoma"/>
                <a:cs typeface="Tahoma"/>
              </a:rPr>
              <a:t>lập</a:t>
            </a:r>
            <a:r>
              <a:rPr sz="3600" spc="-95" dirty="0">
                <a:latin typeface="Tahoma"/>
                <a:cs typeface="Tahoma"/>
              </a:rPr>
              <a:t> </a:t>
            </a:r>
            <a:r>
              <a:rPr sz="3600" spc="-140" dirty="0">
                <a:latin typeface="Tahoma"/>
                <a:cs typeface="Tahoma"/>
              </a:rPr>
              <a:t>trình</a:t>
            </a:r>
            <a:r>
              <a:rPr sz="3600" spc="-100" dirty="0">
                <a:latin typeface="Tahoma"/>
                <a:cs typeface="Tahoma"/>
              </a:rPr>
              <a:t> </a:t>
            </a:r>
            <a:r>
              <a:rPr sz="3600" spc="-185" dirty="0">
                <a:latin typeface="Tahoma"/>
                <a:cs typeface="Tahoma"/>
              </a:rPr>
              <a:t>viên</a:t>
            </a:r>
            <a:r>
              <a:rPr sz="3600" spc="-10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front </a:t>
            </a:r>
            <a:r>
              <a:rPr sz="3600" spc="-170" dirty="0">
                <a:latin typeface="Tahoma"/>
                <a:cs typeface="Tahoma"/>
              </a:rPr>
              <a:t>end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45" dirty="0">
                <a:latin typeface="Tahoma"/>
                <a:cs typeface="Tahoma"/>
              </a:rPr>
              <a:t>có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160" dirty="0">
                <a:latin typeface="Tahoma"/>
                <a:cs typeface="Tahoma"/>
              </a:rPr>
              <a:t>thể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100" dirty="0">
                <a:latin typeface="Tahoma"/>
                <a:cs typeface="Tahoma"/>
              </a:rPr>
              <a:t>lên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185" dirty="0">
                <a:latin typeface="Tahoma"/>
                <a:cs typeface="Tahoma"/>
              </a:rPr>
              <a:t>đến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50" dirty="0">
                <a:latin typeface="Tahoma"/>
                <a:cs typeface="Tahoma"/>
              </a:rPr>
              <a:t>60.000.000</a:t>
            </a:r>
            <a:r>
              <a:rPr sz="3600" spc="-405" dirty="0">
                <a:latin typeface="Tahoma"/>
                <a:cs typeface="Tahoma"/>
              </a:rPr>
              <a:t> </a:t>
            </a:r>
            <a:r>
              <a:rPr sz="3600" spc="-70" dirty="0">
                <a:latin typeface="Tahoma"/>
                <a:cs typeface="Tahoma"/>
              </a:rPr>
              <a:t>VNĐ/tháng.</a:t>
            </a:r>
            <a:endParaRPr sz="3600">
              <a:latin typeface="Tahoma"/>
              <a:cs typeface="Tahoma"/>
            </a:endParaRPr>
          </a:p>
          <a:p>
            <a:pPr marL="389255" marR="5080" lvl="1" indent="-125730" algn="just">
              <a:lnSpc>
                <a:spcPts val="6530"/>
              </a:lnSpc>
              <a:buSzPct val="33000"/>
              <a:buFont typeface="Calibri"/>
              <a:buChar char="▪"/>
              <a:tabLst>
                <a:tab pos="389255" algn="l"/>
              </a:tabLst>
            </a:pPr>
            <a:r>
              <a:rPr sz="3600" spc="-150" dirty="0">
                <a:latin typeface="Tahoma"/>
                <a:cs typeface="Tahoma"/>
              </a:rPr>
              <a:t>Ngoài</a:t>
            </a:r>
            <a:r>
              <a:rPr sz="3600" spc="-385" dirty="0">
                <a:latin typeface="Tahoma"/>
                <a:cs typeface="Tahoma"/>
              </a:rPr>
              <a:t> </a:t>
            </a:r>
            <a:r>
              <a:rPr sz="3600" spc="-165" dirty="0">
                <a:latin typeface="Tahoma"/>
                <a:cs typeface="Tahoma"/>
              </a:rPr>
              <a:t>ra,</a:t>
            </a:r>
            <a:r>
              <a:rPr sz="3600" spc="-385" dirty="0">
                <a:latin typeface="Tahoma"/>
                <a:cs typeface="Tahoma"/>
              </a:rPr>
              <a:t> </a:t>
            </a:r>
            <a:r>
              <a:rPr sz="3600" spc="-114" dirty="0">
                <a:latin typeface="Tahoma"/>
                <a:cs typeface="Tahoma"/>
              </a:rPr>
              <a:t>mức</a:t>
            </a:r>
            <a:r>
              <a:rPr sz="3600" spc="-385" dirty="0">
                <a:latin typeface="Tahoma"/>
                <a:cs typeface="Tahoma"/>
              </a:rPr>
              <a:t> </a:t>
            </a:r>
            <a:r>
              <a:rPr sz="3600" spc="-185" dirty="0">
                <a:latin typeface="Tahoma"/>
                <a:cs typeface="Tahoma"/>
              </a:rPr>
              <a:t>lương</a:t>
            </a:r>
            <a:r>
              <a:rPr sz="3600" spc="-385" dirty="0">
                <a:latin typeface="Tahoma"/>
                <a:cs typeface="Tahoma"/>
              </a:rPr>
              <a:t> </a:t>
            </a:r>
            <a:r>
              <a:rPr sz="3600" spc="-160" dirty="0">
                <a:latin typeface="Tahoma"/>
                <a:cs typeface="Tahoma"/>
              </a:rPr>
              <a:t>front</a:t>
            </a:r>
            <a:r>
              <a:rPr sz="3600" spc="-375" dirty="0">
                <a:latin typeface="Tahoma"/>
                <a:cs typeface="Tahoma"/>
              </a:rPr>
              <a:t> </a:t>
            </a:r>
            <a:r>
              <a:rPr sz="3600" spc="-165" dirty="0">
                <a:latin typeface="Tahoma"/>
                <a:cs typeface="Tahoma"/>
              </a:rPr>
              <a:t>end</a:t>
            </a:r>
            <a:r>
              <a:rPr sz="3600" spc="-375" dirty="0">
                <a:latin typeface="Tahoma"/>
                <a:cs typeface="Tahoma"/>
              </a:rPr>
              <a:t> </a:t>
            </a:r>
            <a:r>
              <a:rPr sz="3600" spc="-75" dirty="0">
                <a:latin typeface="Tahoma"/>
                <a:cs typeface="Tahoma"/>
              </a:rPr>
              <a:t>còn</a:t>
            </a:r>
            <a:r>
              <a:rPr sz="3600" spc="-385" dirty="0">
                <a:latin typeface="Tahoma"/>
                <a:cs typeface="Tahoma"/>
              </a:rPr>
              <a:t> </a:t>
            </a:r>
            <a:r>
              <a:rPr sz="3600" spc="-204" dirty="0">
                <a:latin typeface="Tahoma"/>
                <a:cs typeface="Tahoma"/>
              </a:rPr>
              <a:t>tùy</a:t>
            </a:r>
            <a:r>
              <a:rPr sz="3600" spc="-385" dirty="0">
                <a:latin typeface="Tahoma"/>
                <a:cs typeface="Tahoma"/>
              </a:rPr>
              <a:t> </a:t>
            </a:r>
            <a:r>
              <a:rPr sz="3600" spc="-110" dirty="0">
                <a:latin typeface="Tahoma"/>
                <a:cs typeface="Tahoma"/>
              </a:rPr>
              <a:t>thuộc</a:t>
            </a:r>
            <a:r>
              <a:rPr sz="3600" spc="-390" dirty="0">
                <a:latin typeface="Tahoma"/>
                <a:cs typeface="Tahoma"/>
              </a:rPr>
              <a:t> </a:t>
            </a:r>
            <a:r>
              <a:rPr sz="3600" spc="-145" dirty="0">
                <a:latin typeface="Tahoma"/>
                <a:cs typeface="Tahoma"/>
              </a:rPr>
              <a:t>theo</a:t>
            </a:r>
            <a:r>
              <a:rPr sz="3600" spc="-390" dirty="0">
                <a:latin typeface="Tahoma"/>
                <a:cs typeface="Tahoma"/>
              </a:rPr>
              <a:t> </a:t>
            </a:r>
            <a:r>
              <a:rPr sz="3600" spc="-140" dirty="0">
                <a:latin typeface="Tahoma"/>
                <a:cs typeface="Tahoma"/>
              </a:rPr>
              <a:t>tỉnh</a:t>
            </a:r>
            <a:r>
              <a:rPr sz="3600" spc="-380" dirty="0">
                <a:latin typeface="Tahoma"/>
                <a:cs typeface="Tahoma"/>
              </a:rPr>
              <a:t> </a:t>
            </a:r>
            <a:r>
              <a:rPr sz="3600" spc="-165" dirty="0">
                <a:latin typeface="Tahoma"/>
                <a:cs typeface="Tahoma"/>
              </a:rPr>
              <a:t>thành</a:t>
            </a:r>
            <a:r>
              <a:rPr sz="3600" spc="-380" dirty="0">
                <a:latin typeface="Tahoma"/>
                <a:cs typeface="Tahoma"/>
              </a:rPr>
              <a:t> </a:t>
            </a:r>
            <a:r>
              <a:rPr sz="3600" spc="-175" dirty="0">
                <a:latin typeface="Tahoma"/>
                <a:cs typeface="Tahoma"/>
              </a:rPr>
              <a:t>mà</a:t>
            </a:r>
            <a:r>
              <a:rPr sz="3600" spc="-380" dirty="0">
                <a:latin typeface="Tahoma"/>
                <a:cs typeface="Tahoma"/>
              </a:rPr>
              <a:t> </a:t>
            </a:r>
            <a:r>
              <a:rPr sz="3600" spc="-160" dirty="0">
                <a:latin typeface="Tahoma"/>
                <a:cs typeface="Tahoma"/>
              </a:rPr>
              <a:t>bạn</a:t>
            </a:r>
            <a:r>
              <a:rPr sz="3600" spc="-385" dirty="0">
                <a:latin typeface="Tahoma"/>
                <a:cs typeface="Tahoma"/>
              </a:rPr>
              <a:t> </a:t>
            </a:r>
            <a:r>
              <a:rPr sz="3600" spc="-220" dirty="0">
                <a:latin typeface="Tahoma"/>
                <a:cs typeface="Tahoma"/>
              </a:rPr>
              <a:t>đang</a:t>
            </a:r>
            <a:r>
              <a:rPr sz="3600" spc="-390" dirty="0">
                <a:latin typeface="Tahoma"/>
                <a:cs typeface="Tahoma"/>
              </a:rPr>
              <a:t> </a:t>
            </a:r>
            <a:r>
              <a:rPr sz="3600" spc="-100" dirty="0">
                <a:latin typeface="Tahoma"/>
                <a:cs typeface="Tahoma"/>
              </a:rPr>
              <a:t>làm</a:t>
            </a:r>
            <a:r>
              <a:rPr sz="3600" spc="-385" dirty="0">
                <a:latin typeface="Tahoma"/>
                <a:cs typeface="Tahoma"/>
              </a:rPr>
              <a:t> </a:t>
            </a:r>
            <a:r>
              <a:rPr sz="3600" spc="-105" dirty="0">
                <a:latin typeface="Tahoma"/>
                <a:cs typeface="Tahoma"/>
              </a:rPr>
              <a:t>việc.</a:t>
            </a:r>
            <a:r>
              <a:rPr sz="3600" spc="-390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Cụ</a:t>
            </a:r>
            <a:r>
              <a:rPr sz="3600" spc="-380" dirty="0">
                <a:latin typeface="Tahoma"/>
                <a:cs typeface="Tahoma"/>
              </a:rPr>
              <a:t> </a:t>
            </a:r>
            <a:r>
              <a:rPr sz="3600" spc="-160" dirty="0">
                <a:latin typeface="Tahoma"/>
                <a:cs typeface="Tahoma"/>
              </a:rPr>
              <a:t>thể</a:t>
            </a:r>
            <a:r>
              <a:rPr sz="3600" spc="-385" dirty="0">
                <a:latin typeface="Tahoma"/>
                <a:cs typeface="Tahoma"/>
              </a:rPr>
              <a:t> </a:t>
            </a:r>
            <a:r>
              <a:rPr sz="3600" spc="-95" dirty="0">
                <a:latin typeface="Tahoma"/>
                <a:cs typeface="Tahoma"/>
              </a:rPr>
              <a:t>tại</a:t>
            </a:r>
            <a:r>
              <a:rPr sz="3600" spc="-385" dirty="0">
                <a:latin typeface="Tahoma"/>
                <a:cs typeface="Tahoma"/>
              </a:rPr>
              <a:t> </a:t>
            </a:r>
            <a:r>
              <a:rPr sz="3600" spc="-165" dirty="0">
                <a:latin typeface="Tahoma"/>
                <a:cs typeface="Tahoma"/>
              </a:rPr>
              <a:t>thành</a:t>
            </a:r>
            <a:r>
              <a:rPr sz="3600" spc="-105" dirty="0">
                <a:latin typeface="Tahoma"/>
                <a:cs typeface="Tahoma"/>
              </a:rPr>
              <a:t> </a:t>
            </a:r>
            <a:r>
              <a:rPr sz="3600" spc="-140" dirty="0">
                <a:latin typeface="Tahoma"/>
                <a:cs typeface="Tahoma"/>
              </a:rPr>
              <a:t>phố</a:t>
            </a:r>
            <a:r>
              <a:rPr sz="3600" spc="-390" dirty="0">
                <a:latin typeface="Tahoma"/>
                <a:cs typeface="Tahoma"/>
              </a:rPr>
              <a:t> </a:t>
            </a:r>
            <a:r>
              <a:rPr sz="3600" spc="-114" dirty="0">
                <a:latin typeface="Tahoma"/>
                <a:cs typeface="Tahoma"/>
              </a:rPr>
              <a:t>Hồ</a:t>
            </a:r>
            <a:r>
              <a:rPr sz="3600" spc="-395" dirty="0">
                <a:latin typeface="Tahoma"/>
                <a:cs typeface="Tahoma"/>
              </a:rPr>
              <a:t> </a:t>
            </a:r>
            <a:r>
              <a:rPr sz="3600" spc="-40" dirty="0">
                <a:latin typeface="Tahoma"/>
                <a:cs typeface="Tahoma"/>
              </a:rPr>
              <a:t>Chí</a:t>
            </a:r>
            <a:r>
              <a:rPr sz="3600" spc="-395" dirty="0">
                <a:latin typeface="Tahoma"/>
                <a:cs typeface="Tahoma"/>
              </a:rPr>
              <a:t> </a:t>
            </a:r>
            <a:r>
              <a:rPr sz="3600" spc="-135" dirty="0">
                <a:latin typeface="Tahoma"/>
                <a:cs typeface="Tahoma"/>
              </a:rPr>
              <a:t>Minh</a:t>
            </a:r>
            <a:r>
              <a:rPr sz="3600" spc="-395" dirty="0">
                <a:latin typeface="Tahoma"/>
                <a:cs typeface="Tahoma"/>
              </a:rPr>
              <a:t> </a:t>
            </a:r>
            <a:r>
              <a:rPr sz="3600" spc="-114" dirty="0">
                <a:latin typeface="Tahoma"/>
                <a:cs typeface="Tahoma"/>
              </a:rPr>
              <a:t>mức</a:t>
            </a:r>
            <a:r>
              <a:rPr sz="3600" spc="-395" dirty="0">
                <a:latin typeface="Tahoma"/>
                <a:cs typeface="Tahoma"/>
              </a:rPr>
              <a:t> </a:t>
            </a:r>
            <a:r>
              <a:rPr sz="3600" spc="-185" dirty="0">
                <a:latin typeface="Tahoma"/>
                <a:cs typeface="Tahoma"/>
              </a:rPr>
              <a:t>lương</a:t>
            </a:r>
            <a:r>
              <a:rPr sz="3600" spc="-395" dirty="0">
                <a:latin typeface="Tahoma"/>
                <a:cs typeface="Tahoma"/>
              </a:rPr>
              <a:t> </a:t>
            </a:r>
            <a:r>
              <a:rPr sz="3600" spc="-80" dirty="0">
                <a:latin typeface="Tahoma"/>
                <a:cs typeface="Tahoma"/>
              </a:rPr>
              <a:t>của</a:t>
            </a:r>
            <a:r>
              <a:rPr sz="3600" spc="-395" dirty="0">
                <a:latin typeface="Tahoma"/>
                <a:cs typeface="Tahoma"/>
              </a:rPr>
              <a:t> </a:t>
            </a:r>
            <a:r>
              <a:rPr sz="3600" spc="-160" dirty="0">
                <a:latin typeface="Tahoma"/>
                <a:cs typeface="Tahoma"/>
              </a:rPr>
              <a:t>front</a:t>
            </a:r>
            <a:r>
              <a:rPr sz="3600" spc="-385" dirty="0">
                <a:latin typeface="Tahoma"/>
                <a:cs typeface="Tahoma"/>
              </a:rPr>
              <a:t> </a:t>
            </a:r>
            <a:r>
              <a:rPr sz="3600" spc="-165" dirty="0">
                <a:latin typeface="Tahoma"/>
                <a:cs typeface="Tahoma"/>
              </a:rPr>
              <a:t>end</a:t>
            </a:r>
            <a:r>
              <a:rPr sz="3600" spc="-395" dirty="0">
                <a:latin typeface="Tahoma"/>
                <a:cs typeface="Tahoma"/>
              </a:rPr>
              <a:t> </a:t>
            </a:r>
            <a:r>
              <a:rPr sz="3600" spc="-95" dirty="0">
                <a:latin typeface="Tahoma"/>
                <a:cs typeface="Tahoma"/>
              </a:rPr>
              <a:t>sẽ</a:t>
            </a:r>
            <a:r>
              <a:rPr sz="3600" spc="-395" dirty="0">
                <a:latin typeface="Tahoma"/>
                <a:cs typeface="Tahoma"/>
              </a:rPr>
              <a:t> </a:t>
            </a:r>
            <a:r>
              <a:rPr sz="3600" spc="-130" dirty="0">
                <a:latin typeface="Tahoma"/>
                <a:cs typeface="Tahoma"/>
              </a:rPr>
              <a:t>rời</a:t>
            </a:r>
            <a:r>
              <a:rPr sz="3600" spc="-400" dirty="0">
                <a:latin typeface="Tahoma"/>
                <a:cs typeface="Tahoma"/>
              </a:rPr>
              <a:t> </a:t>
            </a:r>
            <a:r>
              <a:rPr sz="3600" spc="-190" dirty="0">
                <a:latin typeface="Tahoma"/>
                <a:cs typeface="Tahoma"/>
              </a:rPr>
              <a:t>vào</a:t>
            </a:r>
            <a:r>
              <a:rPr sz="3600" spc="-390" dirty="0">
                <a:latin typeface="Tahoma"/>
                <a:cs typeface="Tahoma"/>
              </a:rPr>
              <a:t> </a:t>
            </a:r>
            <a:r>
              <a:rPr sz="3600" spc="-195" dirty="0">
                <a:latin typeface="Tahoma"/>
                <a:cs typeface="Tahoma"/>
              </a:rPr>
              <a:t>khoảng</a:t>
            </a:r>
            <a:r>
              <a:rPr sz="3600" spc="-400" dirty="0">
                <a:latin typeface="Tahoma"/>
                <a:cs typeface="Tahoma"/>
              </a:rPr>
              <a:t> </a:t>
            </a:r>
            <a:r>
              <a:rPr sz="3600" spc="-170" dirty="0">
                <a:latin typeface="Tahoma"/>
                <a:cs typeface="Tahoma"/>
              </a:rPr>
              <a:t>từ</a:t>
            </a:r>
            <a:r>
              <a:rPr sz="3600" spc="-395" dirty="0">
                <a:latin typeface="Tahoma"/>
                <a:cs typeface="Tahoma"/>
              </a:rPr>
              <a:t> </a:t>
            </a:r>
            <a:r>
              <a:rPr sz="3600" spc="-145" dirty="0">
                <a:latin typeface="Tahoma"/>
                <a:cs typeface="Tahoma"/>
              </a:rPr>
              <a:t>12.000.000</a:t>
            </a:r>
            <a:r>
              <a:rPr sz="3600" spc="-395" dirty="0">
                <a:latin typeface="Tahoma"/>
                <a:cs typeface="Tahoma"/>
              </a:rPr>
              <a:t> </a:t>
            </a:r>
            <a:r>
              <a:rPr sz="3600" spc="-475" dirty="0">
                <a:latin typeface="Tahoma"/>
                <a:cs typeface="Tahoma"/>
              </a:rPr>
              <a:t>–</a:t>
            </a:r>
            <a:r>
              <a:rPr sz="3600" spc="-390" dirty="0">
                <a:latin typeface="Tahoma"/>
                <a:cs typeface="Tahoma"/>
              </a:rPr>
              <a:t> </a:t>
            </a:r>
            <a:r>
              <a:rPr sz="3600" spc="-145" dirty="0">
                <a:latin typeface="Tahoma"/>
                <a:cs typeface="Tahoma"/>
              </a:rPr>
              <a:t>24.000.000</a:t>
            </a:r>
            <a:r>
              <a:rPr sz="3600" spc="-395" dirty="0">
                <a:latin typeface="Tahoma"/>
                <a:cs typeface="Tahoma"/>
              </a:rPr>
              <a:t> </a:t>
            </a:r>
            <a:r>
              <a:rPr sz="3600" spc="-195" dirty="0">
                <a:latin typeface="Tahoma"/>
                <a:cs typeface="Tahoma"/>
              </a:rPr>
              <a:t>VNĐ/tháng</a:t>
            </a:r>
            <a:r>
              <a:rPr sz="3600" spc="-114" dirty="0">
                <a:latin typeface="Tahoma"/>
                <a:cs typeface="Tahoma"/>
              </a:rPr>
              <a:t> </a:t>
            </a:r>
            <a:r>
              <a:rPr sz="3600" spc="-160" dirty="0">
                <a:latin typeface="Tahoma"/>
                <a:cs typeface="Tahoma"/>
              </a:rPr>
              <a:t>với</a:t>
            </a:r>
            <a:r>
              <a:rPr sz="3600" spc="-450" dirty="0">
                <a:latin typeface="Tahoma"/>
                <a:cs typeface="Tahoma"/>
              </a:rPr>
              <a:t> </a:t>
            </a:r>
            <a:r>
              <a:rPr sz="3600" spc="-210" dirty="0">
                <a:latin typeface="Tahoma"/>
                <a:cs typeface="Tahoma"/>
              </a:rPr>
              <a:t>yêu</a:t>
            </a:r>
            <a:r>
              <a:rPr sz="3600" spc="-445" dirty="0">
                <a:latin typeface="Tahoma"/>
                <a:cs typeface="Tahoma"/>
              </a:rPr>
              <a:t> </a:t>
            </a:r>
            <a:r>
              <a:rPr sz="3600" spc="-80" dirty="0">
                <a:latin typeface="Tahoma"/>
                <a:cs typeface="Tahoma"/>
              </a:rPr>
              <a:t>cầu</a:t>
            </a:r>
            <a:r>
              <a:rPr sz="3600" spc="-455" dirty="0">
                <a:latin typeface="Tahoma"/>
                <a:cs typeface="Tahoma"/>
              </a:rPr>
              <a:t> </a:t>
            </a:r>
            <a:r>
              <a:rPr sz="3600" spc="-135" dirty="0">
                <a:latin typeface="Tahoma"/>
                <a:cs typeface="Tahoma"/>
              </a:rPr>
              <a:t>kinh</a:t>
            </a:r>
            <a:r>
              <a:rPr sz="3600" spc="-450" dirty="0">
                <a:latin typeface="Tahoma"/>
                <a:cs typeface="Tahoma"/>
              </a:rPr>
              <a:t> </a:t>
            </a:r>
            <a:r>
              <a:rPr sz="3600" spc="-185" dirty="0">
                <a:latin typeface="Tahoma"/>
                <a:cs typeface="Tahoma"/>
              </a:rPr>
              <a:t>nghiệm</a:t>
            </a:r>
            <a:r>
              <a:rPr sz="3600" spc="-440" dirty="0">
                <a:latin typeface="Tahoma"/>
                <a:cs typeface="Tahoma"/>
              </a:rPr>
              <a:t> </a:t>
            </a:r>
            <a:r>
              <a:rPr sz="3600" spc="-170" dirty="0">
                <a:latin typeface="Tahoma"/>
                <a:cs typeface="Tahoma"/>
              </a:rPr>
              <a:t>từ</a:t>
            </a:r>
            <a:r>
              <a:rPr sz="3600" spc="-455" dirty="0">
                <a:latin typeface="Tahoma"/>
                <a:cs typeface="Tahoma"/>
              </a:rPr>
              <a:t> </a:t>
            </a:r>
            <a:r>
              <a:rPr sz="3600" spc="-140" dirty="0">
                <a:latin typeface="Tahoma"/>
                <a:cs typeface="Tahoma"/>
              </a:rPr>
              <a:t>1</a:t>
            </a:r>
            <a:r>
              <a:rPr sz="3600" spc="-440" dirty="0">
                <a:latin typeface="Tahoma"/>
                <a:cs typeface="Tahoma"/>
              </a:rPr>
              <a:t> </a:t>
            </a:r>
            <a:r>
              <a:rPr sz="3600" spc="-475" dirty="0">
                <a:latin typeface="Tahoma"/>
                <a:cs typeface="Tahoma"/>
              </a:rPr>
              <a:t>–</a:t>
            </a:r>
            <a:r>
              <a:rPr sz="3600" spc="-445" dirty="0">
                <a:latin typeface="Tahoma"/>
                <a:cs typeface="Tahoma"/>
              </a:rPr>
              <a:t> </a:t>
            </a:r>
            <a:r>
              <a:rPr sz="3600" spc="-140" dirty="0">
                <a:latin typeface="Tahoma"/>
                <a:cs typeface="Tahoma"/>
              </a:rPr>
              <a:t>3</a:t>
            </a:r>
            <a:r>
              <a:rPr sz="3600" spc="-445" dirty="0">
                <a:latin typeface="Tahoma"/>
                <a:cs typeface="Tahoma"/>
              </a:rPr>
              <a:t> </a:t>
            </a:r>
            <a:r>
              <a:rPr sz="3600" spc="-165" dirty="0">
                <a:latin typeface="Tahoma"/>
                <a:cs typeface="Tahoma"/>
              </a:rPr>
              <a:t>năm.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5262245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endParaRPr spc="-2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15" dirty="0"/>
              <a:t>LỘ</a:t>
            </a:r>
            <a:r>
              <a:rPr spc="-585" dirty="0"/>
              <a:t> </a:t>
            </a:r>
            <a:r>
              <a:rPr spc="-365" dirty="0"/>
              <a:t>TRÌNH</a:t>
            </a:r>
            <a:r>
              <a:rPr spc="-580" dirty="0"/>
              <a:t> </a:t>
            </a:r>
            <a:r>
              <a:rPr spc="-140" dirty="0"/>
              <a:t>NGHỀ</a:t>
            </a:r>
            <a:r>
              <a:rPr spc="-585" dirty="0"/>
              <a:t> </a:t>
            </a:r>
            <a:r>
              <a:rPr spc="-229" dirty="0"/>
              <a:t>NGHIỆP</a:t>
            </a:r>
            <a:r>
              <a:rPr spc="-540" dirty="0"/>
              <a:t> </a:t>
            </a:r>
            <a:r>
              <a:rPr spc="-630" dirty="0"/>
              <a:t>–</a:t>
            </a:r>
            <a:r>
              <a:rPr spc="-570" dirty="0"/>
              <a:t> </a:t>
            </a:r>
            <a:r>
              <a:rPr spc="-295" dirty="0"/>
              <a:t>Ứng</a:t>
            </a:r>
            <a:r>
              <a:rPr spc="-580" dirty="0"/>
              <a:t> </a:t>
            </a:r>
            <a:r>
              <a:rPr spc="-280" dirty="0"/>
              <a:t>dụng</a:t>
            </a:r>
            <a:r>
              <a:rPr spc="-575" dirty="0"/>
              <a:t> </a:t>
            </a:r>
            <a:r>
              <a:rPr spc="-150" dirty="0"/>
              <a:t>thực</a:t>
            </a:r>
            <a:r>
              <a:rPr spc="-560" dirty="0"/>
              <a:t> </a:t>
            </a:r>
            <a:r>
              <a:rPr spc="-195" dirty="0"/>
              <a:t>tế</a:t>
            </a:r>
            <a:r>
              <a:rPr spc="-580" dirty="0"/>
              <a:t> </a:t>
            </a:r>
            <a:r>
              <a:rPr spc="-140" dirty="0"/>
              <a:t>sau</a:t>
            </a:r>
            <a:r>
              <a:rPr spc="-580" dirty="0"/>
              <a:t> </a:t>
            </a:r>
            <a:r>
              <a:rPr spc="-225" dirty="0"/>
              <a:t>môn</a:t>
            </a:r>
            <a:r>
              <a:rPr spc="-575" dirty="0"/>
              <a:t> </a:t>
            </a:r>
            <a:r>
              <a:rPr spc="-25" dirty="0"/>
              <a:t>học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1627505"/>
            <a:ext cx="7750810" cy="5695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9760" indent="-607060">
              <a:lnSpc>
                <a:spcPct val="100000"/>
              </a:lnSpc>
              <a:spcBef>
                <a:spcPts val="125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600" spc="-30" dirty="0">
                <a:latin typeface="Tahoma"/>
                <a:cs typeface="Tahoma"/>
              </a:rPr>
              <a:t>Cơ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25" dirty="0">
                <a:latin typeface="Tahoma"/>
                <a:cs typeface="Tahoma"/>
              </a:rPr>
              <a:t>hội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229" dirty="0">
                <a:latin typeface="Tahoma"/>
                <a:cs typeface="Tahoma"/>
              </a:rPr>
              <a:t>nghề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190" dirty="0">
                <a:latin typeface="Tahoma"/>
                <a:cs typeface="Tahoma"/>
              </a:rPr>
              <a:t>nghiệp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20" dirty="0">
                <a:latin typeface="Tahoma"/>
                <a:cs typeface="Tahoma"/>
              </a:rPr>
              <a:t>sau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70" dirty="0">
                <a:latin typeface="Tahoma"/>
                <a:cs typeface="Tahoma"/>
              </a:rPr>
              <a:t>môn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học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1010" y="2440940"/>
            <a:ext cx="19118580" cy="7999095"/>
            <a:chOff x="523544" y="2397135"/>
            <a:chExt cx="19118580" cy="8050086"/>
          </a:xfrm>
        </p:grpSpPr>
        <p:sp>
          <p:nvSpPr>
            <p:cNvPr id="5" name="object 5"/>
            <p:cNvSpPr/>
            <p:nvPr/>
          </p:nvSpPr>
          <p:spPr>
            <a:xfrm>
              <a:off x="523544" y="10447221"/>
              <a:ext cx="19118580" cy="0"/>
            </a:xfrm>
            <a:custGeom>
              <a:avLst/>
              <a:gdLst/>
              <a:ahLst/>
              <a:cxnLst/>
              <a:rect l="l" t="t" r="r" b="b"/>
              <a:pathLst>
                <a:path w="19118580">
                  <a:moveTo>
                    <a:pt x="0" y="0"/>
                  </a:moveTo>
                  <a:lnTo>
                    <a:pt x="19118370" y="0"/>
                  </a:lnTo>
                </a:path>
              </a:pathLst>
            </a:custGeom>
            <a:ln w="41883">
              <a:solidFill>
                <a:srgbClr val="DE6A0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341549" y="2397135"/>
              <a:ext cx="15482570" cy="7781290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5513070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endParaRPr spc="-2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15" dirty="0"/>
              <a:t>LỘ</a:t>
            </a:r>
            <a:r>
              <a:rPr spc="-585" dirty="0"/>
              <a:t> </a:t>
            </a:r>
            <a:r>
              <a:rPr spc="-365" dirty="0"/>
              <a:t>TRÌNH</a:t>
            </a:r>
            <a:r>
              <a:rPr spc="-580" dirty="0"/>
              <a:t> </a:t>
            </a:r>
            <a:r>
              <a:rPr spc="-140" dirty="0"/>
              <a:t>NGHỀ</a:t>
            </a:r>
            <a:r>
              <a:rPr spc="-585" dirty="0"/>
              <a:t> </a:t>
            </a:r>
            <a:r>
              <a:rPr spc="-229" dirty="0"/>
              <a:t>NGHIỆP</a:t>
            </a:r>
            <a:r>
              <a:rPr spc="-540" dirty="0"/>
              <a:t> </a:t>
            </a:r>
            <a:r>
              <a:rPr spc="-630" dirty="0"/>
              <a:t>–</a:t>
            </a:r>
            <a:r>
              <a:rPr spc="-570" dirty="0"/>
              <a:t> </a:t>
            </a:r>
            <a:r>
              <a:rPr spc="-295" dirty="0"/>
              <a:t>Ứng</a:t>
            </a:r>
            <a:r>
              <a:rPr spc="-580" dirty="0"/>
              <a:t> </a:t>
            </a:r>
            <a:r>
              <a:rPr spc="-280" dirty="0"/>
              <a:t>dụng</a:t>
            </a:r>
            <a:r>
              <a:rPr spc="-575" dirty="0"/>
              <a:t> </a:t>
            </a:r>
            <a:r>
              <a:rPr spc="-150" dirty="0"/>
              <a:t>thực</a:t>
            </a:r>
            <a:r>
              <a:rPr spc="-560" dirty="0"/>
              <a:t> </a:t>
            </a:r>
            <a:r>
              <a:rPr spc="-195" dirty="0"/>
              <a:t>tế</a:t>
            </a:r>
            <a:r>
              <a:rPr spc="-580" dirty="0"/>
              <a:t> </a:t>
            </a:r>
            <a:r>
              <a:rPr spc="-140" dirty="0"/>
              <a:t>sau</a:t>
            </a:r>
            <a:r>
              <a:rPr spc="-580" dirty="0"/>
              <a:t> </a:t>
            </a:r>
            <a:r>
              <a:rPr spc="-225" dirty="0"/>
              <a:t>môn</a:t>
            </a:r>
            <a:r>
              <a:rPr spc="-575" dirty="0"/>
              <a:t> </a:t>
            </a:r>
            <a:r>
              <a:rPr spc="-25" dirty="0"/>
              <a:t>học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696" y="1627599"/>
            <a:ext cx="6563995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9760" indent="-607060">
              <a:lnSpc>
                <a:spcPct val="100000"/>
              </a:lnSpc>
              <a:spcBef>
                <a:spcPts val="125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600" spc="-30" dirty="0">
                <a:latin typeface="Tahoma"/>
                <a:cs typeface="Tahoma"/>
              </a:rPr>
              <a:t>Cơ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25" dirty="0">
                <a:latin typeface="Tahoma"/>
                <a:cs typeface="Tahoma"/>
              </a:rPr>
              <a:t>hội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229" dirty="0">
                <a:latin typeface="Tahoma"/>
                <a:cs typeface="Tahoma"/>
              </a:rPr>
              <a:t>nghề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190" dirty="0">
                <a:latin typeface="Tahoma"/>
                <a:cs typeface="Tahoma"/>
              </a:rPr>
              <a:t>nghiệp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20" dirty="0">
                <a:latin typeface="Tahoma"/>
                <a:cs typeface="Tahoma"/>
              </a:rPr>
              <a:t>sau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70" dirty="0">
                <a:latin typeface="Tahoma"/>
                <a:cs typeface="Tahoma"/>
              </a:rPr>
              <a:t>môn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học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908050" y="2040255"/>
            <a:ext cx="19118580" cy="7938770"/>
            <a:chOff x="804862" y="2065277"/>
            <a:chExt cx="19118580" cy="8209280"/>
          </a:xfrm>
        </p:grpSpPr>
        <p:pic>
          <p:nvPicPr>
            <p:cNvPr id="7" name="object 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04862" y="2197699"/>
              <a:ext cx="12876466" cy="80766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06514" y="2065277"/>
              <a:ext cx="6916786" cy="390919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5788025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endParaRPr spc="-2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521" y="301915"/>
            <a:ext cx="17035145" cy="6324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0" spc="-165" dirty="0"/>
              <a:t>HÀNH</a:t>
            </a:r>
            <a:r>
              <a:rPr sz="4000" spc="-580" dirty="0"/>
              <a:t> </a:t>
            </a:r>
            <a:r>
              <a:rPr sz="4000" spc="-305" dirty="0"/>
              <a:t>TRANG</a:t>
            </a:r>
            <a:r>
              <a:rPr sz="4000" spc="-580" dirty="0"/>
              <a:t> </a:t>
            </a:r>
            <a:r>
              <a:rPr sz="4000" spc="-95" dirty="0"/>
              <a:t>CV</a:t>
            </a:r>
            <a:r>
              <a:rPr sz="4000" spc="-545" dirty="0"/>
              <a:t> </a:t>
            </a:r>
            <a:r>
              <a:rPr sz="4000" spc="-630" dirty="0"/>
              <a:t>–</a:t>
            </a:r>
            <a:r>
              <a:rPr sz="4000" spc="-570" dirty="0"/>
              <a:t> </a:t>
            </a:r>
            <a:r>
              <a:rPr sz="4000" spc="-229" dirty="0"/>
              <a:t>Chứng</a:t>
            </a:r>
            <a:r>
              <a:rPr sz="4000" spc="-570" dirty="0"/>
              <a:t> </a:t>
            </a:r>
            <a:r>
              <a:rPr sz="4000" spc="-190" dirty="0"/>
              <a:t>minh</a:t>
            </a:r>
            <a:r>
              <a:rPr sz="4000" spc="-570" dirty="0"/>
              <a:t> </a:t>
            </a:r>
            <a:r>
              <a:rPr sz="4000" spc="-290" dirty="0"/>
              <a:t>năng</a:t>
            </a:r>
            <a:r>
              <a:rPr sz="4000" spc="-570" dirty="0"/>
              <a:t> </a:t>
            </a:r>
            <a:r>
              <a:rPr sz="4000" spc="-90" dirty="0"/>
              <a:t>lực,</a:t>
            </a:r>
            <a:r>
              <a:rPr sz="4000" spc="-565" dirty="0"/>
              <a:t> </a:t>
            </a:r>
            <a:r>
              <a:rPr sz="4000" spc="-260" dirty="0"/>
              <a:t>tăng</a:t>
            </a:r>
            <a:r>
              <a:rPr sz="4000" spc="-570" dirty="0"/>
              <a:t> </a:t>
            </a:r>
            <a:r>
              <a:rPr sz="4000" spc="-85" dirty="0"/>
              <a:t>cơ</a:t>
            </a:r>
            <a:r>
              <a:rPr sz="4000" spc="-565" dirty="0"/>
              <a:t> </a:t>
            </a:r>
            <a:r>
              <a:rPr sz="4000" spc="-160" dirty="0"/>
              <a:t>hội</a:t>
            </a:r>
            <a:r>
              <a:rPr sz="4000" spc="-580" dirty="0"/>
              <a:t> </a:t>
            </a:r>
            <a:r>
              <a:rPr sz="4000" spc="-165" dirty="0"/>
              <a:t>được</a:t>
            </a:r>
            <a:r>
              <a:rPr sz="4000" spc="-555" dirty="0"/>
              <a:t> </a:t>
            </a:r>
            <a:r>
              <a:rPr sz="4000" spc="-245" dirty="0"/>
              <a:t>tuyển</a:t>
            </a:r>
            <a:r>
              <a:rPr sz="4000" spc="-570" dirty="0"/>
              <a:t> </a:t>
            </a:r>
            <a:r>
              <a:rPr sz="4000" spc="-315" dirty="0"/>
              <a:t>dụng</a:t>
            </a:r>
            <a:endParaRPr sz="4000" spc="-315" dirty="0"/>
          </a:p>
        </p:txBody>
      </p:sp>
      <p:sp>
        <p:nvSpPr>
          <p:cNvPr id="3" name="object 3"/>
          <p:cNvSpPr txBox="1"/>
          <p:nvPr/>
        </p:nvSpPr>
        <p:spPr>
          <a:xfrm>
            <a:off x="707696" y="1627599"/>
            <a:ext cx="18898235" cy="3336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9760" indent="-607060">
              <a:lnSpc>
                <a:spcPct val="100000"/>
              </a:lnSpc>
              <a:spcBef>
                <a:spcPts val="125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600" spc="-130" dirty="0">
                <a:latin typeface="Tahoma"/>
                <a:cs typeface="Tahoma"/>
              </a:rPr>
              <a:t>Vì</a:t>
            </a:r>
            <a:r>
              <a:rPr sz="3600" spc="-430" dirty="0">
                <a:latin typeface="Tahoma"/>
                <a:cs typeface="Tahoma"/>
              </a:rPr>
              <a:t> </a:t>
            </a:r>
            <a:r>
              <a:rPr sz="3600" spc="-100" dirty="0">
                <a:latin typeface="Tahoma"/>
                <a:cs typeface="Tahoma"/>
              </a:rPr>
              <a:t>sao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80" dirty="0">
                <a:latin typeface="Tahoma"/>
                <a:cs typeface="Tahoma"/>
              </a:rPr>
              <a:t>cần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150" dirty="0">
                <a:latin typeface="Tahoma"/>
                <a:cs typeface="Tahoma"/>
              </a:rPr>
              <a:t>nhiều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75" dirty="0">
                <a:latin typeface="Tahoma"/>
                <a:cs typeface="Tahoma"/>
              </a:rPr>
              <a:t>dự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165" dirty="0">
                <a:latin typeface="Tahoma"/>
                <a:cs typeface="Tahoma"/>
              </a:rPr>
              <a:t>án</a:t>
            </a:r>
            <a:r>
              <a:rPr sz="3600" spc="-425" dirty="0">
                <a:latin typeface="Tahoma"/>
                <a:cs typeface="Tahoma"/>
              </a:rPr>
              <a:t> </a:t>
            </a:r>
            <a:r>
              <a:rPr sz="3600" spc="-170" dirty="0">
                <a:latin typeface="Tahoma"/>
                <a:cs typeface="Tahoma"/>
              </a:rPr>
              <a:t>trên</a:t>
            </a:r>
            <a:r>
              <a:rPr sz="3600" spc="-434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CV?:</a:t>
            </a:r>
            <a:endParaRPr sz="360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545"/>
              </a:spcBef>
              <a:buSzPct val="88000"/>
              <a:buChar char="•"/>
              <a:tabLst>
                <a:tab pos="1373505" algn="l"/>
              </a:tabLst>
            </a:pPr>
            <a:r>
              <a:rPr sz="2950" spc="-114" dirty="0">
                <a:latin typeface="Tahoma"/>
                <a:cs typeface="Tahoma"/>
              </a:rPr>
              <a:t>Nhà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70" dirty="0">
                <a:latin typeface="Tahoma"/>
                <a:cs typeface="Tahoma"/>
              </a:rPr>
              <a:t>tuyển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dụng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đánh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giá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cao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05" dirty="0">
                <a:latin typeface="Tahoma"/>
                <a:cs typeface="Tahoma"/>
              </a:rPr>
              <a:t>trải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nghiệm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95" dirty="0">
                <a:latin typeface="Tahoma"/>
                <a:cs typeface="Tahoma"/>
              </a:rPr>
              <a:t>thực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tế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hơn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điểm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số.</a:t>
            </a:r>
            <a:endParaRPr sz="295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495"/>
              </a:spcBef>
              <a:buSzPct val="88000"/>
              <a:buChar char="•"/>
              <a:tabLst>
                <a:tab pos="1373505" algn="l"/>
              </a:tabLst>
            </a:pPr>
            <a:r>
              <a:rPr sz="2950" spc="-160" dirty="0">
                <a:latin typeface="Tahoma"/>
                <a:cs typeface="Tahoma"/>
              </a:rPr>
              <a:t>Dự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án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(project)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cho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65" dirty="0">
                <a:latin typeface="Tahoma"/>
                <a:cs typeface="Tahoma"/>
              </a:rPr>
              <a:t>thấy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bạn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đã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hiểu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và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80" dirty="0">
                <a:latin typeface="Tahoma"/>
                <a:cs typeface="Tahoma"/>
              </a:rPr>
              <a:t>sử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dụng</a:t>
            </a:r>
            <a:r>
              <a:rPr sz="2950" spc="-355" dirty="0">
                <a:latin typeface="Tahoma"/>
                <a:cs typeface="Tahoma"/>
              </a:rPr>
              <a:t> </a:t>
            </a:r>
            <a:r>
              <a:rPr sz="2950" spc="-105" dirty="0">
                <a:latin typeface="Tahoma"/>
                <a:cs typeface="Tahoma"/>
              </a:rPr>
              <a:t>được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14" dirty="0">
                <a:latin typeface="Tahoma"/>
                <a:cs typeface="Tahoma"/>
              </a:rPr>
              <a:t>kiến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95" dirty="0">
                <a:latin typeface="Tahoma"/>
                <a:cs typeface="Tahoma"/>
              </a:rPr>
              <a:t>thức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60" dirty="0">
                <a:latin typeface="Tahoma"/>
                <a:cs typeface="Tahoma"/>
              </a:rPr>
              <a:t>vào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các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90" dirty="0">
                <a:latin typeface="Tahoma"/>
                <a:cs typeface="Tahoma"/>
              </a:rPr>
              <a:t>bài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toán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95" dirty="0">
                <a:latin typeface="Tahoma"/>
                <a:cs typeface="Tahoma"/>
              </a:rPr>
              <a:t>thực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tế.</a:t>
            </a:r>
            <a:endParaRPr sz="295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495"/>
              </a:spcBef>
              <a:buSzPct val="88000"/>
              <a:buChar char="•"/>
              <a:tabLst>
                <a:tab pos="1373505" algn="l"/>
              </a:tabLst>
            </a:pPr>
            <a:r>
              <a:rPr sz="2950" dirty="0">
                <a:latin typeface="Tahoma"/>
                <a:cs typeface="Tahoma"/>
              </a:rPr>
              <a:t>Có</a:t>
            </a:r>
            <a:r>
              <a:rPr sz="2950" spc="-315" dirty="0">
                <a:latin typeface="Tahoma"/>
                <a:cs typeface="Tahoma"/>
              </a:rPr>
              <a:t> </a:t>
            </a:r>
            <a:r>
              <a:rPr sz="2950" spc="-145" dirty="0">
                <a:latin typeface="Tahoma"/>
                <a:cs typeface="Tahoma"/>
              </a:rPr>
              <a:t>dự</a:t>
            </a:r>
            <a:r>
              <a:rPr sz="2950" spc="-310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án</a:t>
            </a:r>
            <a:r>
              <a:rPr sz="2950" spc="-315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trên</a:t>
            </a:r>
            <a:r>
              <a:rPr sz="2950" spc="-305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CV,</a:t>
            </a:r>
            <a:r>
              <a:rPr sz="2950" spc="-315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bạn</a:t>
            </a:r>
            <a:r>
              <a:rPr sz="2950" spc="-320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tự</a:t>
            </a:r>
            <a:r>
              <a:rPr sz="2950" spc="-310" dirty="0">
                <a:latin typeface="Tahoma"/>
                <a:cs typeface="Tahoma"/>
              </a:rPr>
              <a:t> </a:t>
            </a:r>
            <a:r>
              <a:rPr sz="2950" spc="-95" dirty="0">
                <a:latin typeface="Tahoma"/>
                <a:cs typeface="Tahoma"/>
              </a:rPr>
              <a:t>tin</a:t>
            </a:r>
            <a:r>
              <a:rPr sz="2950" spc="-310" dirty="0">
                <a:latin typeface="Tahoma"/>
                <a:cs typeface="Tahoma"/>
              </a:rPr>
              <a:t> </a:t>
            </a:r>
            <a:r>
              <a:rPr sz="2950" spc="-110" dirty="0">
                <a:latin typeface="Tahoma"/>
                <a:cs typeface="Tahoma"/>
              </a:rPr>
              <a:t>khi</a:t>
            </a:r>
            <a:r>
              <a:rPr sz="2950" spc="-320" dirty="0">
                <a:latin typeface="Tahoma"/>
                <a:cs typeface="Tahoma"/>
              </a:rPr>
              <a:t> </a:t>
            </a:r>
            <a:r>
              <a:rPr sz="2950" spc="-170" dirty="0">
                <a:latin typeface="Tahoma"/>
                <a:cs typeface="Tahoma"/>
              </a:rPr>
              <a:t>phỏng</a:t>
            </a:r>
            <a:r>
              <a:rPr sz="2950" spc="-315" dirty="0">
                <a:latin typeface="Tahoma"/>
                <a:cs typeface="Tahoma"/>
              </a:rPr>
              <a:t> </a:t>
            </a:r>
            <a:r>
              <a:rPr sz="2950" spc="-200" dirty="0">
                <a:latin typeface="Tahoma"/>
                <a:cs typeface="Tahoma"/>
              </a:rPr>
              <a:t>vấn:</a:t>
            </a:r>
            <a:r>
              <a:rPr sz="2950" spc="-315" dirty="0">
                <a:latin typeface="Tahoma"/>
                <a:cs typeface="Tahoma"/>
              </a:rPr>
              <a:t> </a:t>
            </a:r>
            <a:r>
              <a:rPr sz="2950" spc="-95" dirty="0">
                <a:latin typeface="Tahoma"/>
                <a:cs typeface="Tahoma"/>
              </a:rPr>
              <a:t>biết</a:t>
            </a:r>
            <a:r>
              <a:rPr sz="2950" spc="-310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phân</a:t>
            </a:r>
            <a:r>
              <a:rPr sz="2950" spc="-32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tích</a:t>
            </a:r>
            <a:r>
              <a:rPr sz="2950" spc="-315" dirty="0">
                <a:latin typeface="Tahoma"/>
                <a:cs typeface="Tahoma"/>
              </a:rPr>
              <a:t> </a:t>
            </a:r>
            <a:r>
              <a:rPr sz="2950" spc="-180" dirty="0">
                <a:latin typeface="Tahoma"/>
                <a:cs typeface="Tahoma"/>
              </a:rPr>
              <a:t>vấn</a:t>
            </a:r>
            <a:r>
              <a:rPr sz="2950" spc="-310" dirty="0">
                <a:latin typeface="Tahoma"/>
                <a:cs typeface="Tahoma"/>
              </a:rPr>
              <a:t> </a:t>
            </a:r>
            <a:r>
              <a:rPr sz="2950" spc="-145" dirty="0">
                <a:latin typeface="Tahoma"/>
                <a:cs typeface="Tahoma"/>
              </a:rPr>
              <a:t>đề,</a:t>
            </a:r>
            <a:r>
              <a:rPr sz="2950" spc="-315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mô</a:t>
            </a:r>
            <a:r>
              <a:rPr sz="2950" spc="-320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tả</a:t>
            </a:r>
            <a:r>
              <a:rPr sz="2950" spc="-315" dirty="0">
                <a:latin typeface="Tahoma"/>
                <a:cs typeface="Tahoma"/>
              </a:rPr>
              <a:t> </a:t>
            </a:r>
            <a:r>
              <a:rPr sz="2950" spc="-185" dirty="0">
                <a:latin typeface="Tahoma"/>
                <a:cs typeface="Tahoma"/>
              </a:rPr>
              <a:t>quy</a:t>
            </a:r>
            <a:r>
              <a:rPr sz="2950" spc="-305" dirty="0">
                <a:latin typeface="Tahoma"/>
                <a:cs typeface="Tahoma"/>
              </a:rPr>
              <a:t> </a:t>
            </a:r>
            <a:r>
              <a:rPr sz="2950" spc="-130" dirty="0">
                <a:latin typeface="Tahoma"/>
                <a:cs typeface="Tahoma"/>
              </a:rPr>
              <a:t>trình</a:t>
            </a:r>
            <a:r>
              <a:rPr sz="2950" spc="-310" dirty="0">
                <a:latin typeface="Tahoma"/>
                <a:cs typeface="Tahoma"/>
              </a:rPr>
              <a:t> </a:t>
            </a:r>
            <a:r>
              <a:rPr sz="2950" spc="-90" dirty="0">
                <a:latin typeface="Tahoma"/>
                <a:cs typeface="Tahoma"/>
              </a:rPr>
              <a:t>làm</a:t>
            </a:r>
            <a:r>
              <a:rPr sz="2950" spc="-310" dirty="0">
                <a:latin typeface="Tahoma"/>
                <a:cs typeface="Tahoma"/>
              </a:rPr>
              <a:t> </a:t>
            </a:r>
            <a:r>
              <a:rPr sz="2950" spc="-95" dirty="0">
                <a:latin typeface="Tahoma"/>
                <a:cs typeface="Tahoma"/>
              </a:rPr>
              <a:t>việc</a:t>
            </a:r>
            <a:r>
              <a:rPr sz="2950" spc="-315" dirty="0">
                <a:latin typeface="Tahoma"/>
                <a:cs typeface="Tahoma"/>
              </a:rPr>
              <a:t> </a:t>
            </a:r>
            <a:r>
              <a:rPr sz="2950" spc="-145" dirty="0">
                <a:latin typeface="Tahoma"/>
                <a:cs typeface="Tahoma"/>
              </a:rPr>
              <a:t>nhóm,</a:t>
            </a:r>
            <a:r>
              <a:rPr sz="2950" spc="-305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giải</a:t>
            </a:r>
            <a:r>
              <a:rPr sz="2950" spc="-315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quyết</a:t>
            </a:r>
            <a:r>
              <a:rPr sz="2950" spc="-300" dirty="0">
                <a:latin typeface="Tahoma"/>
                <a:cs typeface="Tahoma"/>
              </a:rPr>
              <a:t> </a:t>
            </a:r>
            <a:r>
              <a:rPr sz="2950" spc="-185" dirty="0">
                <a:latin typeface="Tahoma"/>
                <a:cs typeface="Tahoma"/>
              </a:rPr>
              <a:t>bug,</a:t>
            </a:r>
            <a:r>
              <a:rPr sz="2950" spc="-320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tối</a:t>
            </a:r>
            <a:r>
              <a:rPr sz="2950" spc="-310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ưu</a:t>
            </a:r>
            <a:endParaRPr sz="2950">
              <a:latin typeface="Tahoma"/>
              <a:cs typeface="Tahoma"/>
            </a:endParaRPr>
          </a:p>
          <a:p>
            <a:pPr marL="1373505">
              <a:lnSpc>
                <a:spcPct val="100000"/>
              </a:lnSpc>
              <a:spcBef>
                <a:spcPts val="25"/>
              </a:spcBef>
            </a:pPr>
            <a:r>
              <a:rPr sz="2950" spc="-10" dirty="0">
                <a:latin typeface="Tahoma"/>
                <a:cs typeface="Tahoma"/>
              </a:rPr>
              <a:t>code…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5321300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endParaRPr spc="-2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521" y="301915"/>
            <a:ext cx="17035145" cy="6324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0" spc="-165" dirty="0"/>
              <a:t>HÀNH</a:t>
            </a:r>
            <a:r>
              <a:rPr sz="4000" spc="-580" dirty="0"/>
              <a:t> </a:t>
            </a:r>
            <a:r>
              <a:rPr sz="4000" spc="-305" dirty="0"/>
              <a:t>TRANG</a:t>
            </a:r>
            <a:r>
              <a:rPr sz="4000" spc="-580" dirty="0"/>
              <a:t> </a:t>
            </a:r>
            <a:r>
              <a:rPr sz="4000" spc="-95" dirty="0"/>
              <a:t>CV</a:t>
            </a:r>
            <a:r>
              <a:rPr sz="4000" spc="-545" dirty="0"/>
              <a:t> </a:t>
            </a:r>
            <a:r>
              <a:rPr sz="4000" spc="-630" dirty="0"/>
              <a:t>–</a:t>
            </a:r>
            <a:r>
              <a:rPr sz="4000" spc="-570" dirty="0"/>
              <a:t> </a:t>
            </a:r>
            <a:r>
              <a:rPr sz="4000" spc="-229" dirty="0"/>
              <a:t>Chứng</a:t>
            </a:r>
            <a:r>
              <a:rPr sz="4000" spc="-570" dirty="0"/>
              <a:t> </a:t>
            </a:r>
            <a:r>
              <a:rPr sz="4000" spc="-190" dirty="0"/>
              <a:t>minh</a:t>
            </a:r>
            <a:r>
              <a:rPr sz="4000" spc="-570" dirty="0"/>
              <a:t> </a:t>
            </a:r>
            <a:r>
              <a:rPr sz="4000" spc="-290" dirty="0"/>
              <a:t>năng</a:t>
            </a:r>
            <a:r>
              <a:rPr sz="4000" spc="-570" dirty="0"/>
              <a:t> </a:t>
            </a:r>
            <a:r>
              <a:rPr sz="4000" spc="-90" dirty="0"/>
              <a:t>lực,</a:t>
            </a:r>
            <a:r>
              <a:rPr sz="4000" spc="-565" dirty="0"/>
              <a:t> </a:t>
            </a:r>
            <a:r>
              <a:rPr sz="4000" spc="-260" dirty="0"/>
              <a:t>tăng</a:t>
            </a:r>
            <a:r>
              <a:rPr sz="4000" spc="-570" dirty="0"/>
              <a:t> </a:t>
            </a:r>
            <a:r>
              <a:rPr sz="4000" spc="-85" dirty="0"/>
              <a:t>cơ</a:t>
            </a:r>
            <a:r>
              <a:rPr sz="4000" spc="-565" dirty="0"/>
              <a:t> </a:t>
            </a:r>
            <a:r>
              <a:rPr sz="4000" spc="-160" dirty="0"/>
              <a:t>hội</a:t>
            </a:r>
            <a:r>
              <a:rPr sz="4000" spc="-580" dirty="0"/>
              <a:t> </a:t>
            </a:r>
            <a:r>
              <a:rPr sz="4000" spc="-165" dirty="0"/>
              <a:t>được</a:t>
            </a:r>
            <a:r>
              <a:rPr sz="4000" spc="-555" dirty="0"/>
              <a:t> </a:t>
            </a:r>
            <a:r>
              <a:rPr sz="4000" spc="-245" dirty="0"/>
              <a:t>tuyển</a:t>
            </a:r>
            <a:r>
              <a:rPr sz="4000" spc="-570" dirty="0"/>
              <a:t> </a:t>
            </a:r>
            <a:r>
              <a:rPr sz="4000" spc="-315" dirty="0"/>
              <a:t>dụng</a:t>
            </a:r>
            <a:endParaRPr sz="4000" spc="-315" dirty="0"/>
          </a:p>
        </p:txBody>
      </p:sp>
      <p:sp>
        <p:nvSpPr>
          <p:cNvPr id="3" name="object 3"/>
          <p:cNvSpPr txBox="1"/>
          <p:nvPr/>
        </p:nvSpPr>
        <p:spPr>
          <a:xfrm>
            <a:off x="707696" y="1627599"/>
            <a:ext cx="5891530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9760" indent="-607060">
              <a:lnSpc>
                <a:spcPct val="100000"/>
              </a:lnSpc>
              <a:spcBef>
                <a:spcPts val="125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600" dirty="0">
                <a:latin typeface="Tahoma"/>
                <a:cs typeface="Tahoma"/>
              </a:rPr>
              <a:t>Các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95" dirty="0">
                <a:latin typeface="Tahoma"/>
                <a:cs typeface="Tahoma"/>
              </a:rPr>
              <a:t>mục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165" dirty="0">
                <a:latin typeface="Tahoma"/>
                <a:cs typeface="Tahoma"/>
              </a:rPr>
              <a:t>quan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210" dirty="0">
                <a:latin typeface="Tahoma"/>
                <a:cs typeface="Tahoma"/>
              </a:rPr>
              <a:t>trọng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170" dirty="0">
                <a:latin typeface="Tahoma"/>
                <a:cs typeface="Tahoma"/>
              </a:rPr>
              <a:t>trên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60" dirty="0">
                <a:latin typeface="Tahoma"/>
                <a:cs typeface="Tahoma"/>
              </a:rPr>
              <a:t>CV: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93850" y="2835275"/>
            <a:ext cx="13975080" cy="720280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5655945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521" y="301915"/>
            <a:ext cx="17035145" cy="6324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0" spc="-165" dirty="0"/>
              <a:t>HÀNH</a:t>
            </a:r>
            <a:r>
              <a:rPr sz="4000" spc="-580" dirty="0"/>
              <a:t> </a:t>
            </a:r>
            <a:r>
              <a:rPr sz="4000" spc="-305" dirty="0"/>
              <a:t>TRANG</a:t>
            </a:r>
            <a:r>
              <a:rPr sz="4000" spc="-580" dirty="0"/>
              <a:t> </a:t>
            </a:r>
            <a:r>
              <a:rPr sz="4000" spc="-95" dirty="0"/>
              <a:t>CV</a:t>
            </a:r>
            <a:r>
              <a:rPr sz="4000" spc="-545" dirty="0"/>
              <a:t> </a:t>
            </a:r>
            <a:r>
              <a:rPr sz="4000" spc="-630" dirty="0"/>
              <a:t>–</a:t>
            </a:r>
            <a:r>
              <a:rPr sz="4000" spc="-570" dirty="0"/>
              <a:t> </a:t>
            </a:r>
            <a:r>
              <a:rPr sz="4000" spc="-229" dirty="0"/>
              <a:t>Chứng</a:t>
            </a:r>
            <a:r>
              <a:rPr sz="4000" spc="-570" dirty="0"/>
              <a:t> </a:t>
            </a:r>
            <a:r>
              <a:rPr sz="4000" spc="-190" dirty="0"/>
              <a:t>minh</a:t>
            </a:r>
            <a:r>
              <a:rPr sz="4000" spc="-570" dirty="0"/>
              <a:t> </a:t>
            </a:r>
            <a:r>
              <a:rPr sz="4000" spc="-290" dirty="0"/>
              <a:t>năng</a:t>
            </a:r>
            <a:r>
              <a:rPr sz="4000" spc="-570" dirty="0"/>
              <a:t> </a:t>
            </a:r>
            <a:r>
              <a:rPr sz="4000" spc="-90" dirty="0"/>
              <a:t>lực,</a:t>
            </a:r>
            <a:r>
              <a:rPr sz="4000" spc="-565" dirty="0"/>
              <a:t> </a:t>
            </a:r>
            <a:r>
              <a:rPr sz="4000" spc="-260" dirty="0"/>
              <a:t>tăng</a:t>
            </a:r>
            <a:r>
              <a:rPr sz="4000" spc="-570" dirty="0"/>
              <a:t> </a:t>
            </a:r>
            <a:r>
              <a:rPr sz="4000" spc="-85" dirty="0"/>
              <a:t>cơ</a:t>
            </a:r>
            <a:r>
              <a:rPr sz="4000" spc="-565" dirty="0"/>
              <a:t> </a:t>
            </a:r>
            <a:r>
              <a:rPr sz="4000" spc="-160" dirty="0"/>
              <a:t>hội</a:t>
            </a:r>
            <a:r>
              <a:rPr sz="4000" spc="-580" dirty="0"/>
              <a:t> </a:t>
            </a:r>
            <a:r>
              <a:rPr sz="4000" spc="-165" dirty="0"/>
              <a:t>được</a:t>
            </a:r>
            <a:r>
              <a:rPr sz="4000" spc="-555" dirty="0"/>
              <a:t> </a:t>
            </a:r>
            <a:r>
              <a:rPr sz="4000" spc="-245" dirty="0"/>
              <a:t>tuyển</a:t>
            </a:r>
            <a:r>
              <a:rPr sz="4000" spc="-570" dirty="0"/>
              <a:t> </a:t>
            </a:r>
            <a:r>
              <a:rPr sz="4000" spc="-315" dirty="0"/>
              <a:t>dụng</a:t>
            </a:r>
            <a:endParaRPr sz="4000" spc="-315" dirty="0"/>
          </a:p>
        </p:txBody>
      </p:sp>
      <p:sp>
        <p:nvSpPr>
          <p:cNvPr id="3" name="object 3"/>
          <p:cNvSpPr txBox="1"/>
          <p:nvPr/>
        </p:nvSpPr>
        <p:spPr>
          <a:xfrm>
            <a:off x="707696" y="1627599"/>
            <a:ext cx="5891530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9760" indent="-607060">
              <a:lnSpc>
                <a:spcPct val="100000"/>
              </a:lnSpc>
              <a:spcBef>
                <a:spcPts val="125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600" dirty="0">
                <a:latin typeface="Tahoma"/>
                <a:cs typeface="Tahoma"/>
              </a:rPr>
              <a:t>Các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95" dirty="0">
                <a:latin typeface="Tahoma"/>
                <a:cs typeface="Tahoma"/>
              </a:rPr>
              <a:t>mục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165" dirty="0">
                <a:latin typeface="Tahoma"/>
                <a:cs typeface="Tahoma"/>
              </a:rPr>
              <a:t>quan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210" dirty="0">
                <a:latin typeface="Tahoma"/>
                <a:cs typeface="Tahoma"/>
              </a:rPr>
              <a:t>trọng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170" dirty="0">
                <a:latin typeface="Tahoma"/>
                <a:cs typeface="Tahoma"/>
              </a:rPr>
              <a:t>trên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60" dirty="0">
                <a:latin typeface="Tahoma"/>
                <a:cs typeface="Tahoma"/>
              </a:rPr>
              <a:t>CV: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4355" y="1539875"/>
            <a:ext cx="19118580" cy="8903335"/>
            <a:chOff x="523544" y="1650318"/>
            <a:chExt cx="19118580" cy="8796903"/>
          </a:xfrm>
        </p:grpSpPr>
        <p:sp>
          <p:nvSpPr>
            <p:cNvPr id="5" name="object 5"/>
            <p:cNvSpPr/>
            <p:nvPr/>
          </p:nvSpPr>
          <p:spPr>
            <a:xfrm>
              <a:off x="523544" y="10447221"/>
              <a:ext cx="19118580" cy="0"/>
            </a:xfrm>
            <a:custGeom>
              <a:avLst/>
              <a:gdLst/>
              <a:ahLst/>
              <a:cxnLst/>
              <a:rect l="l" t="t" r="r" b="b"/>
              <a:pathLst>
                <a:path w="19118580">
                  <a:moveTo>
                    <a:pt x="0" y="0"/>
                  </a:moveTo>
                  <a:lnTo>
                    <a:pt x="19118370" y="0"/>
                  </a:lnTo>
                </a:path>
              </a:pathLst>
            </a:custGeom>
            <a:ln w="41883">
              <a:solidFill>
                <a:srgbClr val="DE6A0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820839" y="1650318"/>
              <a:ext cx="12129770" cy="8488045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5321300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endParaRPr spc="-2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521" y="301915"/>
            <a:ext cx="17035145" cy="6324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0" spc="-165" dirty="0"/>
              <a:t>HÀNH</a:t>
            </a:r>
            <a:r>
              <a:rPr sz="4000" spc="-580" dirty="0"/>
              <a:t> </a:t>
            </a:r>
            <a:r>
              <a:rPr sz="4000" spc="-305" dirty="0"/>
              <a:t>TRANG</a:t>
            </a:r>
            <a:r>
              <a:rPr sz="4000" spc="-580" dirty="0"/>
              <a:t> </a:t>
            </a:r>
            <a:r>
              <a:rPr sz="4000" spc="-95" dirty="0"/>
              <a:t>CV</a:t>
            </a:r>
            <a:r>
              <a:rPr sz="4000" spc="-545" dirty="0"/>
              <a:t> </a:t>
            </a:r>
            <a:r>
              <a:rPr sz="4000" spc="-630" dirty="0"/>
              <a:t>–</a:t>
            </a:r>
            <a:r>
              <a:rPr sz="4000" spc="-570" dirty="0"/>
              <a:t> </a:t>
            </a:r>
            <a:r>
              <a:rPr sz="4000" spc="-229" dirty="0"/>
              <a:t>Chứng</a:t>
            </a:r>
            <a:r>
              <a:rPr sz="4000" spc="-570" dirty="0"/>
              <a:t> </a:t>
            </a:r>
            <a:r>
              <a:rPr sz="4000" spc="-190" dirty="0"/>
              <a:t>minh</a:t>
            </a:r>
            <a:r>
              <a:rPr sz="4000" spc="-570" dirty="0"/>
              <a:t> </a:t>
            </a:r>
            <a:r>
              <a:rPr sz="4000" spc="-290" dirty="0"/>
              <a:t>năng</a:t>
            </a:r>
            <a:r>
              <a:rPr sz="4000" spc="-570" dirty="0"/>
              <a:t> </a:t>
            </a:r>
            <a:r>
              <a:rPr sz="4000" spc="-90" dirty="0"/>
              <a:t>lực,</a:t>
            </a:r>
            <a:r>
              <a:rPr sz="4000" spc="-565" dirty="0"/>
              <a:t> </a:t>
            </a:r>
            <a:r>
              <a:rPr sz="4000" spc="-260" dirty="0"/>
              <a:t>tăng</a:t>
            </a:r>
            <a:r>
              <a:rPr sz="4000" spc="-570" dirty="0"/>
              <a:t> </a:t>
            </a:r>
            <a:r>
              <a:rPr sz="4000" spc="-85" dirty="0"/>
              <a:t>cơ</a:t>
            </a:r>
            <a:r>
              <a:rPr sz="4000" spc="-565" dirty="0"/>
              <a:t> </a:t>
            </a:r>
            <a:r>
              <a:rPr sz="4000" spc="-160" dirty="0"/>
              <a:t>hội</a:t>
            </a:r>
            <a:r>
              <a:rPr sz="4000" spc="-580" dirty="0"/>
              <a:t> </a:t>
            </a:r>
            <a:r>
              <a:rPr sz="4000" spc="-165" dirty="0"/>
              <a:t>được</a:t>
            </a:r>
            <a:r>
              <a:rPr sz="4000" spc="-555" dirty="0"/>
              <a:t> </a:t>
            </a:r>
            <a:r>
              <a:rPr sz="4000" spc="-245" dirty="0"/>
              <a:t>tuyển</a:t>
            </a:r>
            <a:r>
              <a:rPr sz="4000" spc="-570" dirty="0"/>
              <a:t> </a:t>
            </a:r>
            <a:r>
              <a:rPr sz="4000" spc="-315" dirty="0"/>
              <a:t>dụng</a:t>
            </a:r>
            <a:endParaRPr sz="4000" spc="-315" dirty="0"/>
          </a:p>
        </p:txBody>
      </p:sp>
      <p:sp>
        <p:nvSpPr>
          <p:cNvPr id="3" name="object 3"/>
          <p:cNvSpPr txBox="1"/>
          <p:nvPr/>
        </p:nvSpPr>
        <p:spPr>
          <a:xfrm>
            <a:off x="707696" y="1627599"/>
            <a:ext cx="5891530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9760" indent="-607060">
              <a:lnSpc>
                <a:spcPct val="100000"/>
              </a:lnSpc>
              <a:spcBef>
                <a:spcPts val="125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600" dirty="0">
                <a:latin typeface="Tahoma"/>
                <a:cs typeface="Tahoma"/>
              </a:rPr>
              <a:t>Các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95" dirty="0">
                <a:latin typeface="Tahoma"/>
                <a:cs typeface="Tahoma"/>
              </a:rPr>
              <a:t>mục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165" dirty="0">
                <a:latin typeface="Tahoma"/>
                <a:cs typeface="Tahoma"/>
              </a:rPr>
              <a:t>quan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210" dirty="0">
                <a:latin typeface="Tahoma"/>
                <a:cs typeface="Tahoma"/>
              </a:rPr>
              <a:t>trọng</a:t>
            </a:r>
            <a:r>
              <a:rPr sz="3600" spc="-415" dirty="0">
                <a:latin typeface="Tahoma"/>
                <a:cs typeface="Tahoma"/>
              </a:rPr>
              <a:t> </a:t>
            </a:r>
            <a:r>
              <a:rPr sz="3600" spc="-170" dirty="0">
                <a:latin typeface="Tahoma"/>
                <a:cs typeface="Tahoma"/>
              </a:rPr>
              <a:t>trên</a:t>
            </a:r>
            <a:r>
              <a:rPr sz="3600" spc="-420" dirty="0">
                <a:latin typeface="Tahoma"/>
                <a:cs typeface="Tahoma"/>
              </a:rPr>
              <a:t> </a:t>
            </a:r>
            <a:r>
              <a:rPr sz="3600" spc="-60" dirty="0">
                <a:latin typeface="Tahoma"/>
                <a:cs typeface="Tahoma"/>
              </a:rPr>
              <a:t>CV: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93850" y="2759075"/>
            <a:ext cx="16676370" cy="701103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5308600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endParaRPr spc="-2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01625"/>
            <a:ext cx="11748135" cy="7556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20" dirty="0"/>
              <a:t>KẾT</a:t>
            </a:r>
            <a:r>
              <a:rPr spc="-590" dirty="0"/>
              <a:t> </a:t>
            </a:r>
            <a:r>
              <a:rPr spc="-210" dirty="0"/>
              <a:t>LUẬN</a:t>
            </a:r>
            <a:r>
              <a:rPr spc="-585" dirty="0"/>
              <a:t> </a:t>
            </a:r>
            <a:r>
              <a:rPr spc="-425" dirty="0"/>
              <a:t>&amp;</a:t>
            </a:r>
            <a:r>
              <a:rPr spc="-590" dirty="0"/>
              <a:t> </a:t>
            </a:r>
            <a:r>
              <a:rPr spc="-290" dirty="0"/>
              <a:t>ĐỊNH</a:t>
            </a:r>
            <a:r>
              <a:rPr spc="-590" dirty="0"/>
              <a:t> </a:t>
            </a:r>
            <a:r>
              <a:rPr spc="-80" dirty="0"/>
              <a:t>HƯỚNG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707696" y="1627599"/>
            <a:ext cx="18897600" cy="74396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9760" indent="-607060">
              <a:lnSpc>
                <a:spcPct val="100000"/>
              </a:lnSpc>
              <a:spcBef>
                <a:spcPts val="125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500" b="1" spc="-345" dirty="0">
                <a:latin typeface="Tahoma"/>
                <a:cs typeface="Tahoma"/>
              </a:rPr>
              <a:t>Sinh</a:t>
            </a:r>
            <a:r>
              <a:rPr sz="3500" b="1" spc="-385" dirty="0">
                <a:latin typeface="Tahoma"/>
                <a:cs typeface="Tahoma"/>
              </a:rPr>
              <a:t> </a:t>
            </a:r>
            <a:r>
              <a:rPr sz="3500" b="1" spc="-350" dirty="0">
                <a:latin typeface="Tahoma"/>
                <a:cs typeface="Tahoma"/>
              </a:rPr>
              <a:t>viên</a:t>
            </a:r>
            <a:r>
              <a:rPr sz="3500" b="1" spc="-385" dirty="0">
                <a:latin typeface="Tahoma"/>
                <a:cs typeface="Tahoma"/>
              </a:rPr>
              <a:t> </a:t>
            </a:r>
            <a:r>
              <a:rPr sz="3500" b="1" spc="-425" dirty="0">
                <a:latin typeface="Tahoma"/>
                <a:cs typeface="Tahoma"/>
              </a:rPr>
              <a:t>năm</a:t>
            </a:r>
            <a:r>
              <a:rPr sz="3500" b="1" spc="-390" dirty="0">
                <a:latin typeface="Tahoma"/>
                <a:cs typeface="Tahoma"/>
              </a:rPr>
              <a:t> </a:t>
            </a:r>
            <a:r>
              <a:rPr sz="3500" b="1" spc="-520" dirty="0">
                <a:latin typeface="Tahoma"/>
                <a:cs typeface="Tahoma"/>
              </a:rPr>
              <a:t>1–2</a:t>
            </a:r>
            <a:r>
              <a:rPr sz="3500" spc="-520" dirty="0">
                <a:latin typeface="Tahoma"/>
                <a:cs typeface="Tahoma"/>
              </a:rPr>
              <a:t>:</a:t>
            </a:r>
            <a:r>
              <a:rPr sz="3500" spc="-430" dirty="0">
                <a:latin typeface="Tahoma"/>
                <a:cs typeface="Tahoma"/>
              </a:rPr>
              <a:t> </a:t>
            </a:r>
            <a:r>
              <a:rPr sz="3500" spc="-140" dirty="0">
                <a:latin typeface="Tahoma"/>
                <a:cs typeface="Tahoma"/>
              </a:rPr>
              <a:t>Đi</a:t>
            </a:r>
            <a:r>
              <a:rPr sz="3500" spc="-434" dirty="0">
                <a:latin typeface="Tahoma"/>
                <a:cs typeface="Tahoma"/>
              </a:rPr>
              <a:t> </a:t>
            </a:r>
            <a:r>
              <a:rPr sz="3500" spc="-229" dirty="0">
                <a:latin typeface="Tahoma"/>
                <a:cs typeface="Tahoma"/>
              </a:rPr>
              <a:t>từng</a:t>
            </a:r>
            <a:r>
              <a:rPr sz="3500" spc="-425" dirty="0">
                <a:latin typeface="Tahoma"/>
                <a:cs typeface="Tahoma"/>
              </a:rPr>
              <a:t> </a:t>
            </a:r>
            <a:r>
              <a:rPr sz="3500" spc="-120" dirty="0">
                <a:latin typeface="Tahoma"/>
                <a:cs typeface="Tahoma"/>
              </a:rPr>
              <a:t>bước,</a:t>
            </a:r>
            <a:r>
              <a:rPr sz="3500" spc="-425" dirty="0">
                <a:latin typeface="Tahoma"/>
                <a:cs typeface="Tahoma"/>
              </a:rPr>
              <a:t> </a:t>
            </a:r>
            <a:r>
              <a:rPr sz="3500" spc="-165" dirty="0">
                <a:latin typeface="Tahoma"/>
                <a:cs typeface="Tahoma"/>
              </a:rPr>
              <a:t>nỗ</a:t>
            </a:r>
            <a:r>
              <a:rPr sz="3500" spc="-420" dirty="0">
                <a:latin typeface="Tahoma"/>
                <a:cs typeface="Tahoma"/>
              </a:rPr>
              <a:t> </a:t>
            </a:r>
            <a:r>
              <a:rPr sz="3500" spc="-40" dirty="0">
                <a:latin typeface="Tahoma"/>
                <a:cs typeface="Tahoma"/>
              </a:rPr>
              <a:t>lực</a:t>
            </a:r>
            <a:r>
              <a:rPr sz="3500" spc="-425" dirty="0">
                <a:latin typeface="Tahoma"/>
                <a:cs typeface="Tahoma"/>
              </a:rPr>
              <a:t> </a:t>
            </a:r>
            <a:r>
              <a:rPr sz="3500" spc="-175" dirty="0">
                <a:latin typeface="Tahoma"/>
                <a:cs typeface="Tahoma"/>
              </a:rPr>
              <a:t>tự</a:t>
            </a:r>
            <a:r>
              <a:rPr sz="3500" spc="-425" dirty="0">
                <a:latin typeface="Tahoma"/>
                <a:cs typeface="Tahoma"/>
              </a:rPr>
              <a:t> </a:t>
            </a:r>
            <a:r>
              <a:rPr sz="3500" spc="-105" dirty="0">
                <a:latin typeface="Tahoma"/>
                <a:cs typeface="Tahoma"/>
              </a:rPr>
              <a:t>code</a:t>
            </a:r>
            <a:r>
              <a:rPr sz="3500" spc="-430" dirty="0">
                <a:latin typeface="Tahoma"/>
                <a:cs typeface="Tahoma"/>
              </a:rPr>
              <a:t> </a:t>
            </a:r>
            <a:r>
              <a:rPr sz="3500" spc="-175" dirty="0">
                <a:latin typeface="Tahoma"/>
                <a:cs typeface="Tahoma"/>
              </a:rPr>
              <a:t>dự</a:t>
            </a:r>
            <a:r>
              <a:rPr sz="3500" spc="-420" dirty="0">
                <a:latin typeface="Tahoma"/>
                <a:cs typeface="Tahoma"/>
              </a:rPr>
              <a:t> </a:t>
            </a:r>
            <a:r>
              <a:rPr sz="3500" spc="-165" dirty="0">
                <a:latin typeface="Tahoma"/>
                <a:cs typeface="Tahoma"/>
              </a:rPr>
              <a:t>án</a:t>
            </a:r>
            <a:r>
              <a:rPr sz="3500" spc="-430" dirty="0">
                <a:latin typeface="Tahoma"/>
                <a:cs typeface="Tahoma"/>
              </a:rPr>
              <a:t> </a:t>
            </a:r>
            <a:r>
              <a:rPr sz="3500" spc="-170" dirty="0">
                <a:latin typeface="Tahoma"/>
                <a:cs typeface="Tahoma"/>
              </a:rPr>
              <a:t>nhỏ,</a:t>
            </a:r>
            <a:r>
              <a:rPr sz="3500" spc="-420" dirty="0">
                <a:latin typeface="Tahoma"/>
                <a:cs typeface="Tahoma"/>
              </a:rPr>
              <a:t> </a:t>
            </a:r>
            <a:r>
              <a:rPr sz="3500" spc="-40" dirty="0">
                <a:latin typeface="Tahoma"/>
                <a:cs typeface="Tahoma"/>
              </a:rPr>
              <a:t>cải</a:t>
            </a:r>
            <a:r>
              <a:rPr sz="3500" spc="-420" dirty="0">
                <a:latin typeface="Tahoma"/>
                <a:cs typeface="Tahoma"/>
              </a:rPr>
              <a:t> </a:t>
            </a:r>
            <a:r>
              <a:rPr sz="3500" spc="-125" dirty="0">
                <a:latin typeface="Tahoma"/>
                <a:cs typeface="Tahoma"/>
              </a:rPr>
              <a:t>tiến</a:t>
            </a:r>
            <a:r>
              <a:rPr sz="3500" spc="-434" dirty="0">
                <a:latin typeface="Tahoma"/>
                <a:cs typeface="Tahoma"/>
              </a:rPr>
              <a:t> </a:t>
            </a:r>
            <a:r>
              <a:rPr sz="3500" spc="-210" dirty="0">
                <a:latin typeface="Tahoma"/>
                <a:cs typeface="Tahoma"/>
              </a:rPr>
              <a:t>dần;</a:t>
            </a:r>
            <a:r>
              <a:rPr sz="3500" spc="-434" dirty="0">
                <a:latin typeface="Tahoma"/>
                <a:cs typeface="Tahoma"/>
              </a:rPr>
              <a:t> </a:t>
            </a:r>
            <a:r>
              <a:rPr sz="3500" spc="-105" dirty="0">
                <a:latin typeface="Tahoma"/>
                <a:cs typeface="Tahoma"/>
              </a:rPr>
              <a:t>làm</a:t>
            </a:r>
            <a:r>
              <a:rPr sz="3500" spc="-425" dirty="0">
                <a:latin typeface="Tahoma"/>
                <a:cs typeface="Tahoma"/>
              </a:rPr>
              <a:t> </a:t>
            </a:r>
            <a:r>
              <a:rPr sz="3500" spc="-10" dirty="0">
                <a:latin typeface="Tahoma"/>
                <a:cs typeface="Tahoma"/>
              </a:rPr>
              <a:t>teamwork.</a:t>
            </a:r>
            <a:endParaRPr sz="3500">
              <a:latin typeface="Tahoma"/>
              <a:cs typeface="Tahoma"/>
            </a:endParaRPr>
          </a:p>
          <a:p>
            <a:pPr marL="1373505" lvl="1" indent="-565150">
              <a:lnSpc>
                <a:spcPct val="100000"/>
              </a:lnSpc>
              <a:spcBef>
                <a:spcPts val="2545"/>
              </a:spcBef>
              <a:buSzPct val="88000"/>
              <a:buChar char="•"/>
              <a:tabLst>
                <a:tab pos="1373505" algn="l"/>
              </a:tabLst>
            </a:pPr>
            <a:r>
              <a:rPr sz="3500" spc="-140" dirty="0">
                <a:latin typeface="Tahoma"/>
                <a:cs typeface="Tahoma"/>
              </a:rPr>
              <a:t>Làm</a:t>
            </a:r>
            <a:r>
              <a:rPr sz="3500" spc="-245" dirty="0">
                <a:latin typeface="Tahoma"/>
                <a:cs typeface="Tahoma"/>
              </a:rPr>
              <a:t> </a:t>
            </a:r>
            <a:r>
              <a:rPr sz="3500" spc="-145" dirty="0">
                <a:latin typeface="Tahoma"/>
                <a:cs typeface="Tahoma"/>
              </a:rPr>
              <a:t>thêm</a:t>
            </a:r>
            <a:r>
              <a:rPr sz="3500" spc="-240" dirty="0">
                <a:latin typeface="Tahoma"/>
                <a:cs typeface="Tahoma"/>
              </a:rPr>
              <a:t> </a:t>
            </a:r>
            <a:r>
              <a:rPr sz="3500" spc="-105" dirty="0">
                <a:latin typeface="Tahoma"/>
                <a:cs typeface="Tahoma"/>
              </a:rPr>
              <a:t>trái</a:t>
            </a:r>
            <a:r>
              <a:rPr sz="3500" spc="-245" dirty="0">
                <a:latin typeface="Tahoma"/>
                <a:cs typeface="Tahoma"/>
              </a:rPr>
              <a:t> </a:t>
            </a:r>
            <a:r>
              <a:rPr sz="3500" spc="-185" dirty="0">
                <a:latin typeface="Tahoma"/>
                <a:cs typeface="Tahoma"/>
              </a:rPr>
              <a:t>ngành</a:t>
            </a:r>
            <a:r>
              <a:rPr sz="3500" spc="-240" dirty="0">
                <a:latin typeface="Tahoma"/>
                <a:cs typeface="Tahoma"/>
              </a:rPr>
              <a:t> </a:t>
            </a:r>
            <a:r>
              <a:rPr sz="3500" spc="-150" dirty="0">
                <a:latin typeface="Tahoma"/>
                <a:cs typeface="Tahoma"/>
              </a:rPr>
              <a:t>cũng</a:t>
            </a:r>
            <a:r>
              <a:rPr sz="3500" spc="-254" dirty="0">
                <a:latin typeface="Tahoma"/>
                <a:cs typeface="Tahoma"/>
              </a:rPr>
              <a:t> </a:t>
            </a:r>
            <a:r>
              <a:rPr sz="3500" spc="-45" dirty="0">
                <a:latin typeface="Tahoma"/>
                <a:cs typeface="Tahoma"/>
              </a:rPr>
              <a:t>là</a:t>
            </a:r>
            <a:r>
              <a:rPr sz="3500" spc="-240" dirty="0">
                <a:latin typeface="Tahoma"/>
                <a:cs typeface="Tahoma"/>
              </a:rPr>
              <a:t> </a:t>
            </a:r>
            <a:r>
              <a:rPr sz="3500" spc="-105" dirty="0">
                <a:latin typeface="Tahoma"/>
                <a:cs typeface="Tahoma"/>
              </a:rPr>
              <a:t>trải</a:t>
            </a:r>
            <a:r>
              <a:rPr sz="3500" spc="-240" dirty="0">
                <a:latin typeface="Tahoma"/>
                <a:cs typeface="Tahoma"/>
              </a:rPr>
              <a:t> </a:t>
            </a:r>
            <a:r>
              <a:rPr sz="3500" spc="-155" dirty="0">
                <a:latin typeface="Tahoma"/>
                <a:cs typeface="Tahoma"/>
              </a:rPr>
              <a:t>nghiệm</a:t>
            </a:r>
            <a:r>
              <a:rPr sz="3500" spc="-250" dirty="0">
                <a:latin typeface="Tahoma"/>
                <a:cs typeface="Tahoma"/>
              </a:rPr>
              <a:t> </a:t>
            </a:r>
            <a:r>
              <a:rPr sz="3500" spc="-120" dirty="0">
                <a:latin typeface="Tahoma"/>
                <a:cs typeface="Tahoma"/>
              </a:rPr>
              <a:t>phát</a:t>
            </a:r>
            <a:r>
              <a:rPr sz="3500" spc="-235" dirty="0">
                <a:latin typeface="Tahoma"/>
                <a:cs typeface="Tahoma"/>
              </a:rPr>
              <a:t> </a:t>
            </a:r>
            <a:r>
              <a:rPr sz="3500" spc="-114" dirty="0">
                <a:latin typeface="Tahoma"/>
                <a:cs typeface="Tahoma"/>
              </a:rPr>
              <a:t>triển</a:t>
            </a:r>
            <a:r>
              <a:rPr sz="3500" spc="-250" dirty="0">
                <a:latin typeface="Tahoma"/>
                <a:cs typeface="Tahoma"/>
              </a:rPr>
              <a:t> </a:t>
            </a:r>
            <a:r>
              <a:rPr sz="3500" spc="-135" dirty="0">
                <a:latin typeface="Tahoma"/>
                <a:cs typeface="Tahoma"/>
              </a:rPr>
              <a:t>bản</a:t>
            </a:r>
            <a:r>
              <a:rPr sz="3500" spc="-250" dirty="0">
                <a:latin typeface="Tahoma"/>
                <a:cs typeface="Tahoma"/>
              </a:rPr>
              <a:t> </a:t>
            </a:r>
            <a:r>
              <a:rPr sz="3500" spc="-140" dirty="0">
                <a:latin typeface="Tahoma"/>
                <a:cs typeface="Tahoma"/>
              </a:rPr>
              <a:t>thân</a:t>
            </a:r>
            <a:r>
              <a:rPr sz="3500" spc="-250" dirty="0">
                <a:latin typeface="Tahoma"/>
                <a:cs typeface="Tahoma"/>
              </a:rPr>
              <a:t> </a:t>
            </a:r>
            <a:r>
              <a:rPr sz="3500" spc="-190" dirty="0">
                <a:latin typeface="Tahoma"/>
                <a:cs typeface="Tahoma"/>
              </a:rPr>
              <a:t>nhưng</a:t>
            </a:r>
            <a:r>
              <a:rPr sz="3500" spc="-245" dirty="0">
                <a:latin typeface="Tahoma"/>
                <a:cs typeface="Tahoma"/>
              </a:rPr>
              <a:t> </a:t>
            </a:r>
            <a:r>
              <a:rPr sz="3500" spc="-180" dirty="0">
                <a:latin typeface="Tahoma"/>
                <a:cs typeface="Tahoma"/>
              </a:rPr>
              <a:t>hãy</a:t>
            </a:r>
            <a:r>
              <a:rPr sz="3500" spc="-250" dirty="0">
                <a:latin typeface="Tahoma"/>
                <a:cs typeface="Tahoma"/>
              </a:rPr>
              <a:t> </a:t>
            </a:r>
            <a:r>
              <a:rPr sz="3500" spc="-155" dirty="0">
                <a:latin typeface="Tahoma"/>
                <a:cs typeface="Tahoma"/>
              </a:rPr>
              <a:t>nhớ</a:t>
            </a:r>
            <a:r>
              <a:rPr sz="3500" spc="-245" dirty="0">
                <a:latin typeface="Tahoma"/>
                <a:cs typeface="Tahoma"/>
              </a:rPr>
              <a:t> </a:t>
            </a:r>
            <a:r>
              <a:rPr sz="3500" spc="-65" dirty="0">
                <a:latin typeface="Tahoma"/>
                <a:cs typeface="Tahoma"/>
              </a:rPr>
              <a:t>“đó</a:t>
            </a:r>
            <a:r>
              <a:rPr sz="3500" spc="-250" dirty="0">
                <a:latin typeface="Tahoma"/>
                <a:cs typeface="Tahoma"/>
              </a:rPr>
              <a:t> </a:t>
            </a:r>
            <a:r>
              <a:rPr sz="3500" spc="-50" dirty="0">
                <a:latin typeface="Tahoma"/>
                <a:cs typeface="Tahoma"/>
              </a:rPr>
              <a:t>chỉ</a:t>
            </a:r>
            <a:r>
              <a:rPr sz="3500" spc="-245" dirty="0">
                <a:latin typeface="Tahoma"/>
                <a:cs typeface="Tahoma"/>
              </a:rPr>
              <a:t> </a:t>
            </a:r>
            <a:r>
              <a:rPr sz="3500" spc="-45" dirty="0">
                <a:latin typeface="Tahoma"/>
                <a:cs typeface="Tahoma"/>
              </a:rPr>
              <a:t>là</a:t>
            </a:r>
            <a:r>
              <a:rPr sz="3500" spc="-240" dirty="0">
                <a:latin typeface="Tahoma"/>
                <a:cs typeface="Tahoma"/>
              </a:rPr>
              <a:t> </a:t>
            </a:r>
            <a:r>
              <a:rPr sz="3500" spc="-130" dirty="0">
                <a:latin typeface="Tahoma"/>
                <a:cs typeface="Tahoma"/>
              </a:rPr>
              <a:t>công</a:t>
            </a:r>
            <a:r>
              <a:rPr sz="3500" spc="-250" dirty="0">
                <a:latin typeface="Tahoma"/>
                <a:cs typeface="Tahoma"/>
              </a:rPr>
              <a:t> </a:t>
            </a:r>
            <a:r>
              <a:rPr sz="3500" spc="-85" dirty="0">
                <a:latin typeface="Tahoma"/>
                <a:cs typeface="Tahoma"/>
              </a:rPr>
              <a:t>việc</a:t>
            </a:r>
            <a:r>
              <a:rPr sz="3500" spc="-250" dirty="0">
                <a:latin typeface="Tahoma"/>
                <a:cs typeface="Tahoma"/>
              </a:rPr>
              <a:t> </a:t>
            </a:r>
            <a:r>
              <a:rPr sz="3500" spc="-145" dirty="0">
                <a:latin typeface="Tahoma"/>
                <a:cs typeface="Tahoma"/>
              </a:rPr>
              <a:t>tạm</a:t>
            </a:r>
            <a:r>
              <a:rPr sz="3500" spc="-240" dirty="0">
                <a:latin typeface="Tahoma"/>
                <a:cs typeface="Tahoma"/>
              </a:rPr>
              <a:t> </a:t>
            </a:r>
            <a:r>
              <a:rPr sz="3500" spc="-114" dirty="0">
                <a:latin typeface="Tahoma"/>
                <a:cs typeface="Tahoma"/>
              </a:rPr>
              <a:t>thời,</a:t>
            </a:r>
            <a:r>
              <a:rPr sz="3500" spc="-235" dirty="0">
                <a:latin typeface="Tahoma"/>
                <a:cs typeface="Tahoma"/>
              </a:rPr>
              <a:t> </a:t>
            </a:r>
            <a:r>
              <a:rPr sz="3500" spc="-185" dirty="0">
                <a:latin typeface="Tahoma"/>
                <a:cs typeface="Tahoma"/>
              </a:rPr>
              <a:t>không</a:t>
            </a:r>
            <a:r>
              <a:rPr sz="3500" spc="-250" dirty="0">
                <a:latin typeface="Tahoma"/>
                <a:cs typeface="Tahoma"/>
              </a:rPr>
              <a:t> </a:t>
            </a:r>
            <a:r>
              <a:rPr sz="3500" spc="-20" dirty="0">
                <a:latin typeface="Tahoma"/>
                <a:cs typeface="Tahoma"/>
              </a:rPr>
              <a:t>phải</a:t>
            </a:r>
            <a:endParaRPr sz="3500">
              <a:latin typeface="Tahoma"/>
              <a:cs typeface="Tahoma"/>
            </a:endParaRPr>
          </a:p>
          <a:p>
            <a:pPr marL="1373505">
              <a:lnSpc>
                <a:spcPct val="100000"/>
              </a:lnSpc>
              <a:spcBef>
                <a:spcPts val="25"/>
              </a:spcBef>
            </a:pPr>
            <a:r>
              <a:rPr sz="3500" spc="-45" dirty="0">
                <a:latin typeface="Tahoma"/>
                <a:cs typeface="Tahoma"/>
              </a:rPr>
              <a:t>là</a:t>
            </a:r>
            <a:r>
              <a:rPr sz="3500" spc="-335" dirty="0">
                <a:latin typeface="Tahoma"/>
                <a:cs typeface="Tahoma"/>
              </a:rPr>
              <a:t> </a:t>
            </a:r>
            <a:r>
              <a:rPr sz="3500" spc="-75" dirty="0">
                <a:latin typeface="Tahoma"/>
                <a:cs typeface="Tahoma"/>
              </a:rPr>
              <a:t>đích</a:t>
            </a:r>
            <a:r>
              <a:rPr sz="3500" spc="-350" dirty="0">
                <a:latin typeface="Tahoma"/>
                <a:cs typeface="Tahoma"/>
              </a:rPr>
              <a:t> </a:t>
            </a:r>
            <a:r>
              <a:rPr sz="3500" spc="-150" dirty="0">
                <a:latin typeface="Tahoma"/>
                <a:cs typeface="Tahoma"/>
              </a:rPr>
              <a:t>đến</a:t>
            </a:r>
            <a:r>
              <a:rPr sz="3500" spc="-345" dirty="0">
                <a:latin typeface="Tahoma"/>
                <a:cs typeface="Tahoma"/>
              </a:rPr>
              <a:t> </a:t>
            </a:r>
            <a:r>
              <a:rPr sz="3500" spc="-70" dirty="0">
                <a:latin typeface="Tahoma"/>
                <a:cs typeface="Tahoma"/>
              </a:rPr>
              <a:t>của</a:t>
            </a:r>
            <a:r>
              <a:rPr sz="3500" spc="-345" dirty="0">
                <a:latin typeface="Tahoma"/>
                <a:cs typeface="Tahoma"/>
              </a:rPr>
              <a:t> </a:t>
            </a:r>
            <a:r>
              <a:rPr sz="3500" spc="-145" dirty="0">
                <a:latin typeface="Tahoma"/>
                <a:cs typeface="Tahoma"/>
              </a:rPr>
              <a:t>tấm</a:t>
            </a:r>
            <a:r>
              <a:rPr sz="3500" spc="-330" dirty="0">
                <a:latin typeface="Tahoma"/>
                <a:cs typeface="Tahoma"/>
              </a:rPr>
              <a:t> </a:t>
            </a:r>
            <a:r>
              <a:rPr sz="3500" spc="-170" dirty="0">
                <a:latin typeface="Tahoma"/>
                <a:cs typeface="Tahoma"/>
              </a:rPr>
              <a:t>bằng</a:t>
            </a:r>
            <a:r>
              <a:rPr sz="3500" spc="-345" dirty="0">
                <a:latin typeface="Tahoma"/>
                <a:cs typeface="Tahoma"/>
              </a:rPr>
              <a:t> </a:t>
            </a:r>
            <a:r>
              <a:rPr sz="3500" spc="-125" dirty="0">
                <a:latin typeface="Tahoma"/>
                <a:cs typeface="Tahoma"/>
              </a:rPr>
              <a:t>Đại</a:t>
            </a:r>
            <a:r>
              <a:rPr sz="3500" spc="-340" dirty="0">
                <a:latin typeface="Tahoma"/>
                <a:cs typeface="Tahoma"/>
              </a:rPr>
              <a:t> </a:t>
            </a:r>
            <a:r>
              <a:rPr sz="3500" spc="-20" dirty="0">
                <a:latin typeface="Tahoma"/>
                <a:cs typeface="Tahoma"/>
              </a:rPr>
              <a:t>học”</a:t>
            </a:r>
            <a:endParaRPr sz="3500">
              <a:latin typeface="Tahoma"/>
              <a:cs typeface="Tahoma"/>
            </a:endParaRPr>
          </a:p>
          <a:p>
            <a:pPr marL="619760" indent="-607060">
              <a:lnSpc>
                <a:spcPct val="100000"/>
              </a:lnSpc>
              <a:spcBef>
                <a:spcPts val="3280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500" b="1" spc="-345" dirty="0">
                <a:latin typeface="Tahoma"/>
                <a:cs typeface="Tahoma"/>
              </a:rPr>
              <a:t>Sinh</a:t>
            </a:r>
            <a:r>
              <a:rPr sz="3500" b="1" spc="-370" dirty="0">
                <a:latin typeface="Tahoma"/>
                <a:cs typeface="Tahoma"/>
              </a:rPr>
              <a:t> </a:t>
            </a:r>
            <a:r>
              <a:rPr sz="3500" b="1" spc="-350" dirty="0">
                <a:latin typeface="Tahoma"/>
                <a:cs typeface="Tahoma"/>
              </a:rPr>
              <a:t>viên</a:t>
            </a:r>
            <a:r>
              <a:rPr sz="3500" b="1" spc="-355" dirty="0">
                <a:latin typeface="Tahoma"/>
                <a:cs typeface="Tahoma"/>
              </a:rPr>
              <a:t> </a:t>
            </a:r>
            <a:r>
              <a:rPr sz="3500" b="1" spc="-425" dirty="0">
                <a:latin typeface="Tahoma"/>
                <a:cs typeface="Tahoma"/>
              </a:rPr>
              <a:t>năm</a:t>
            </a:r>
            <a:r>
              <a:rPr sz="3500" b="1" spc="-365" dirty="0">
                <a:latin typeface="Tahoma"/>
                <a:cs typeface="Tahoma"/>
              </a:rPr>
              <a:t> </a:t>
            </a:r>
            <a:r>
              <a:rPr sz="3500" b="1" spc="-520" dirty="0">
                <a:latin typeface="Tahoma"/>
                <a:cs typeface="Tahoma"/>
              </a:rPr>
              <a:t>3–4</a:t>
            </a:r>
            <a:r>
              <a:rPr sz="3500" spc="-520" dirty="0">
                <a:latin typeface="Tahoma"/>
                <a:cs typeface="Tahoma"/>
              </a:rPr>
              <a:t>:</a:t>
            </a:r>
            <a:r>
              <a:rPr sz="3500" spc="-430" dirty="0">
                <a:latin typeface="Tahoma"/>
                <a:cs typeface="Tahoma"/>
              </a:rPr>
              <a:t> </a:t>
            </a:r>
            <a:r>
              <a:rPr sz="3500" spc="-150" dirty="0">
                <a:latin typeface="Tahoma"/>
                <a:cs typeface="Tahoma"/>
              </a:rPr>
              <a:t>Ưu</a:t>
            </a:r>
            <a:r>
              <a:rPr sz="3500" spc="-425" dirty="0">
                <a:latin typeface="Tahoma"/>
                <a:cs typeface="Tahoma"/>
              </a:rPr>
              <a:t> </a:t>
            </a:r>
            <a:r>
              <a:rPr sz="3500" spc="-125" dirty="0">
                <a:latin typeface="Tahoma"/>
                <a:cs typeface="Tahoma"/>
              </a:rPr>
              <a:t>tiên</a:t>
            </a:r>
            <a:r>
              <a:rPr sz="3500" spc="-430" dirty="0">
                <a:latin typeface="Tahoma"/>
                <a:cs typeface="Tahoma"/>
              </a:rPr>
              <a:t> </a:t>
            </a:r>
            <a:r>
              <a:rPr sz="3500" spc="-175" dirty="0">
                <a:latin typeface="Tahoma"/>
                <a:cs typeface="Tahoma"/>
              </a:rPr>
              <a:t>dự</a:t>
            </a:r>
            <a:r>
              <a:rPr sz="3500" spc="-425" dirty="0">
                <a:latin typeface="Tahoma"/>
                <a:cs typeface="Tahoma"/>
              </a:rPr>
              <a:t> </a:t>
            </a:r>
            <a:r>
              <a:rPr sz="3500" spc="-165" dirty="0">
                <a:latin typeface="Tahoma"/>
                <a:cs typeface="Tahoma"/>
              </a:rPr>
              <a:t>án</a:t>
            </a:r>
            <a:r>
              <a:rPr sz="3500" spc="-425" dirty="0">
                <a:latin typeface="Tahoma"/>
                <a:cs typeface="Tahoma"/>
              </a:rPr>
              <a:t> </a:t>
            </a:r>
            <a:r>
              <a:rPr sz="3500" spc="-180" dirty="0">
                <a:latin typeface="Tahoma"/>
                <a:cs typeface="Tahoma"/>
              </a:rPr>
              <a:t>teamwork,</a:t>
            </a:r>
            <a:r>
              <a:rPr sz="3500" spc="-430" dirty="0">
                <a:latin typeface="Tahoma"/>
                <a:cs typeface="Tahoma"/>
              </a:rPr>
              <a:t> </a:t>
            </a:r>
            <a:r>
              <a:rPr sz="3500" spc="-180" dirty="0">
                <a:latin typeface="Tahoma"/>
                <a:cs typeface="Tahoma"/>
              </a:rPr>
              <a:t>dự</a:t>
            </a:r>
            <a:r>
              <a:rPr sz="3500" spc="-425" dirty="0">
                <a:latin typeface="Tahoma"/>
                <a:cs typeface="Tahoma"/>
              </a:rPr>
              <a:t> </a:t>
            </a:r>
            <a:r>
              <a:rPr sz="3500" spc="-165" dirty="0">
                <a:latin typeface="Tahoma"/>
                <a:cs typeface="Tahoma"/>
              </a:rPr>
              <a:t>án</a:t>
            </a:r>
            <a:r>
              <a:rPr sz="3500" spc="-420" dirty="0">
                <a:latin typeface="Tahoma"/>
                <a:cs typeface="Tahoma"/>
              </a:rPr>
              <a:t> </a:t>
            </a:r>
            <a:r>
              <a:rPr sz="3500" spc="-114" dirty="0">
                <a:latin typeface="Tahoma"/>
                <a:cs typeface="Tahoma"/>
              </a:rPr>
              <a:t>thực</a:t>
            </a:r>
            <a:r>
              <a:rPr sz="3500" spc="-430" dirty="0">
                <a:latin typeface="Tahoma"/>
                <a:cs typeface="Tahoma"/>
              </a:rPr>
              <a:t> </a:t>
            </a:r>
            <a:r>
              <a:rPr sz="3500" spc="-145" dirty="0">
                <a:latin typeface="Tahoma"/>
                <a:cs typeface="Tahoma"/>
              </a:rPr>
              <a:t>tập</a:t>
            </a:r>
            <a:r>
              <a:rPr sz="3500" spc="-425" dirty="0">
                <a:latin typeface="Tahoma"/>
                <a:cs typeface="Tahoma"/>
              </a:rPr>
              <a:t> </a:t>
            </a:r>
            <a:r>
              <a:rPr sz="3500" spc="-114" dirty="0">
                <a:latin typeface="Tahoma"/>
                <a:cs typeface="Tahoma"/>
              </a:rPr>
              <a:t>thực</a:t>
            </a:r>
            <a:r>
              <a:rPr sz="3500" spc="-434" dirty="0">
                <a:latin typeface="Tahoma"/>
                <a:cs typeface="Tahoma"/>
              </a:rPr>
              <a:t> </a:t>
            </a:r>
            <a:r>
              <a:rPr sz="3500" spc="-150" dirty="0">
                <a:latin typeface="Tahoma"/>
                <a:cs typeface="Tahoma"/>
              </a:rPr>
              <a:t>tế,</a:t>
            </a:r>
            <a:r>
              <a:rPr sz="3500" spc="-434" dirty="0">
                <a:latin typeface="Tahoma"/>
                <a:cs typeface="Tahoma"/>
              </a:rPr>
              <a:t> </a:t>
            </a:r>
            <a:r>
              <a:rPr sz="3500" spc="-105" dirty="0">
                <a:latin typeface="Tahoma"/>
                <a:cs typeface="Tahoma"/>
              </a:rPr>
              <a:t>tối</a:t>
            </a:r>
            <a:r>
              <a:rPr sz="3500" spc="-430" dirty="0">
                <a:latin typeface="Tahoma"/>
                <a:cs typeface="Tahoma"/>
              </a:rPr>
              <a:t> </a:t>
            </a:r>
            <a:r>
              <a:rPr sz="3500" spc="-195" dirty="0">
                <a:latin typeface="Tahoma"/>
                <a:cs typeface="Tahoma"/>
              </a:rPr>
              <a:t>ưu</a:t>
            </a:r>
            <a:r>
              <a:rPr sz="3500" spc="-430" dirty="0">
                <a:latin typeface="Tahoma"/>
                <a:cs typeface="Tahoma"/>
              </a:rPr>
              <a:t> </a:t>
            </a:r>
            <a:r>
              <a:rPr sz="3500" spc="-229" dirty="0">
                <a:latin typeface="Tahoma"/>
                <a:cs typeface="Tahoma"/>
              </a:rPr>
              <a:t>và</a:t>
            </a:r>
            <a:r>
              <a:rPr sz="3500" spc="-420" dirty="0">
                <a:latin typeface="Tahoma"/>
                <a:cs typeface="Tahoma"/>
              </a:rPr>
              <a:t> </a:t>
            </a:r>
            <a:r>
              <a:rPr sz="3500" spc="-185" dirty="0">
                <a:latin typeface="Tahoma"/>
                <a:cs typeface="Tahoma"/>
              </a:rPr>
              <a:t>mở</a:t>
            </a:r>
            <a:r>
              <a:rPr sz="3500" spc="-430" dirty="0">
                <a:latin typeface="Tahoma"/>
                <a:cs typeface="Tahoma"/>
              </a:rPr>
              <a:t> </a:t>
            </a:r>
            <a:r>
              <a:rPr sz="3500" spc="-210" dirty="0">
                <a:latin typeface="Tahoma"/>
                <a:cs typeface="Tahoma"/>
              </a:rPr>
              <a:t>rộng,</a:t>
            </a:r>
            <a:r>
              <a:rPr sz="3500" spc="-425" dirty="0">
                <a:latin typeface="Tahoma"/>
                <a:cs typeface="Tahoma"/>
              </a:rPr>
              <a:t> </a:t>
            </a:r>
            <a:r>
              <a:rPr sz="3500" spc="-45" dirty="0">
                <a:latin typeface="Tahoma"/>
                <a:cs typeface="Tahoma"/>
              </a:rPr>
              <a:t>có</a:t>
            </a:r>
            <a:r>
              <a:rPr sz="3500" spc="-420" dirty="0">
                <a:latin typeface="Tahoma"/>
                <a:cs typeface="Tahoma"/>
              </a:rPr>
              <a:t> </a:t>
            </a:r>
            <a:r>
              <a:rPr sz="3500" spc="-165" dirty="0">
                <a:latin typeface="Tahoma"/>
                <a:cs typeface="Tahoma"/>
              </a:rPr>
              <a:t>thể</a:t>
            </a:r>
            <a:r>
              <a:rPr sz="3500" spc="-430" dirty="0">
                <a:latin typeface="Tahoma"/>
                <a:cs typeface="Tahoma"/>
              </a:rPr>
              <a:t> </a:t>
            </a:r>
            <a:r>
              <a:rPr sz="3500" spc="-80" dirty="0">
                <a:latin typeface="Tahoma"/>
                <a:cs typeface="Tahoma"/>
              </a:rPr>
              <a:t>chia</a:t>
            </a:r>
            <a:r>
              <a:rPr sz="3500" spc="-430" dirty="0">
                <a:latin typeface="Tahoma"/>
                <a:cs typeface="Tahoma"/>
              </a:rPr>
              <a:t> </a:t>
            </a:r>
            <a:r>
              <a:rPr sz="3500" spc="-25" dirty="0">
                <a:latin typeface="Tahoma"/>
                <a:cs typeface="Tahoma"/>
              </a:rPr>
              <a:t>sẻ</a:t>
            </a:r>
            <a:endParaRPr sz="3500">
              <a:latin typeface="Tahoma"/>
              <a:cs typeface="Tahoma"/>
            </a:endParaRPr>
          </a:p>
          <a:p>
            <a:pPr marL="619760">
              <a:lnSpc>
                <a:spcPct val="100000"/>
              </a:lnSpc>
              <a:spcBef>
                <a:spcPts val="35"/>
              </a:spcBef>
            </a:pPr>
            <a:r>
              <a:rPr sz="3500" spc="-100" dirty="0">
                <a:latin typeface="Tahoma"/>
                <a:cs typeface="Tahoma"/>
              </a:rPr>
              <a:t>lên</a:t>
            </a:r>
            <a:r>
              <a:rPr sz="3500" spc="-434" dirty="0">
                <a:latin typeface="Tahoma"/>
                <a:cs typeface="Tahoma"/>
              </a:rPr>
              <a:t> </a:t>
            </a:r>
            <a:r>
              <a:rPr sz="3500" spc="-60" dirty="0">
                <a:latin typeface="Tahoma"/>
                <a:cs typeface="Tahoma"/>
              </a:rPr>
              <a:t>Github/Portfolio.</a:t>
            </a:r>
            <a:endParaRPr sz="3500">
              <a:latin typeface="Tahoma"/>
              <a:cs typeface="Tahoma"/>
            </a:endParaRPr>
          </a:p>
          <a:p>
            <a:pPr marL="619760" marR="6350" indent="-607695">
              <a:lnSpc>
                <a:spcPct val="101000"/>
              </a:lnSpc>
              <a:spcBef>
                <a:spcPts val="3295"/>
              </a:spcBef>
              <a:buSzPct val="89000"/>
              <a:buFont typeface="Calibri"/>
              <a:buChar char="▪"/>
              <a:tabLst>
                <a:tab pos="619760" algn="l"/>
              </a:tabLst>
            </a:pPr>
            <a:r>
              <a:rPr sz="3500" b="1" spc="-400" dirty="0">
                <a:latin typeface="Tahoma"/>
                <a:cs typeface="Tahoma"/>
              </a:rPr>
              <a:t>Hãy</a:t>
            </a:r>
            <a:r>
              <a:rPr sz="3500" b="1" spc="-55" dirty="0">
                <a:latin typeface="Tahoma"/>
                <a:cs typeface="Tahoma"/>
              </a:rPr>
              <a:t> </a:t>
            </a:r>
            <a:r>
              <a:rPr sz="3500" b="1" spc="-305" dirty="0">
                <a:latin typeface="Tahoma"/>
                <a:cs typeface="Tahoma"/>
              </a:rPr>
              <a:t>chủ</a:t>
            </a:r>
            <a:r>
              <a:rPr sz="3500" b="1" spc="-60" dirty="0">
                <a:latin typeface="Tahoma"/>
                <a:cs typeface="Tahoma"/>
              </a:rPr>
              <a:t> </a:t>
            </a:r>
            <a:r>
              <a:rPr sz="3500" b="1" spc="-430" dirty="0">
                <a:latin typeface="Tahoma"/>
                <a:cs typeface="Tahoma"/>
              </a:rPr>
              <a:t>động</a:t>
            </a:r>
            <a:r>
              <a:rPr sz="3500" b="1" spc="-45" dirty="0">
                <a:latin typeface="Tahoma"/>
                <a:cs typeface="Tahoma"/>
              </a:rPr>
              <a:t> </a:t>
            </a:r>
            <a:r>
              <a:rPr sz="3500" b="1" spc="-254" dirty="0">
                <a:latin typeface="Tahoma"/>
                <a:cs typeface="Tahoma"/>
              </a:rPr>
              <a:t>liên</a:t>
            </a:r>
            <a:r>
              <a:rPr sz="3500" b="1" spc="-50" dirty="0">
                <a:latin typeface="Tahoma"/>
                <a:cs typeface="Tahoma"/>
              </a:rPr>
              <a:t> </a:t>
            </a:r>
            <a:r>
              <a:rPr sz="3500" b="1" spc="-355" dirty="0">
                <a:latin typeface="Tahoma"/>
                <a:cs typeface="Tahoma"/>
              </a:rPr>
              <a:t>hệ</a:t>
            </a:r>
            <a:r>
              <a:rPr sz="3500" b="1" spc="-65" dirty="0">
                <a:latin typeface="Tahoma"/>
                <a:cs typeface="Tahoma"/>
              </a:rPr>
              <a:t> </a:t>
            </a:r>
            <a:r>
              <a:rPr sz="3500" spc="-155" dirty="0">
                <a:latin typeface="Tahoma"/>
                <a:cs typeface="Tahoma"/>
              </a:rPr>
              <a:t>thầy/cô,</a:t>
            </a:r>
            <a:r>
              <a:rPr sz="3500" spc="-114" dirty="0">
                <a:latin typeface="Tahoma"/>
                <a:cs typeface="Tahoma"/>
              </a:rPr>
              <a:t> </a:t>
            </a:r>
            <a:r>
              <a:rPr sz="3500" spc="-160" dirty="0">
                <a:latin typeface="Tahoma"/>
                <a:cs typeface="Tahoma"/>
              </a:rPr>
              <a:t>doanh</a:t>
            </a:r>
            <a:r>
              <a:rPr sz="3500" spc="-125" dirty="0">
                <a:latin typeface="Tahoma"/>
                <a:cs typeface="Tahoma"/>
              </a:rPr>
              <a:t> </a:t>
            </a:r>
            <a:r>
              <a:rPr sz="3500" spc="-190" dirty="0">
                <a:latin typeface="Tahoma"/>
                <a:cs typeface="Tahoma"/>
              </a:rPr>
              <a:t>nghiệp</a:t>
            </a:r>
            <a:r>
              <a:rPr sz="3500" spc="-120" dirty="0">
                <a:latin typeface="Tahoma"/>
                <a:cs typeface="Tahoma"/>
              </a:rPr>
              <a:t> </a:t>
            </a:r>
            <a:r>
              <a:rPr sz="3500" spc="-170" dirty="0">
                <a:latin typeface="Tahoma"/>
                <a:cs typeface="Tahoma"/>
              </a:rPr>
              <a:t>xin</a:t>
            </a:r>
            <a:r>
              <a:rPr sz="3500" spc="-130" dirty="0">
                <a:latin typeface="Tahoma"/>
                <a:cs typeface="Tahoma"/>
              </a:rPr>
              <a:t> </a:t>
            </a:r>
            <a:r>
              <a:rPr sz="3500" spc="-85" dirty="0">
                <a:latin typeface="Tahoma"/>
                <a:cs typeface="Tahoma"/>
              </a:rPr>
              <a:t>làm</a:t>
            </a:r>
            <a:r>
              <a:rPr sz="3500" spc="-130" dirty="0">
                <a:latin typeface="Tahoma"/>
                <a:cs typeface="Tahoma"/>
              </a:rPr>
              <a:t> </a:t>
            </a:r>
            <a:endParaRPr sz="3500" spc="-130" dirty="0">
              <a:latin typeface="Tahoma"/>
              <a:cs typeface="Tahoma"/>
            </a:endParaRPr>
          </a:p>
          <a:p>
            <a:pPr marL="12065" marR="6350" indent="0">
              <a:lnSpc>
                <a:spcPct val="101000"/>
              </a:lnSpc>
              <a:spcBef>
                <a:spcPts val="3295"/>
              </a:spcBef>
              <a:buSzPct val="89000"/>
              <a:buFont typeface="Calibri"/>
              <a:buNone/>
              <a:tabLst>
                <a:tab pos="619760" algn="l"/>
              </a:tabLst>
            </a:pPr>
            <a:r>
              <a:rPr sz="3500" spc="-175" dirty="0">
                <a:latin typeface="Tahoma"/>
                <a:cs typeface="Tahoma"/>
              </a:rPr>
              <a:t>dự</a:t>
            </a:r>
            <a:r>
              <a:rPr sz="3500" spc="-120" dirty="0">
                <a:latin typeface="Tahoma"/>
                <a:cs typeface="Tahoma"/>
              </a:rPr>
              <a:t> </a:t>
            </a:r>
            <a:r>
              <a:rPr sz="3500" spc="-150" dirty="0">
                <a:latin typeface="Tahoma"/>
                <a:cs typeface="Tahoma"/>
              </a:rPr>
              <a:t>án,</a:t>
            </a:r>
            <a:r>
              <a:rPr sz="3500" spc="-120" dirty="0">
                <a:latin typeface="Tahoma"/>
                <a:cs typeface="Tahoma"/>
              </a:rPr>
              <a:t> </a:t>
            </a:r>
            <a:r>
              <a:rPr sz="3500" spc="-95" dirty="0">
                <a:latin typeface="Tahoma"/>
                <a:cs typeface="Tahoma"/>
              </a:rPr>
              <a:t>thực</a:t>
            </a:r>
            <a:r>
              <a:rPr sz="3500" spc="-130" dirty="0">
                <a:latin typeface="Tahoma"/>
                <a:cs typeface="Tahoma"/>
              </a:rPr>
              <a:t> </a:t>
            </a:r>
            <a:r>
              <a:rPr sz="3500" spc="-140" dirty="0">
                <a:latin typeface="Tahoma"/>
                <a:cs typeface="Tahoma"/>
              </a:rPr>
              <a:t>tập</a:t>
            </a:r>
            <a:r>
              <a:rPr sz="3500" spc="-135" dirty="0">
                <a:latin typeface="Tahoma"/>
                <a:cs typeface="Tahoma"/>
              </a:rPr>
              <a:t> </a:t>
            </a:r>
            <a:r>
              <a:rPr sz="3500" spc="-165" dirty="0">
                <a:latin typeface="Tahoma"/>
                <a:cs typeface="Tahoma"/>
              </a:rPr>
              <a:t>dù</a:t>
            </a:r>
            <a:r>
              <a:rPr sz="3500" spc="-114" dirty="0">
                <a:latin typeface="Tahoma"/>
                <a:cs typeface="Tahoma"/>
              </a:rPr>
              <a:t> </a:t>
            </a:r>
            <a:r>
              <a:rPr sz="3500" spc="-220" dirty="0">
                <a:latin typeface="Tahoma"/>
                <a:cs typeface="Tahoma"/>
              </a:rPr>
              <a:t>không</a:t>
            </a:r>
            <a:r>
              <a:rPr sz="3500" spc="-130" dirty="0">
                <a:latin typeface="Tahoma"/>
                <a:cs typeface="Tahoma"/>
              </a:rPr>
              <a:t> </a:t>
            </a:r>
            <a:r>
              <a:rPr sz="3500" spc="-185" dirty="0">
                <a:latin typeface="Tahoma"/>
                <a:cs typeface="Tahoma"/>
              </a:rPr>
              <a:t>lương.</a:t>
            </a:r>
            <a:r>
              <a:rPr sz="3500" spc="-120" dirty="0">
                <a:latin typeface="Tahoma"/>
                <a:cs typeface="Tahoma"/>
              </a:rPr>
              <a:t> </a:t>
            </a:r>
            <a:r>
              <a:rPr sz="3500" spc="-225" dirty="0">
                <a:latin typeface="Tahoma"/>
                <a:cs typeface="Tahoma"/>
              </a:rPr>
              <a:t>Trải</a:t>
            </a:r>
            <a:r>
              <a:rPr sz="3500" spc="-125" dirty="0">
                <a:latin typeface="Tahoma"/>
                <a:cs typeface="Tahoma"/>
              </a:rPr>
              <a:t> </a:t>
            </a:r>
            <a:r>
              <a:rPr sz="3500" spc="-35" dirty="0">
                <a:latin typeface="Tahoma"/>
                <a:cs typeface="Tahoma"/>
              </a:rPr>
              <a:t>nghiệm </a:t>
            </a:r>
            <a:r>
              <a:rPr sz="3500" spc="-114" dirty="0">
                <a:latin typeface="Tahoma"/>
                <a:cs typeface="Tahoma"/>
              </a:rPr>
              <a:t>thực</a:t>
            </a:r>
            <a:r>
              <a:rPr sz="3500" spc="-434" dirty="0">
                <a:latin typeface="Tahoma"/>
                <a:cs typeface="Tahoma"/>
              </a:rPr>
              <a:t> </a:t>
            </a:r>
            <a:r>
              <a:rPr sz="3500" spc="-110" dirty="0">
                <a:latin typeface="Tahoma"/>
                <a:cs typeface="Tahoma"/>
              </a:rPr>
              <a:t>chiến</a:t>
            </a:r>
            <a:endParaRPr sz="3500" spc="-110" dirty="0">
              <a:latin typeface="Tahoma"/>
              <a:cs typeface="Tahoma"/>
            </a:endParaRPr>
          </a:p>
          <a:p>
            <a:pPr marL="12065" marR="6350" indent="0">
              <a:lnSpc>
                <a:spcPct val="101000"/>
              </a:lnSpc>
              <a:spcBef>
                <a:spcPts val="3295"/>
              </a:spcBef>
              <a:buSzPct val="89000"/>
              <a:buFont typeface="Calibri"/>
              <a:buNone/>
              <a:tabLst>
                <a:tab pos="619760" algn="l"/>
              </a:tabLst>
            </a:pPr>
            <a:r>
              <a:rPr sz="3500" spc="-425" dirty="0">
                <a:latin typeface="Tahoma"/>
                <a:cs typeface="Tahoma"/>
              </a:rPr>
              <a:t> </a:t>
            </a:r>
            <a:r>
              <a:rPr sz="3500" spc="-55" dirty="0">
                <a:latin typeface="Tahoma"/>
                <a:cs typeface="Tahoma"/>
              </a:rPr>
              <a:t>là</a:t>
            </a:r>
            <a:r>
              <a:rPr sz="3500" spc="-420" dirty="0">
                <a:latin typeface="Tahoma"/>
                <a:cs typeface="Tahoma"/>
              </a:rPr>
              <a:t> </a:t>
            </a:r>
            <a:r>
              <a:rPr sz="3500" spc="-180" dirty="0">
                <a:latin typeface="Tahoma"/>
                <a:cs typeface="Tahoma"/>
              </a:rPr>
              <a:t>thứ</a:t>
            </a:r>
            <a:r>
              <a:rPr sz="3500" spc="-425" dirty="0">
                <a:latin typeface="Tahoma"/>
                <a:cs typeface="Tahoma"/>
              </a:rPr>
              <a:t> </a:t>
            </a:r>
            <a:r>
              <a:rPr sz="3500" spc="-105" dirty="0">
                <a:latin typeface="Tahoma"/>
                <a:cs typeface="Tahoma"/>
              </a:rPr>
              <a:t>làm</a:t>
            </a:r>
            <a:r>
              <a:rPr sz="3500" spc="-425" dirty="0">
                <a:latin typeface="Tahoma"/>
                <a:cs typeface="Tahoma"/>
              </a:rPr>
              <a:t> </a:t>
            </a:r>
            <a:r>
              <a:rPr sz="3500" spc="-75" dirty="0">
                <a:latin typeface="Tahoma"/>
                <a:cs typeface="Tahoma"/>
              </a:rPr>
              <a:t>CV</a:t>
            </a:r>
            <a:r>
              <a:rPr sz="3500" spc="-430" dirty="0">
                <a:latin typeface="Tahoma"/>
                <a:cs typeface="Tahoma"/>
              </a:rPr>
              <a:t> </a:t>
            </a:r>
            <a:r>
              <a:rPr sz="3500" spc="-85" dirty="0">
                <a:latin typeface="Tahoma"/>
                <a:cs typeface="Tahoma"/>
              </a:rPr>
              <a:t>của</a:t>
            </a:r>
            <a:r>
              <a:rPr sz="3500" spc="-425" dirty="0">
                <a:latin typeface="Tahoma"/>
                <a:cs typeface="Tahoma"/>
              </a:rPr>
              <a:t> </a:t>
            </a:r>
            <a:r>
              <a:rPr sz="3500" spc="-165" dirty="0">
                <a:latin typeface="Tahoma"/>
                <a:cs typeface="Tahoma"/>
              </a:rPr>
              <a:t>bạn</a:t>
            </a:r>
            <a:r>
              <a:rPr sz="3500" spc="-430" dirty="0">
                <a:latin typeface="Tahoma"/>
                <a:cs typeface="Tahoma"/>
              </a:rPr>
              <a:t> </a:t>
            </a:r>
            <a:r>
              <a:rPr sz="3500" spc="-140" dirty="0">
                <a:latin typeface="Tahoma"/>
                <a:cs typeface="Tahoma"/>
              </a:rPr>
              <a:t>tỏa</a:t>
            </a:r>
            <a:r>
              <a:rPr sz="3500" spc="-425" dirty="0">
                <a:latin typeface="Tahoma"/>
                <a:cs typeface="Tahoma"/>
              </a:rPr>
              <a:t> </a:t>
            </a:r>
            <a:r>
              <a:rPr sz="3500" spc="-10" dirty="0">
                <a:latin typeface="Tahoma"/>
                <a:cs typeface="Tahoma"/>
              </a:rPr>
              <a:t>sáng!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DE6A0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409993" y="6091821"/>
            <a:ext cx="6170561" cy="426151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52450" y="10551795"/>
            <a:ext cx="6252210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endParaRPr spc="-2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165" y="-31750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6871598" y="7147217"/>
              <a:ext cx="3118996" cy="31189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573589" y="2866709"/>
              <a:ext cx="3068320" cy="3119755"/>
            </a:xfrm>
            <a:custGeom>
              <a:avLst/>
              <a:gdLst/>
              <a:ahLst/>
              <a:cxnLst/>
              <a:rect l="l" t="t" r="r" b="b"/>
              <a:pathLst>
                <a:path w="3068319" h="3119754">
                  <a:moveTo>
                    <a:pt x="2373366" y="57"/>
                  </a:moveTo>
                  <a:lnTo>
                    <a:pt x="2332830" y="4678"/>
                  </a:lnTo>
                  <a:lnTo>
                    <a:pt x="2292914" y="15850"/>
                  </a:lnTo>
                  <a:lnTo>
                    <a:pt x="2254071" y="33523"/>
                  </a:lnTo>
                  <a:lnTo>
                    <a:pt x="2216757" y="57643"/>
                  </a:lnTo>
                  <a:lnTo>
                    <a:pt x="2181427" y="88159"/>
                  </a:lnTo>
                  <a:lnTo>
                    <a:pt x="2148535" y="125019"/>
                  </a:lnTo>
                  <a:lnTo>
                    <a:pt x="2118536" y="168172"/>
                  </a:lnTo>
                  <a:lnTo>
                    <a:pt x="2095518" y="130948"/>
                  </a:lnTo>
                  <a:lnTo>
                    <a:pt x="2069672" y="97703"/>
                  </a:lnTo>
                  <a:lnTo>
                    <a:pt x="2041261" y="68751"/>
                  </a:lnTo>
                  <a:lnTo>
                    <a:pt x="2010547" y="44406"/>
                  </a:lnTo>
                  <a:lnTo>
                    <a:pt x="1971689" y="21911"/>
                  </a:lnTo>
                  <a:lnTo>
                    <a:pt x="1931954" y="7185"/>
                  </a:lnTo>
                  <a:lnTo>
                    <a:pt x="1891836" y="0"/>
                  </a:lnTo>
                  <a:lnTo>
                    <a:pt x="1851831" y="126"/>
                  </a:lnTo>
                  <a:lnTo>
                    <a:pt x="1812434" y="7334"/>
                  </a:lnTo>
                  <a:lnTo>
                    <a:pt x="1774140" y="21396"/>
                  </a:lnTo>
                  <a:lnTo>
                    <a:pt x="1737445" y="42082"/>
                  </a:lnTo>
                  <a:lnTo>
                    <a:pt x="1702842" y="69164"/>
                  </a:lnTo>
                  <a:lnTo>
                    <a:pt x="1670829" y="102411"/>
                  </a:lnTo>
                  <a:lnTo>
                    <a:pt x="1641899" y="141596"/>
                  </a:lnTo>
                  <a:lnTo>
                    <a:pt x="1616548" y="186489"/>
                  </a:lnTo>
                  <a:lnTo>
                    <a:pt x="1595271" y="236861"/>
                  </a:lnTo>
                  <a:lnTo>
                    <a:pt x="1575089" y="211237"/>
                  </a:lnTo>
                  <a:lnTo>
                    <a:pt x="1531032" y="166428"/>
                  </a:lnTo>
                  <a:lnTo>
                    <a:pt x="1469875" y="123344"/>
                  </a:lnTo>
                  <a:lnTo>
                    <a:pt x="1431558" y="105333"/>
                  </a:lnTo>
                  <a:lnTo>
                    <a:pt x="1392678" y="93274"/>
                  </a:lnTo>
                  <a:lnTo>
                    <a:pt x="1353546" y="87036"/>
                  </a:lnTo>
                  <a:lnTo>
                    <a:pt x="1314476" y="86486"/>
                  </a:lnTo>
                  <a:lnTo>
                    <a:pt x="1275778" y="91491"/>
                  </a:lnTo>
                  <a:lnTo>
                    <a:pt x="1237765" y="101919"/>
                  </a:lnTo>
                  <a:lnTo>
                    <a:pt x="1200750" y="117637"/>
                  </a:lnTo>
                  <a:lnTo>
                    <a:pt x="1165044" y="138513"/>
                  </a:lnTo>
                  <a:lnTo>
                    <a:pt x="1130959" y="164415"/>
                  </a:lnTo>
                  <a:lnTo>
                    <a:pt x="1098807" y="195210"/>
                  </a:lnTo>
                  <a:lnTo>
                    <a:pt x="1068901" y="230766"/>
                  </a:lnTo>
                  <a:lnTo>
                    <a:pt x="1041553" y="270951"/>
                  </a:lnTo>
                  <a:lnTo>
                    <a:pt x="1017075" y="315631"/>
                  </a:lnTo>
                  <a:lnTo>
                    <a:pt x="995778" y="364675"/>
                  </a:lnTo>
                  <a:lnTo>
                    <a:pt x="955240" y="335268"/>
                  </a:lnTo>
                  <a:lnTo>
                    <a:pt x="913106" y="311481"/>
                  </a:lnTo>
                  <a:lnTo>
                    <a:pt x="869677" y="293397"/>
                  </a:lnTo>
                  <a:lnTo>
                    <a:pt x="825256" y="281097"/>
                  </a:lnTo>
                  <a:lnTo>
                    <a:pt x="780143" y="274663"/>
                  </a:lnTo>
                  <a:lnTo>
                    <a:pt x="734641" y="274178"/>
                  </a:lnTo>
                  <a:lnTo>
                    <a:pt x="689051" y="279722"/>
                  </a:lnTo>
                  <a:lnTo>
                    <a:pt x="650340" y="289230"/>
                  </a:lnTo>
                  <a:lnTo>
                    <a:pt x="612911" y="302822"/>
                  </a:lnTo>
                  <a:lnTo>
                    <a:pt x="576872" y="320304"/>
                  </a:lnTo>
                  <a:lnTo>
                    <a:pt x="542328" y="341485"/>
                  </a:lnTo>
                  <a:lnTo>
                    <a:pt x="509384" y="366173"/>
                  </a:lnTo>
                  <a:lnTo>
                    <a:pt x="478145" y="394175"/>
                  </a:lnTo>
                  <a:lnTo>
                    <a:pt x="448718" y="425299"/>
                  </a:lnTo>
                  <a:lnTo>
                    <a:pt x="421208" y="459353"/>
                  </a:lnTo>
                  <a:lnTo>
                    <a:pt x="395719" y="496144"/>
                  </a:lnTo>
                  <a:lnTo>
                    <a:pt x="372359" y="535482"/>
                  </a:lnTo>
                  <a:lnTo>
                    <a:pt x="351232" y="577172"/>
                  </a:lnTo>
                  <a:lnTo>
                    <a:pt x="332445" y="621024"/>
                  </a:lnTo>
                  <a:lnTo>
                    <a:pt x="316101" y="666844"/>
                  </a:lnTo>
                  <a:lnTo>
                    <a:pt x="302308" y="714442"/>
                  </a:lnTo>
                  <a:lnTo>
                    <a:pt x="291171" y="763624"/>
                  </a:lnTo>
                  <a:lnTo>
                    <a:pt x="282794" y="814198"/>
                  </a:lnTo>
                  <a:lnTo>
                    <a:pt x="277285" y="865972"/>
                  </a:lnTo>
                  <a:lnTo>
                    <a:pt x="274747" y="918755"/>
                  </a:lnTo>
                  <a:lnTo>
                    <a:pt x="275288" y="972353"/>
                  </a:lnTo>
                  <a:lnTo>
                    <a:pt x="279011" y="1026575"/>
                  </a:lnTo>
                  <a:lnTo>
                    <a:pt x="276428" y="1036278"/>
                  </a:lnTo>
                  <a:lnTo>
                    <a:pt x="235277" y="1046140"/>
                  </a:lnTo>
                  <a:lnTo>
                    <a:pt x="195902" y="1063419"/>
                  </a:lnTo>
                  <a:lnTo>
                    <a:pt x="158773" y="1087694"/>
                  </a:lnTo>
                  <a:lnTo>
                    <a:pt x="124358" y="1118543"/>
                  </a:lnTo>
                  <a:lnTo>
                    <a:pt x="93127" y="1155545"/>
                  </a:lnTo>
                  <a:lnTo>
                    <a:pt x="65548" y="1198279"/>
                  </a:lnTo>
                  <a:lnTo>
                    <a:pt x="42090" y="1246324"/>
                  </a:lnTo>
                  <a:lnTo>
                    <a:pt x="24614" y="1294484"/>
                  </a:lnTo>
                  <a:lnTo>
                    <a:pt x="11843" y="1344165"/>
                  </a:lnTo>
                  <a:lnTo>
                    <a:pt x="3673" y="1394817"/>
                  </a:lnTo>
                  <a:lnTo>
                    <a:pt x="0" y="1445891"/>
                  </a:lnTo>
                  <a:lnTo>
                    <a:pt x="720" y="1496834"/>
                  </a:lnTo>
                  <a:lnTo>
                    <a:pt x="5731" y="1547098"/>
                  </a:lnTo>
                  <a:lnTo>
                    <a:pt x="14929" y="1596131"/>
                  </a:lnTo>
                  <a:lnTo>
                    <a:pt x="28211" y="1643383"/>
                  </a:lnTo>
                  <a:lnTo>
                    <a:pt x="45472" y="1688305"/>
                  </a:lnTo>
                  <a:lnTo>
                    <a:pt x="66609" y="1730344"/>
                  </a:lnTo>
                  <a:lnTo>
                    <a:pt x="91519" y="1768952"/>
                  </a:lnTo>
                  <a:lnTo>
                    <a:pt x="120099" y="1803578"/>
                  </a:lnTo>
                  <a:lnTo>
                    <a:pt x="152244" y="1833671"/>
                  </a:lnTo>
                  <a:lnTo>
                    <a:pt x="127598" y="1874949"/>
                  </a:lnTo>
                  <a:lnTo>
                    <a:pt x="107065" y="1919713"/>
                  </a:lnTo>
                  <a:lnTo>
                    <a:pt x="90783" y="1967381"/>
                  </a:lnTo>
                  <a:lnTo>
                    <a:pt x="78889" y="2017370"/>
                  </a:lnTo>
                  <a:lnTo>
                    <a:pt x="71522" y="2069098"/>
                  </a:lnTo>
                  <a:lnTo>
                    <a:pt x="68820" y="2121982"/>
                  </a:lnTo>
                  <a:lnTo>
                    <a:pt x="70920" y="2175440"/>
                  </a:lnTo>
                  <a:lnTo>
                    <a:pt x="78612" y="2232563"/>
                  </a:lnTo>
                  <a:lnTo>
                    <a:pt x="91468" y="2286464"/>
                  </a:lnTo>
                  <a:lnTo>
                    <a:pt x="109079" y="2336697"/>
                  </a:lnTo>
                  <a:lnTo>
                    <a:pt x="131036" y="2382816"/>
                  </a:lnTo>
                  <a:lnTo>
                    <a:pt x="156930" y="2424372"/>
                  </a:lnTo>
                  <a:lnTo>
                    <a:pt x="186353" y="2460920"/>
                  </a:lnTo>
                  <a:lnTo>
                    <a:pt x="218895" y="2492013"/>
                  </a:lnTo>
                  <a:lnTo>
                    <a:pt x="254147" y="2517205"/>
                  </a:lnTo>
                  <a:lnTo>
                    <a:pt x="291702" y="2536048"/>
                  </a:lnTo>
                  <a:lnTo>
                    <a:pt x="331149" y="2548096"/>
                  </a:lnTo>
                  <a:lnTo>
                    <a:pt x="372080" y="2552902"/>
                  </a:lnTo>
                  <a:lnTo>
                    <a:pt x="414086" y="2550019"/>
                  </a:lnTo>
                  <a:lnTo>
                    <a:pt x="419880" y="2563701"/>
                  </a:lnTo>
                  <a:lnTo>
                    <a:pt x="443348" y="2613509"/>
                  </a:lnTo>
                  <a:lnTo>
                    <a:pt x="469105" y="2659943"/>
                  </a:lnTo>
                  <a:lnTo>
                    <a:pt x="496985" y="2702943"/>
                  </a:lnTo>
                  <a:lnTo>
                    <a:pt x="526820" y="2742452"/>
                  </a:lnTo>
                  <a:lnTo>
                    <a:pt x="558443" y="2778412"/>
                  </a:lnTo>
                  <a:lnTo>
                    <a:pt x="591687" y="2810766"/>
                  </a:lnTo>
                  <a:lnTo>
                    <a:pt x="626386" y="2839455"/>
                  </a:lnTo>
                  <a:lnTo>
                    <a:pt x="662373" y="2864422"/>
                  </a:lnTo>
                  <a:lnTo>
                    <a:pt x="699480" y="2885608"/>
                  </a:lnTo>
                  <a:lnTo>
                    <a:pt x="737540" y="2902957"/>
                  </a:lnTo>
                  <a:lnTo>
                    <a:pt x="776388" y="2916409"/>
                  </a:lnTo>
                  <a:lnTo>
                    <a:pt x="815855" y="2925908"/>
                  </a:lnTo>
                  <a:lnTo>
                    <a:pt x="855776" y="2931396"/>
                  </a:lnTo>
                  <a:lnTo>
                    <a:pt x="895982" y="2932814"/>
                  </a:lnTo>
                  <a:lnTo>
                    <a:pt x="936307" y="2930104"/>
                  </a:lnTo>
                  <a:lnTo>
                    <a:pt x="976584" y="2923210"/>
                  </a:lnTo>
                  <a:lnTo>
                    <a:pt x="1016647" y="2912073"/>
                  </a:lnTo>
                  <a:lnTo>
                    <a:pt x="1056327" y="2896635"/>
                  </a:lnTo>
                  <a:lnTo>
                    <a:pt x="1095460" y="2876838"/>
                  </a:lnTo>
                  <a:lnTo>
                    <a:pt x="1133876" y="2852625"/>
                  </a:lnTo>
                  <a:lnTo>
                    <a:pt x="1171410" y="2823937"/>
                  </a:lnTo>
                  <a:lnTo>
                    <a:pt x="1195881" y="2870338"/>
                  </a:lnTo>
                  <a:lnTo>
                    <a:pt x="1222993" y="2913395"/>
                  </a:lnTo>
                  <a:lnTo>
                    <a:pt x="1252561" y="2952919"/>
                  </a:lnTo>
                  <a:lnTo>
                    <a:pt x="1284399" y="2988723"/>
                  </a:lnTo>
                  <a:lnTo>
                    <a:pt x="1318322" y="3020616"/>
                  </a:lnTo>
                  <a:lnTo>
                    <a:pt x="1354143" y="3048410"/>
                  </a:lnTo>
                  <a:lnTo>
                    <a:pt x="1391677" y="3071916"/>
                  </a:lnTo>
                  <a:lnTo>
                    <a:pt x="1430739" y="3090945"/>
                  </a:lnTo>
                  <a:lnTo>
                    <a:pt x="1470803" y="3105239"/>
                  </a:lnTo>
                  <a:lnTo>
                    <a:pt x="1510924" y="3114595"/>
                  </a:lnTo>
                  <a:lnTo>
                    <a:pt x="1550923" y="3119144"/>
                  </a:lnTo>
                  <a:lnTo>
                    <a:pt x="1590619" y="3119020"/>
                  </a:lnTo>
                  <a:lnTo>
                    <a:pt x="1629834" y="3114357"/>
                  </a:lnTo>
                  <a:lnTo>
                    <a:pt x="1668389" y="3105287"/>
                  </a:lnTo>
                  <a:lnTo>
                    <a:pt x="1706104" y="3091943"/>
                  </a:lnTo>
                  <a:lnTo>
                    <a:pt x="1742801" y="3074460"/>
                  </a:lnTo>
                  <a:lnTo>
                    <a:pt x="1778300" y="3052969"/>
                  </a:lnTo>
                  <a:lnTo>
                    <a:pt x="1812422" y="3027605"/>
                  </a:lnTo>
                  <a:lnTo>
                    <a:pt x="1844988" y="2998500"/>
                  </a:lnTo>
                  <a:lnTo>
                    <a:pt x="1875819" y="2965788"/>
                  </a:lnTo>
                  <a:lnTo>
                    <a:pt x="1904735" y="2929601"/>
                  </a:lnTo>
                  <a:lnTo>
                    <a:pt x="1931558" y="2890073"/>
                  </a:lnTo>
                  <a:lnTo>
                    <a:pt x="1956108" y="2847338"/>
                  </a:lnTo>
                  <a:lnTo>
                    <a:pt x="1978206" y="2801527"/>
                  </a:lnTo>
                  <a:lnTo>
                    <a:pt x="1997674" y="2752775"/>
                  </a:lnTo>
                  <a:lnTo>
                    <a:pt x="2014331" y="2701215"/>
                  </a:lnTo>
                  <a:lnTo>
                    <a:pt x="2027998" y="2646979"/>
                  </a:lnTo>
                  <a:lnTo>
                    <a:pt x="2067646" y="2677168"/>
                  </a:lnTo>
                  <a:lnTo>
                    <a:pt x="2109261" y="2701034"/>
                  </a:lnTo>
                  <a:lnTo>
                    <a:pt x="2152448" y="2718419"/>
                  </a:lnTo>
                  <a:lnTo>
                    <a:pt x="2196810" y="2729167"/>
                  </a:lnTo>
                  <a:lnTo>
                    <a:pt x="2241953" y="2733120"/>
                  </a:lnTo>
                  <a:lnTo>
                    <a:pt x="2281493" y="2730958"/>
                  </a:lnTo>
                  <a:lnTo>
                    <a:pt x="2319998" y="2723745"/>
                  </a:lnTo>
                  <a:lnTo>
                    <a:pt x="2357296" y="2711714"/>
                  </a:lnTo>
                  <a:lnTo>
                    <a:pt x="2393213" y="2695104"/>
                  </a:lnTo>
                  <a:lnTo>
                    <a:pt x="2427576" y="2674149"/>
                  </a:lnTo>
                  <a:lnTo>
                    <a:pt x="2460211" y="2649085"/>
                  </a:lnTo>
                  <a:lnTo>
                    <a:pt x="2490946" y="2620149"/>
                  </a:lnTo>
                  <a:lnTo>
                    <a:pt x="2519606" y="2587577"/>
                  </a:lnTo>
                  <a:lnTo>
                    <a:pt x="2546020" y="2551604"/>
                  </a:lnTo>
                  <a:lnTo>
                    <a:pt x="2570012" y="2512466"/>
                  </a:lnTo>
                  <a:lnTo>
                    <a:pt x="2591411" y="2470400"/>
                  </a:lnTo>
                  <a:lnTo>
                    <a:pt x="2610042" y="2425641"/>
                  </a:lnTo>
                  <a:lnTo>
                    <a:pt x="2625733" y="2378426"/>
                  </a:lnTo>
                  <a:lnTo>
                    <a:pt x="2638310" y="2328989"/>
                  </a:lnTo>
                  <a:lnTo>
                    <a:pt x="2647599" y="2277568"/>
                  </a:lnTo>
                  <a:lnTo>
                    <a:pt x="2653428" y="2224399"/>
                  </a:lnTo>
                  <a:lnTo>
                    <a:pt x="2655623" y="2169716"/>
                  </a:lnTo>
                  <a:lnTo>
                    <a:pt x="2704116" y="2156559"/>
                  </a:lnTo>
                  <a:lnTo>
                    <a:pt x="2751184" y="2136663"/>
                  </a:lnTo>
                  <a:lnTo>
                    <a:pt x="2796477" y="2110243"/>
                  </a:lnTo>
                  <a:lnTo>
                    <a:pt x="2839642" y="2077514"/>
                  </a:lnTo>
                  <a:lnTo>
                    <a:pt x="2880328" y="2038691"/>
                  </a:lnTo>
                  <a:lnTo>
                    <a:pt x="2909238" y="2005415"/>
                  </a:lnTo>
                  <a:lnTo>
                    <a:pt x="2935801" y="1969707"/>
                  </a:lnTo>
                  <a:lnTo>
                    <a:pt x="2959998" y="1931774"/>
                  </a:lnTo>
                  <a:lnTo>
                    <a:pt x="2981810" y="1891826"/>
                  </a:lnTo>
                  <a:lnTo>
                    <a:pt x="3001217" y="1850068"/>
                  </a:lnTo>
                  <a:lnTo>
                    <a:pt x="3018199" y="1806708"/>
                  </a:lnTo>
                  <a:lnTo>
                    <a:pt x="3032738" y="1761954"/>
                  </a:lnTo>
                  <a:lnTo>
                    <a:pt x="3044812" y="1716014"/>
                  </a:lnTo>
                  <a:lnTo>
                    <a:pt x="3054404" y="1669095"/>
                  </a:lnTo>
                  <a:lnTo>
                    <a:pt x="3061492" y="1621404"/>
                  </a:lnTo>
                  <a:lnTo>
                    <a:pt x="3066059" y="1573149"/>
                  </a:lnTo>
                  <a:lnTo>
                    <a:pt x="3068084" y="1524538"/>
                  </a:lnTo>
                  <a:lnTo>
                    <a:pt x="3067547" y="1475778"/>
                  </a:lnTo>
                  <a:lnTo>
                    <a:pt x="3064430" y="1427077"/>
                  </a:lnTo>
                  <a:lnTo>
                    <a:pt x="3058712" y="1378642"/>
                  </a:lnTo>
                  <a:lnTo>
                    <a:pt x="3050374" y="1330681"/>
                  </a:lnTo>
                  <a:lnTo>
                    <a:pt x="3039397" y="1283401"/>
                  </a:lnTo>
                  <a:lnTo>
                    <a:pt x="3025761" y="1237010"/>
                  </a:lnTo>
                  <a:lnTo>
                    <a:pt x="3009446" y="1191716"/>
                  </a:lnTo>
                  <a:lnTo>
                    <a:pt x="2990433" y="1147725"/>
                  </a:lnTo>
                  <a:lnTo>
                    <a:pt x="2968702" y="1105246"/>
                  </a:lnTo>
                  <a:lnTo>
                    <a:pt x="2973715" y="1088325"/>
                  </a:lnTo>
                  <a:lnTo>
                    <a:pt x="2986084" y="1036278"/>
                  </a:lnTo>
                  <a:lnTo>
                    <a:pt x="2994357" y="983757"/>
                  </a:lnTo>
                  <a:lnTo>
                    <a:pt x="2998690" y="931356"/>
                  </a:lnTo>
                  <a:lnTo>
                    <a:pt x="2999216" y="879399"/>
                  </a:lnTo>
                  <a:lnTo>
                    <a:pt x="2996069" y="828208"/>
                  </a:lnTo>
                  <a:lnTo>
                    <a:pt x="2989382" y="778109"/>
                  </a:lnTo>
                  <a:lnTo>
                    <a:pt x="2979289" y="729425"/>
                  </a:lnTo>
                  <a:lnTo>
                    <a:pt x="2965923" y="682481"/>
                  </a:lnTo>
                  <a:lnTo>
                    <a:pt x="2949419" y="637599"/>
                  </a:lnTo>
                  <a:lnTo>
                    <a:pt x="2929909" y="595104"/>
                  </a:lnTo>
                  <a:lnTo>
                    <a:pt x="2907527" y="555321"/>
                  </a:lnTo>
                  <a:lnTo>
                    <a:pt x="2882406" y="518572"/>
                  </a:lnTo>
                  <a:lnTo>
                    <a:pt x="2854681" y="485182"/>
                  </a:lnTo>
                  <a:lnTo>
                    <a:pt x="2824485" y="455475"/>
                  </a:lnTo>
                  <a:lnTo>
                    <a:pt x="2791950" y="429775"/>
                  </a:lnTo>
                  <a:lnTo>
                    <a:pt x="2757212" y="408405"/>
                  </a:lnTo>
                  <a:lnTo>
                    <a:pt x="2720403" y="391690"/>
                  </a:lnTo>
                  <a:lnTo>
                    <a:pt x="2711105" y="338210"/>
                  </a:lnTo>
                  <a:lnTo>
                    <a:pt x="2697512" y="286906"/>
                  </a:lnTo>
                  <a:lnTo>
                    <a:pt x="2679819" y="238248"/>
                  </a:lnTo>
                  <a:lnTo>
                    <a:pt x="2658224" y="192702"/>
                  </a:lnTo>
                  <a:lnTo>
                    <a:pt x="2632921" y="150735"/>
                  </a:lnTo>
                  <a:lnTo>
                    <a:pt x="2604106" y="112816"/>
                  </a:lnTo>
                  <a:lnTo>
                    <a:pt x="2569409" y="77039"/>
                  </a:lnTo>
                  <a:lnTo>
                    <a:pt x="2532601" y="48124"/>
                  </a:lnTo>
                  <a:lnTo>
                    <a:pt x="2494138" y="26021"/>
                  </a:lnTo>
                  <a:lnTo>
                    <a:pt x="2454475" y="10676"/>
                  </a:lnTo>
                  <a:lnTo>
                    <a:pt x="2414066" y="2039"/>
                  </a:lnTo>
                  <a:lnTo>
                    <a:pt x="2373366" y="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31650" y="7210600"/>
              <a:ext cx="170256" cy="17025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752571" y="5999829"/>
              <a:ext cx="717550" cy="1022985"/>
            </a:xfrm>
            <a:custGeom>
              <a:avLst/>
              <a:gdLst/>
              <a:ahLst/>
              <a:cxnLst/>
              <a:rect l="l" t="t" r="r" b="b"/>
              <a:pathLst>
                <a:path w="717550" h="1022984">
                  <a:moveTo>
                    <a:pt x="510705" y="255409"/>
                  </a:moveTo>
                  <a:lnTo>
                    <a:pt x="506590" y="209499"/>
                  </a:lnTo>
                  <a:lnTo>
                    <a:pt x="494728" y="166281"/>
                  </a:lnTo>
                  <a:lnTo>
                    <a:pt x="475830" y="126492"/>
                  </a:lnTo>
                  <a:lnTo>
                    <a:pt x="450646" y="90843"/>
                  </a:lnTo>
                  <a:lnTo>
                    <a:pt x="419862" y="60058"/>
                  </a:lnTo>
                  <a:lnTo>
                    <a:pt x="384225" y="34861"/>
                  </a:lnTo>
                  <a:lnTo>
                    <a:pt x="344449" y="15976"/>
                  </a:lnTo>
                  <a:lnTo>
                    <a:pt x="301244" y="4114"/>
                  </a:lnTo>
                  <a:lnTo>
                    <a:pt x="255346" y="0"/>
                  </a:lnTo>
                  <a:lnTo>
                    <a:pt x="209435" y="4114"/>
                  </a:lnTo>
                  <a:lnTo>
                    <a:pt x="166230" y="15976"/>
                  </a:lnTo>
                  <a:lnTo>
                    <a:pt x="126453" y="34861"/>
                  </a:lnTo>
                  <a:lnTo>
                    <a:pt x="90817" y="60058"/>
                  </a:lnTo>
                  <a:lnTo>
                    <a:pt x="60045" y="90843"/>
                  </a:lnTo>
                  <a:lnTo>
                    <a:pt x="34848" y="126492"/>
                  </a:lnTo>
                  <a:lnTo>
                    <a:pt x="15976" y="166281"/>
                  </a:lnTo>
                  <a:lnTo>
                    <a:pt x="4114" y="209499"/>
                  </a:lnTo>
                  <a:lnTo>
                    <a:pt x="0" y="255409"/>
                  </a:lnTo>
                  <a:lnTo>
                    <a:pt x="4114" y="301307"/>
                  </a:lnTo>
                  <a:lnTo>
                    <a:pt x="15976" y="344512"/>
                  </a:lnTo>
                  <a:lnTo>
                    <a:pt x="34848" y="384289"/>
                  </a:lnTo>
                  <a:lnTo>
                    <a:pt x="60045" y="419925"/>
                  </a:lnTo>
                  <a:lnTo>
                    <a:pt x="90817" y="450697"/>
                  </a:lnTo>
                  <a:lnTo>
                    <a:pt x="126453" y="475894"/>
                  </a:lnTo>
                  <a:lnTo>
                    <a:pt x="166230" y="494792"/>
                  </a:lnTo>
                  <a:lnTo>
                    <a:pt x="209435" y="506653"/>
                  </a:lnTo>
                  <a:lnTo>
                    <a:pt x="255346" y="510768"/>
                  </a:lnTo>
                  <a:lnTo>
                    <a:pt x="301244" y="506653"/>
                  </a:lnTo>
                  <a:lnTo>
                    <a:pt x="344449" y="494792"/>
                  </a:lnTo>
                  <a:lnTo>
                    <a:pt x="384225" y="475894"/>
                  </a:lnTo>
                  <a:lnTo>
                    <a:pt x="419862" y="450697"/>
                  </a:lnTo>
                  <a:lnTo>
                    <a:pt x="450646" y="419925"/>
                  </a:lnTo>
                  <a:lnTo>
                    <a:pt x="475830" y="384289"/>
                  </a:lnTo>
                  <a:lnTo>
                    <a:pt x="494728" y="344512"/>
                  </a:lnTo>
                  <a:lnTo>
                    <a:pt x="506590" y="301307"/>
                  </a:lnTo>
                  <a:lnTo>
                    <a:pt x="510705" y="255409"/>
                  </a:lnTo>
                  <a:close/>
                </a:path>
                <a:path w="717550" h="1022984">
                  <a:moveTo>
                    <a:pt x="717397" y="852119"/>
                  </a:moveTo>
                  <a:lnTo>
                    <a:pt x="711314" y="806856"/>
                  </a:lnTo>
                  <a:lnTo>
                    <a:pt x="694156" y="766178"/>
                  </a:lnTo>
                  <a:lnTo>
                    <a:pt x="667524" y="731723"/>
                  </a:lnTo>
                  <a:lnTo>
                    <a:pt x="633069" y="705104"/>
                  </a:lnTo>
                  <a:lnTo>
                    <a:pt x="592404" y="687946"/>
                  </a:lnTo>
                  <a:lnTo>
                    <a:pt x="547141" y="681863"/>
                  </a:lnTo>
                  <a:lnTo>
                    <a:pt x="501878" y="687946"/>
                  </a:lnTo>
                  <a:lnTo>
                    <a:pt x="461213" y="705104"/>
                  </a:lnTo>
                  <a:lnTo>
                    <a:pt x="426758" y="731723"/>
                  </a:lnTo>
                  <a:lnTo>
                    <a:pt x="400126" y="766178"/>
                  </a:lnTo>
                  <a:lnTo>
                    <a:pt x="382968" y="806856"/>
                  </a:lnTo>
                  <a:lnTo>
                    <a:pt x="376885" y="852119"/>
                  </a:lnTo>
                  <a:lnTo>
                    <a:pt x="382968" y="897369"/>
                  </a:lnTo>
                  <a:lnTo>
                    <a:pt x="400126" y="938047"/>
                  </a:lnTo>
                  <a:lnTo>
                    <a:pt x="426758" y="972502"/>
                  </a:lnTo>
                  <a:lnTo>
                    <a:pt x="461213" y="999121"/>
                  </a:lnTo>
                  <a:lnTo>
                    <a:pt x="501878" y="1016292"/>
                  </a:lnTo>
                  <a:lnTo>
                    <a:pt x="547141" y="1022375"/>
                  </a:lnTo>
                  <a:lnTo>
                    <a:pt x="592404" y="1016292"/>
                  </a:lnTo>
                  <a:lnTo>
                    <a:pt x="633069" y="999121"/>
                  </a:lnTo>
                  <a:lnTo>
                    <a:pt x="667524" y="972502"/>
                  </a:lnTo>
                  <a:lnTo>
                    <a:pt x="694156" y="938047"/>
                  </a:lnTo>
                  <a:lnTo>
                    <a:pt x="711314" y="897369"/>
                  </a:lnTo>
                  <a:lnTo>
                    <a:pt x="717397" y="8521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573589" y="2866709"/>
              <a:ext cx="3068320" cy="3119755"/>
            </a:xfrm>
            <a:custGeom>
              <a:avLst/>
              <a:gdLst/>
              <a:ahLst/>
              <a:cxnLst/>
              <a:rect l="l" t="t" r="r" b="b"/>
              <a:pathLst>
                <a:path w="3068319" h="3119754">
                  <a:moveTo>
                    <a:pt x="279011" y="1026575"/>
                  </a:moveTo>
                  <a:lnTo>
                    <a:pt x="275288" y="972353"/>
                  </a:lnTo>
                  <a:lnTo>
                    <a:pt x="274747" y="918755"/>
                  </a:lnTo>
                  <a:lnTo>
                    <a:pt x="277285" y="865972"/>
                  </a:lnTo>
                  <a:lnTo>
                    <a:pt x="282794" y="814198"/>
                  </a:lnTo>
                  <a:lnTo>
                    <a:pt x="291171" y="763624"/>
                  </a:lnTo>
                  <a:lnTo>
                    <a:pt x="302308" y="714442"/>
                  </a:lnTo>
                  <a:lnTo>
                    <a:pt x="316101" y="666844"/>
                  </a:lnTo>
                  <a:lnTo>
                    <a:pt x="332445" y="621024"/>
                  </a:lnTo>
                  <a:lnTo>
                    <a:pt x="351232" y="577172"/>
                  </a:lnTo>
                  <a:lnTo>
                    <a:pt x="372359" y="535482"/>
                  </a:lnTo>
                  <a:lnTo>
                    <a:pt x="395719" y="496144"/>
                  </a:lnTo>
                  <a:lnTo>
                    <a:pt x="421208" y="459353"/>
                  </a:lnTo>
                  <a:lnTo>
                    <a:pt x="448718" y="425299"/>
                  </a:lnTo>
                  <a:lnTo>
                    <a:pt x="478145" y="394175"/>
                  </a:lnTo>
                  <a:lnTo>
                    <a:pt x="509384" y="366173"/>
                  </a:lnTo>
                  <a:lnTo>
                    <a:pt x="542328" y="341485"/>
                  </a:lnTo>
                  <a:lnTo>
                    <a:pt x="576872" y="320304"/>
                  </a:lnTo>
                  <a:lnTo>
                    <a:pt x="612911" y="302822"/>
                  </a:lnTo>
                  <a:lnTo>
                    <a:pt x="650340" y="289230"/>
                  </a:lnTo>
                  <a:lnTo>
                    <a:pt x="689051" y="279722"/>
                  </a:lnTo>
                  <a:lnTo>
                    <a:pt x="734641" y="274178"/>
                  </a:lnTo>
                  <a:lnTo>
                    <a:pt x="780143" y="274663"/>
                  </a:lnTo>
                  <a:lnTo>
                    <a:pt x="825256" y="281097"/>
                  </a:lnTo>
                  <a:lnTo>
                    <a:pt x="869677" y="293397"/>
                  </a:lnTo>
                  <a:lnTo>
                    <a:pt x="913106" y="311481"/>
                  </a:lnTo>
                  <a:lnTo>
                    <a:pt x="955240" y="335268"/>
                  </a:lnTo>
                  <a:lnTo>
                    <a:pt x="995778" y="364675"/>
                  </a:lnTo>
                  <a:lnTo>
                    <a:pt x="1017075" y="315631"/>
                  </a:lnTo>
                  <a:lnTo>
                    <a:pt x="1041553" y="270951"/>
                  </a:lnTo>
                  <a:lnTo>
                    <a:pt x="1068901" y="230766"/>
                  </a:lnTo>
                  <a:lnTo>
                    <a:pt x="1098807" y="195210"/>
                  </a:lnTo>
                  <a:lnTo>
                    <a:pt x="1130959" y="164415"/>
                  </a:lnTo>
                  <a:lnTo>
                    <a:pt x="1165044" y="138513"/>
                  </a:lnTo>
                  <a:lnTo>
                    <a:pt x="1200750" y="117637"/>
                  </a:lnTo>
                  <a:lnTo>
                    <a:pt x="1237765" y="101919"/>
                  </a:lnTo>
                  <a:lnTo>
                    <a:pt x="1275778" y="91491"/>
                  </a:lnTo>
                  <a:lnTo>
                    <a:pt x="1314476" y="86486"/>
                  </a:lnTo>
                  <a:lnTo>
                    <a:pt x="1353546" y="87036"/>
                  </a:lnTo>
                  <a:lnTo>
                    <a:pt x="1392678" y="93274"/>
                  </a:lnTo>
                  <a:lnTo>
                    <a:pt x="1431558" y="105333"/>
                  </a:lnTo>
                  <a:lnTo>
                    <a:pt x="1469875" y="123344"/>
                  </a:lnTo>
                  <a:lnTo>
                    <a:pt x="1507316" y="147439"/>
                  </a:lnTo>
                  <a:lnTo>
                    <a:pt x="1553650" y="187726"/>
                  </a:lnTo>
                  <a:lnTo>
                    <a:pt x="1595271" y="236861"/>
                  </a:lnTo>
                  <a:lnTo>
                    <a:pt x="1616548" y="186489"/>
                  </a:lnTo>
                  <a:lnTo>
                    <a:pt x="1641899" y="141596"/>
                  </a:lnTo>
                  <a:lnTo>
                    <a:pt x="1670829" y="102411"/>
                  </a:lnTo>
                  <a:lnTo>
                    <a:pt x="1702842" y="69164"/>
                  </a:lnTo>
                  <a:lnTo>
                    <a:pt x="1737445" y="42082"/>
                  </a:lnTo>
                  <a:lnTo>
                    <a:pt x="1774140" y="21396"/>
                  </a:lnTo>
                  <a:lnTo>
                    <a:pt x="1812434" y="7334"/>
                  </a:lnTo>
                  <a:lnTo>
                    <a:pt x="1851831" y="126"/>
                  </a:lnTo>
                  <a:lnTo>
                    <a:pt x="1891836" y="0"/>
                  </a:lnTo>
                  <a:lnTo>
                    <a:pt x="1931954" y="7185"/>
                  </a:lnTo>
                  <a:lnTo>
                    <a:pt x="1971689" y="21911"/>
                  </a:lnTo>
                  <a:lnTo>
                    <a:pt x="2010547" y="44406"/>
                  </a:lnTo>
                  <a:lnTo>
                    <a:pt x="2041261" y="68751"/>
                  </a:lnTo>
                  <a:lnTo>
                    <a:pt x="2069672" y="97703"/>
                  </a:lnTo>
                  <a:lnTo>
                    <a:pt x="2095518" y="130948"/>
                  </a:lnTo>
                  <a:lnTo>
                    <a:pt x="2118536" y="168172"/>
                  </a:lnTo>
                  <a:lnTo>
                    <a:pt x="2148535" y="125019"/>
                  </a:lnTo>
                  <a:lnTo>
                    <a:pt x="2181427" y="88159"/>
                  </a:lnTo>
                  <a:lnTo>
                    <a:pt x="2216757" y="57643"/>
                  </a:lnTo>
                  <a:lnTo>
                    <a:pt x="2254071" y="33523"/>
                  </a:lnTo>
                  <a:lnTo>
                    <a:pt x="2292914" y="15850"/>
                  </a:lnTo>
                  <a:lnTo>
                    <a:pt x="2332830" y="4678"/>
                  </a:lnTo>
                  <a:lnTo>
                    <a:pt x="2373366" y="57"/>
                  </a:lnTo>
                  <a:lnTo>
                    <a:pt x="2414066" y="2039"/>
                  </a:lnTo>
                  <a:lnTo>
                    <a:pt x="2454475" y="10676"/>
                  </a:lnTo>
                  <a:lnTo>
                    <a:pt x="2494138" y="26021"/>
                  </a:lnTo>
                  <a:lnTo>
                    <a:pt x="2532601" y="48124"/>
                  </a:lnTo>
                  <a:lnTo>
                    <a:pt x="2569409" y="77039"/>
                  </a:lnTo>
                  <a:lnTo>
                    <a:pt x="2604106" y="112816"/>
                  </a:lnTo>
                  <a:lnTo>
                    <a:pt x="2632921" y="150735"/>
                  </a:lnTo>
                  <a:lnTo>
                    <a:pt x="2658224" y="192702"/>
                  </a:lnTo>
                  <a:lnTo>
                    <a:pt x="2679819" y="238248"/>
                  </a:lnTo>
                  <a:lnTo>
                    <a:pt x="2697512" y="286906"/>
                  </a:lnTo>
                  <a:lnTo>
                    <a:pt x="2711105" y="338210"/>
                  </a:lnTo>
                  <a:lnTo>
                    <a:pt x="2720403" y="391690"/>
                  </a:lnTo>
                  <a:lnTo>
                    <a:pt x="2757212" y="408405"/>
                  </a:lnTo>
                  <a:lnTo>
                    <a:pt x="2791950" y="429775"/>
                  </a:lnTo>
                  <a:lnTo>
                    <a:pt x="2824485" y="455475"/>
                  </a:lnTo>
                  <a:lnTo>
                    <a:pt x="2854681" y="485182"/>
                  </a:lnTo>
                  <a:lnTo>
                    <a:pt x="2882406" y="518572"/>
                  </a:lnTo>
                  <a:lnTo>
                    <a:pt x="2907527" y="555321"/>
                  </a:lnTo>
                  <a:lnTo>
                    <a:pt x="2929909" y="595104"/>
                  </a:lnTo>
                  <a:lnTo>
                    <a:pt x="2949419" y="637599"/>
                  </a:lnTo>
                  <a:lnTo>
                    <a:pt x="2965923" y="682481"/>
                  </a:lnTo>
                  <a:lnTo>
                    <a:pt x="2979289" y="729425"/>
                  </a:lnTo>
                  <a:lnTo>
                    <a:pt x="2989382" y="778109"/>
                  </a:lnTo>
                  <a:lnTo>
                    <a:pt x="2996069" y="828208"/>
                  </a:lnTo>
                  <a:lnTo>
                    <a:pt x="2999216" y="879399"/>
                  </a:lnTo>
                  <a:lnTo>
                    <a:pt x="2998690" y="931356"/>
                  </a:lnTo>
                  <a:lnTo>
                    <a:pt x="2994357" y="983757"/>
                  </a:lnTo>
                  <a:lnTo>
                    <a:pt x="2986084" y="1036278"/>
                  </a:lnTo>
                  <a:lnTo>
                    <a:pt x="2973715" y="1088325"/>
                  </a:lnTo>
                  <a:lnTo>
                    <a:pt x="2968702" y="1105246"/>
                  </a:lnTo>
                  <a:lnTo>
                    <a:pt x="2990433" y="1147725"/>
                  </a:lnTo>
                  <a:lnTo>
                    <a:pt x="3009446" y="1191716"/>
                  </a:lnTo>
                  <a:lnTo>
                    <a:pt x="3025761" y="1237010"/>
                  </a:lnTo>
                  <a:lnTo>
                    <a:pt x="3039397" y="1283401"/>
                  </a:lnTo>
                  <a:lnTo>
                    <a:pt x="3050374" y="1330681"/>
                  </a:lnTo>
                  <a:lnTo>
                    <a:pt x="3058712" y="1378642"/>
                  </a:lnTo>
                  <a:lnTo>
                    <a:pt x="3064430" y="1427077"/>
                  </a:lnTo>
                  <a:lnTo>
                    <a:pt x="3067547" y="1475778"/>
                  </a:lnTo>
                  <a:lnTo>
                    <a:pt x="3068084" y="1524538"/>
                  </a:lnTo>
                  <a:lnTo>
                    <a:pt x="3066059" y="1573149"/>
                  </a:lnTo>
                  <a:lnTo>
                    <a:pt x="3061492" y="1621404"/>
                  </a:lnTo>
                  <a:lnTo>
                    <a:pt x="3054404" y="1669095"/>
                  </a:lnTo>
                  <a:lnTo>
                    <a:pt x="3044812" y="1716014"/>
                  </a:lnTo>
                  <a:lnTo>
                    <a:pt x="3032738" y="1761954"/>
                  </a:lnTo>
                  <a:lnTo>
                    <a:pt x="3018199" y="1806708"/>
                  </a:lnTo>
                  <a:lnTo>
                    <a:pt x="3001217" y="1850068"/>
                  </a:lnTo>
                  <a:lnTo>
                    <a:pt x="2981810" y="1891826"/>
                  </a:lnTo>
                  <a:lnTo>
                    <a:pt x="2959998" y="1931774"/>
                  </a:lnTo>
                  <a:lnTo>
                    <a:pt x="2935801" y="1969707"/>
                  </a:lnTo>
                  <a:lnTo>
                    <a:pt x="2909238" y="2005415"/>
                  </a:lnTo>
                  <a:lnTo>
                    <a:pt x="2880328" y="2038691"/>
                  </a:lnTo>
                  <a:lnTo>
                    <a:pt x="2839642" y="2077514"/>
                  </a:lnTo>
                  <a:lnTo>
                    <a:pt x="2796477" y="2110243"/>
                  </a:lnTo>
                  <a:lnTo>
                    <a:pt x="2751184" y="2136663"/>
                  </a:lnTo>
                  <a:lnTo>
                    <a:pt x="2704116" y="2156559"/>
                  </a:lnTo>
                  <a:lnTo>
                    <a:pt x="2655623" y="2169716"/>
                  </a:lnTo>
                  <a:lnTo>
                    <a:pt x="2653428" y="2224399"/>
                  </a:lnTo>
                  <a:lnTo>
                    <a:pt x="2647599" y="2277568"/>
                  </a:lnTo>
                  <a:lnTo>
                    <a:pt x="2638310" y="2328989"/>
                  </a:lnTo>
                  <a:lnTo>
                    <a:pt x="2625733" y="2378426"/>
                  </a:lnTo>
                  <a:lnTo>
                    <a:pt x="2610042" y="2425641"/>
                  </a:lnTo>
                  <a:lnTo>
                    <a:pt x="2591411" y="2470400"/>
                  </a:lnTo>
                  <a:lnTo>
                    <a:pt x="2570012" y="2512466"/>
                  </a:lnTo>
                  <a:lnTo>
                    <a:pt x="2546020" y="2551604"/>
                  </a:lnTo>
                  <a:lnTo>
                    <a:pt x="2519606" y="2587577"/>
                  </a:lnTo>
                  <a:lnTo>
                    <a:pt x="2490946" y="2620149"/>
                  </a:lnTo>
                  <a:lnTo>
                    <a:pt x="2460211" y="2649085"/>
                  </a:lnTo>
                  <a:lnTo>
                    <a:pt x="2427576" y="2674149"/>
                  </a:lnTo>
                  <a:lnTo>
                    <a:pt x="2393213" y="2695104"/>
                  </a:lnTo>
                  <a:lnTo>
                    <a:pt x="2357296" y="2711714"/>
                  </a:lnTo>
                  <a:lnTo>
                    <a:pt x="2319998" y="2723745"/>
                  </a:lnTo>
                  <a:lnTo>
                    <a:pt x="2281493" y="2730958"/>
                  </a:lnTo>
                  <a:lnTo>
                    <a:pt x="2241953" y="2733120"/>
                  </a:lnTo>
                  <a:lnTo>
                    <a:pt x="2196810" y="2729167"/>
                  </a:lnTo>
                  <a:lnTo>
                    <a:pt x="2152448" y="2718419"/>
                  </a:lnTo>
                  <a:lnTo>
                    <a:pt x="2109261" y="2701034"/>
                  </a:lnTo>
                  <a:lnTo>
                    <a:pt x="2067646" y="2677168"/>
                  </a:lnTo>
                  <a:lnTo>
                    <a:pt x="2027998" y="2646979"/>
                  </a:lnTo>
                  <a:lnTo>
                    <a:pt x="2014331" y="2701215"/>
                  </a:lnTo>
                  <a:lnTo>
                    <a:pt x="1997674" y="2752775"/>
                  </a:lnTo>
                  <a:lnTo>
                    <a:pt x="1978206" y="2801527"/>
                  </a:lnTo>
                  <a:lnTo>
                    <a:pt x="1956108" y="2847338"/>
                  </a:lnTo>
                  <a:lnTo>
                    <a:pt x="1931558" y="2890073"/>
                  </a:lnTo>
                  <a:lnTo>
                    <a:pt x="1904735" y="2929601"/>
                  </a:lnTo>
                  <a:lnTo>
                    <a:pt x="1875819" y="2965788"/>
                  </a:lnTo>
                  <a:lnTo>
                    <a:pt x="1844988" y="2998500"/>
                  </a:lnTo>
                  <a:lnTo>
                    <a:pt x="1812422" y="3027605"/>
                  </a:lnTo>
                  <a:lnTo>
                    <a:pt x="1778300" y="3052969"/>
                  </a:lnTo>
                  <a:lnTo>
                    <a:pt x="1742801" y="3074460"/>
                  </a:lnTo>
                  <a:lnTo>
                    <a:pt x="1706104" y="3091943"/>
                  </a:lnTo>
                  <a:lnTo>
                    <a:pt x="1668389" y="3105287"/>
                  </a:lnTo>
                  <a:lnTo>
                    <a:pt x="1629834" y="3114357"/>
                  </a:lnTo>
                  <a:lnTo>
                    <a:pt x="1590619" y="3119020"/>
                  </a:lnTo>
                  <a:lnTo>
                    <a:pt x="1550923" y="3119144"/>
                  </a:lnTo>
                  <a:lnTo>
                    <a:pt x="1510924" y="3114595"/>
                  </a:lnTo>
                  <a:lnTo>
                    <a:pt x="1470803" y="3105239"/>
                  </a:lnTo>
                  <a:lnTo>
                    <a:pt x="1430739" y="3090945"/>
                  </a:lnTo>
                  <a:lnTo>
                    <a:pt x="1391677" y="3071916"/>
                  </a:lnTo>
                  <a:lnTo>
                    <a:pt x="1354143" y="3048410"/>
                  </a:lnTo>
                  <a:lnTo>
                    <a:pt x="1318322" y="3020616"/>
                  </a:lnTo>
                  <a:lnTo>
                    <a:pt x="1284399" y="2988723"/>
                  </a:lnTo>
                  <a:lnTo>
                    <a:pt x="1252561" y="2952919"/>
                  </a:lnTo>
                  <a:lnTo>
                    <a:pt x="1222993" y="2913395"/>
                  </a:lnTo>
                  <a:lnTo>
                    <a:pt x="1195881" y="2870338"/>
                  </a:lnTo>
                  <a:lnTo>
                    <a:pt x="1171410" y="2823937"/>
                  </a:lnTo>
                  <a:lnTo>
                    <a:pt x="1133876" y="2852625"/>
                  </a:lnTo>
                  <a:lnTo>
                    <a:pt x="1095460" y="2876838"/>
                  </a:lnTo>
                  <a:lnTo>
                    <a:pt x="1056327" y="2896635"/>
                  </a:lnTo>
                  <a:lnTo>
                    <a:pt x="1016647" y="2912073"/>
                  </a:lnTo>
                  <a:lnTo>
                    <a:pt x="976584" y="2923210"/>
                  </a:lnTo>
                  <a:lnTo>
                    <a:pt x="936307" y="2930104"/>
                  </a:lnTo>
                  <a:lnTo>
                    <a:pt x="895982" y="2932814"/>
                  </a:lnTo>
                  <a:lnTo>
                    <a:pt x="855776" y="2931396"/>
                  </a:lnTo>
                  <a:lnTo>
                    <a:pt x="815855" y="2925908"/>
                  </a:lnTo>
                  <a:lnTo>
                    <a:pt x="776388" y="2916409"/>
                  </a:lnTo>
                  <a:lnTo>
                    <a:pt x="737540" y="2902957"/>
                  </a:lnTo>
                  <a:lnTo>
                    <a:pt x="699480" y="2885608"/>
                  </a:lnTo>
                  <a:lnTo>
                    <a:pt x="662373" y="2864422"/>
                  </a:lnTo>
                  <a:lnTo>
                    <a:pt x="626386" y="2839455"/>
                  </a:lnTo>
                  <a:lnTo>
                    <a:pt x="591687" y="2810766"/>
                  </a:lnTo>
                  <a:lnTo>
                    <a:pt x="558443" y="2778412"/>
                  </a:lnTo>
                  <a:lnTo>
                    <a:pt x="526820" y="2742452"/>
                  </a:lnTo>
                  <a:lnTo>
                    <a:pt x="496985" y="2702943"/>
                  </a:lnTo>
                  <a:lnTo>
                    <a:pt x="469105" y="2659943"/>
                  </a:lnTo>
                  <a:lnTo>
                    <a:pt x="443348" y="2613509"/>
                  </a:lnTo>
                  <a:lnTo>
                    <a:pt x="419880" y="2563701"/>
                  </a:lnTo>
                  <a:lnTo>
                    <a:pt x="416040" y="2554626"/>
                  </a:lnTo>
                  <a:lnTo>
                    <a:pt x="414086" y="2550019"/>
                  </a:lnTo>
                  <a:lnTo>
                    <a:pt x="372080" y="2552902"/>
                  </a:lnTo>
                  <a:lnTo>
                    <a:pt x="331149" y="2548096"/>
                  </a:lnTo>
                  <a:lnTo>
                    <a:pt x="291702" y="2536048"/>
                  </a:lnTo>
                  <a:lnTo>
                    <a:pt x="254147" y="2517205"/>
                  </a:lnTo>
                  <a:lnTo>
                    <a:pt x="218895" y="2492013"/>
                  </a:lnTo>
                  <a:lnTo>
                    <a:pt x="186353" y="2460920"/>
                  </a:lnTo>
                  <a:lnTo>
                    <a:pt x="156930" y="2424372"/>
                  </a:lnTo>
                  <a:lnTo>
                    <a:pt x="131036" y="2382816"/>
                  </a:lnTo>
                  <a:lnTo>
                    <a:pt x="109079" y="2336697"/>
                  </a:lnTo>
                  <a:lnTo>
                    <a:pt x="91468" y="2286464"/>
                  </a:lnTo>
                  <a:lnTo>
                    <a:pt x="78612" y="2232563"/>
                  </a:lnTo>
                  <a:lnTo>
                    <a:pt x="70920" y="2175440"/>
                  </a:lnTo>
                  <a:lnTo>
                    <a:pt x="68820" y="2121982"/>
                  </a:lnTo>
                  <a:lnTo>
                    <a:pt x="71522" y="2069098"/>
                  </a:lnTo>
                  <a:lnTo>
                    <a:pt x="78889" y="2017370"/>
                  </a:lnTo>
                  <a:lnTo>
                    <a:pt x="90783" y="1967381"/>
                  </a:lnTo>
                  <a:lnTo>
                    <a:pt x="107065" y="1919713"/>
                  </a:lnTo>
                  <a:lnTo>
                    <a:pt x="127598" y="1874949"/>
                  </a:lnTo>
                  <a:lnTo>
                    <a:pt x="152244" y="1833671"/>
                  </a:lnTo>
                  <a:lnTo>
                    <a:pt x="120099" y="1803578"/>
                  </a:lnTo>
                  <a:lnTo>
                    <a:pt x="91519" y="1768952"/>
                  </a:lnTo>
                  <a:lnTo>
                    <a:pt x="66609" y="1730344"/>
                  </a:lnTo>
                  <a:lnTo>
                    <a:pt x="45472" y="1688305"/>
                  </a:lnTo>
                  <a:lnTo>
                    <a:pt x="28211" y="1643383"/>
                  </a:lnTo>
                  <a:lnTo>
                    <a:pt x="14929" y="1596131"/>
                  </a:lnTo>
                  <a:lnTo>
                    <a:pt x="5731" y="1547098"/>
                  </a:lnTo>
                  <a:lnTo>
                    <a:pt x="720" y="1496834"/>
                  </a:lnTo>
                  <a:lnTo>
                    <a:pt x="0" y="1445891"/>
                  </a:lnTo>
                  <a:lnTo>
                    <a:pt x="3673" y="1394817"/>
                  </a:lnTo>
                  <a:lnTo>
                    <a:pt x="11843" y="1344165"/>
                  </a:lnTo>
                  <a:lnTo>
                    <a:pt x="24614" y="1294484"/>
                  </a:lnTo>
                  <a:lnTo>
                    <a:pt x="42090" y="1246324"/>
                  </a:lnTo>
                  <a:lnTo>
                    <a:pt x="65548" y="1198279"/>
                  </a:lnTo>
                  <a:lnTo>
                    <a:pt x="93127" y="1155545"/>
                  </a:lnTo>
                  <a:lnTo>
                    <a:pt x="124358" y="1118543"/>
                  </a:lnTo>
                  <a:lnTo>
                    <a:pt x="158773" y="1087694"/>
                  </a:lnTo>
                  <a:lnTo>
                    <a:pt x="195902" y="1063419"/>
                  </a:lnTo>
                  <a:lnTo>
                    <a:pt x="235277" y="1046140"/>
                  </a:lnTo>
                  <a:lnTo>
                    <a:pt x="276428" y="1036278"/>
                  </a:lnTo>
                  <a:lnTo>
                    <a:pt x="279011" y="1026575"/>
                  </a:lnTo>
                  <a:close/>
                </a:path>
              </a:pathLst>
            </a:custGeom>
            <a:ln w="6980">
              <a:solidFill>
                <a:srgbClr val="0364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28159" y="7207110"/>
              <a:ext cx="177237" cy="17723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729114" y="3024759"/>
              <a:ext cx="2811780" cy="3997960"/>
            </a:xfrm>
            <a:custGeom>
              <a:avLst/>
              <a:gdLst/>
              <a:ahLst/>
              <a:cxnLst/>
              <a:rect l="l" t="t" r="r" b="b"/>
              <a:pathLst>
                <a:path w="2811780" h="3997959">
                  <a:moveTo>
                    <a:pt x="2740858" y="3827178"/>
                  </a:moveTo>
                  <a:lnTo>
                    <a:pt x="2734777" y="3872438"/>
                  </a:lnTo>
                  <a:lnTo>
                    <a:pt x="2717613" y="3913109"/>
                  </a:lnTo>
                  <a:lnTo>
                    <a:pt x="2690991" y="3947567"/>
                  </a:lnTo>
                  <a:lnTo>
                    <a:pt x="2656533" y="3974189"/>
                  </a:lnTo>
                  <a:lnTo>
                    <a:pt x="2615862" y="3991353"/>
                  </a:lnTo>
                  <a:lnTo>
                    <a:pt x="2570602" y="3997434"/>
                  </a:lnTo>
                  <a:lnTo>
                    <a:pt x="2525341" y="3991353"/>
                  </a:lnTo>
                  <a:lnTo>
                    <a:pt x="2484671" y="3974189"/>
                  </a:lnTo>
                  <a:lnTo>
                    <a:pt x="2450213" y="3947567"/>
                  </a:lnTo>
                  <a:lnTo>
                    <a:pt x="2423591" y="3913109"/>
                  </a:lnTo>
                  <a:lnTo>
                    <a:pt x="2406427" y="3872438"/>
                  </a:lnTo>
                  <a:lnTo>
                    <a:pt x="2400345" y="3827178"/>
                  </a:lnTo>
                  <a:lnTo>
                    <a:pt x="2406427" y="3781917"/>
                  </a:lnTo>
                  <a:lnTo>
                    <a:pt x="2423591" y="3741247"/>
                  </a:lnTo>
                  <a:lnTo>
                    <a:pt x="2450213" y="3706789"/>
                  </a:lnTo>
                  <a:lnTo>
                    <a:pt x="2484671" y="3680167"/>
                  </a:lnTo>
                  <a:lnTo>
                    <a:pt x="2525341" y="3663003"/>
                  </a:lnTo>
                  <a:lnTo>
                    <a:pt x="2570602" y="3656921"/>
                  </a:lnTo>
                  <a:lnTo>
                    <a:pt x="2615862" y="3663003"/>
                  </a:lnTo>
                  <a:lnTo>
                    <a:pt x="2656533" y="3680167"/>
                  </a:lnTo>
                  <a:lnTo>
                    <a:pt x="2690991" y="3706789"/>
                  </a:lnTo>
                  <a:lnTo>
                    <a:pt x="2717613" y="3741247"/>
                  </a:lnTo>
                  <a:lnTo>
                    <a:pt x="2734777" y="3781917"/>
                  </a:lnTo>
                  <a:lnTo>
                    <a:pt x="2740858" y="3827178"/>
                  </a:lnTo>
                  <a:close/>
                </a:path>
                <a:path w="2811780" h="3997959">
                  <a:moveTo>
                    <a:pt x="2534163" y="3230477"/>
                  </a:moveTo>
                  <a:lnTo>
                    <a:pt x="2530048" y="3276372"/>
                  </a:lnTo>
                  <a:lnTo>
                    <a:pt x="2518186" y="3319570"/>
                  </a:lnTo>
                  <a:lnTo>
                    <a:pt x="2499296" y="3359349"/>
                  </a:lnTo>
                  <a:lnTo>
                    <a:pt x="2474102" y="3394988"/>
                  </a:lnTo>
                  <a:lnTo>
                    <a:pt x="2443324" y="3425766"/>
                  </a:lnTo>
                  <a:lnTo>
                    <a:pt x="2407685" y="3450960"/>
                  </a:lnTo>
                  <a:lnTo>
                    <a:pt x="2367906" y="3469850"/>
                  </a:lnTo>
                  <a:lnTo>
                    <a:pt x="2324708" y="3481712"/>
                  </a:lnTo>
                  <a:lnTo>
                    <a:pt x="2278813" y="3485827"/>
                  </a:lnTo>
                  <a:lnTo>
                    <a:pt x="2232900" y="3481712"/>
                  </a:lnTo>
                  <a:lnTo>
                    <a:pt x="2189692" y="3469850"/>
                  </a:lnTo>
                  <a:lnTo>
                    <a:pt x="2149910" y="3450960"/>
                  </a:lnTo>
                  <a:lnTo>
                    <a:pt x="2114273" y="3425766"/>
                  </a:lnTo>
                  <a:lnTo>
                    <a:pt x="2083501" y="3394988"/>
                  </a:lnTo>
                  <a:lnTo>
                    <a:pt x="2058314" y="3359349"/>
                  </a:lnTo>
                  <a:lnTo>
                    <a:pt x="2039432" y="3319570"/>
                  </a:lnTo>
                  <a:lnTo>
                    <a:pt x="2027575" y="3276372"/>
                  </a:lnTo>
                  <a:lnTo>
                    <a:pt x="2023463" y="3230477"/>
                  </a:lnTo>
                  <a:lnTo>
                    <a:pt x="2027575" y="3184561"/>
                  </a:lnTo>
                  <a:lnTo>
                    <a:pt x="2039432" y="3141347"/>
                  </a:lnTo>
                  <a:lnTo>
                    <a:pt x="2058314" y="3101556"/>
                  </a:lnTo>
                  <a:lnTo>
                    <a:pt x="2083501" y="3065908"/>
                  </a:lnTo>
                  <a:lnTo>
                    <a:pt x="2114273" y="3035124"/>
                  </a:lnTo>
                  <a:lnTo>
                    <a:pt x="2149910" y="3009926"/>
                  </a:lnTo>
                  <a:lnTo>
                    <a:pt x="2189692" y="2991035"/>
                  </a:lnTo>
                  <a:lnTo>
                    <a:pt x="2232900" y="2979172"/>
                  </a:lnTo>
                  <a:lnTo>
                    <a:pt x="2278813" y="2975057"/>
                  </a:lnTo>
                  <a:lnTo>
                    <a:pt x="2324708" y="2979172"/>
                  </a:lnTo>
                  <a:lnTo>
                    <a:pt x="2367906" y="2991035"/>
                  </a:lnTo>
                  <a:lnTo>
                    <a:pt x="2407685" y="3009926"/>
                  </a:lnTo>
                  <a:lnTo>
                    <a:pt x="2443324" y="3035124"/>
                  </a:lnTo>
                  <a:lnTo>
                    <a:pt x="2474102" y="3065908"/>
                  </a:lnTo>
                  <a:lnTo>
                    <a:pt x="2499296" y="3101556"/>
                  </a:lnTo>
                  <a:lnTo>
                    <a:pt x="2518186" y="3141347"/>
                  </a:lnTo>
                  <a:lnTo>
                    <a:pt x="2530048" y="3184561"/>
                  </a:lnTo>
                  <a:lnTo>
                    <a:pt x="2534163" y="3230477"/>
                  </a:lnTo>
                  <a:close/>
                </a:path>
                <a:path w="2811780" h="3997959">
                  <a:moveTo>
                    <a:pt x="179750" y="1720994"/>
                  </a:moveTo>
                  <a:lnTo>
                    <a:pt x="132826" y="1721087"/>
                  </a:lnTo>
                  <a:lnTo>
                    <a:pt x="86707" y="1711370"/>
                  </a:lnTo>
                  <a:lnTo>
                    <a:pt x="42172" y="1692085"/>
                  </a:lnTo>
                  <a:lnTo>
                    <a:pt x="0" y="1663474"/>
                  </a:lnTo>
                </a:path>
                <a:path w="2811780" h="3997959">
                  <a:moveTo>
                    <a:pt x="338279" y="2350713"/>
                  </a:moveTo>
                  <a:lnTo>
                    <a:pt x="319125" y="2360263"/>
                  </a:lnTo>
                  <a:lnTo>
                    <a:pt x="299598" y="2368060"/>
                  </a:lnTo>
                  <a:lnTo>
                    <a:pt x="279743" y="2374076"/>
                  </a:lnTo>
                  <a:lnTo>
                    <a:pt x="259608" y="2378287"/>
                  </a:lnTo>
                </a:path>
                <a:path w="2811780" h="3997959">
                  <a:moveTo>
                    <a:pt x="1015675" y="2653322"/>
                  </a:moveTo>
                  <a:lnTo>
                    <a:pt x="1002027" y="2623254"/>
                  </a:lnTo>
                  <a:lnTo>
                    <a:pt x="989577" y="2592250"/>
                  </a:lnTo>
                  <a:lnTo>
                    <a:pt x="978343" y="2560370"/>
                  </a:lnTo>
                  <a:lnTo>
                    <a:pt x="968347" y="2527671"/>
                  </a:lnTo>
                </a:path>
                <a:path w="2811780" h="3997959">
                  <a:moveTo>
                    <a:pt x="1891670" y="2340033"/>
                  </a:moveTo>
                  <a:lnTo>
                    <a:pt x="1888910" y="2374994"/>
                  </a:lnTo>
                  <a:lnTo>
                    <a:pt x="1884829" y="2409673"/>
                  </a:lnTo>
                  <a:lnTo>
                    <a:pt x="1879438" y="2443999"/>
                  </a:lnTo>
                  <a:lnTo>
                    <a:pt x="1872752" y="2477900"/>
                  </a:lnTo>
                </a:path>
                <a:path w="2811780" h="3997959">
                  <a:moveTo>
                    <a:pt x="2267784" y="1488261"/>
                  </a:moveTo>
                  <a:lnTo>
                    <a:pt x="2302202" y="1514367"/>
                  </a:lnTo>
                  <a:lnTo>
                    <a:pt x="2334304" y="1544528"/>
                  </a:lnTo>
                  <a:lnTo>
                    <a:pt x="2363957" y="1578446"/>
                  </a:lnTo>
                  <a:lnTo>
                    <a:pt x="2391025" y="1615823"/>
                  </a:lnTo>
                  <a:lnTo>
                    <a:pt x="2415374" y="1656359"/>
                  </a:lnTo>
                  <a:lnTo>
                    <a:pt x="2436871" y="1699756"/>
                  </a:lnTo>
                  <a:lnTo>
                    <a:pt x="2455381" y="1745715"/>
                  </a:lnTo>
                  <a:lnTo>
                    <a:pt x="2470769" y="1793939"/>
                  </a:lnTo>
                  <a:lnTo>
                    <a:pt x="2482902" y="1844127"/>
                  </a:lnTo>
                  <a:lnTo>
                    <a:pt x="2491644" y="1895983"/>
                  </a:lnTo>
                  <a:lnTo>
                    <a:pt x="2496863" y="1949206"/>
                  </a:lnTo>
                  <a:lnTo>
                    <a:pt x="2498422" y="2003499"/>
                  </a:lnTo>
                </a:path>
                <a:path w="2811780" h="3997959">
                  <a:moveTo>
                    <a:pt x="2811781" y="939587"/>
                  </a:moveTo>
                  <a:lnTo>
                    <a:pt x="2792271" y="993837"/>
                  </a:lnTo>
                  <a:lnTo>
                    <a:pt x="2768475" y="1044435"/>
                  </a:lnTo>
                  <a:lnTo>
                    <a:pt x="2740661" y="1090898"/>
                  </a:lnTo>
                  <a:lnTo>
                    <a:pt x="2709097" y="1132740"/>
                  </a:lnTo>
                </a:path>
                <a:path w="2811780" h="3997959">
                  <a:moveTo>
                    <a:pt x="2565366" y="222750"/>
                  </a:moveTo>
                  <a:lnTo>
                    <a:pt x="2567904" y="245428"/>
                  </a:lnTo>
                  <a:lnTo>
                    <a:pt x="2569651" y="268211"/>
                  </a:lnTo>
                  <a:lnTo>
                    <a:pt x="2570598" y="291073"/>
                  </a:lnTo>
                  <a:lnTo>
                    <a:pt x="2570741" y="313986"/>
                  </a:lnTo>
                </a:path>
                <a:path w="2811780" h="3997959">
                  <a:moveTo>
                    <a:pt x="1909470" y="116366"/>
                  </a:moveTo>
                  <a:lnTo>
                    <a:pt x="1920325" y="85354"/>
                  </a:lnTo>
                  <a:lnTo>
                    <a:pt x="1932750" y="55539"/>
                  </a:lnTo>
                  <a:lnTo>
                    <a:pt x="1946694" y="27046"/>
                  </a:lnTo>
                  <a:lnTo>
                    <a:pt x="1962104" y="0"/>
                  </a:lnTo>
                </a:path>
                <a:path w="2811780" h="3997959">
                  <a:moveTo>
                    <a:pt x="1417408" y="171792"/>
                  </a:moveTo>
                  <a:lnTo>
                    <a:pt x="1422077" y="145929"/>
                  </a:lnTo>
                  <a:lnTo>
                    <a:pt x="1427897" y="120537"/>
                  </a:lnTo>
                  <a:lnTo>
                    <a:pt x="1434842" y="95695"/>
                  </a:lnTo>
                  <a:lnTo>
                    <a:pt x="1442887" y="71481"/>
                  </a:lnTo>
                </a:path>
                <a:path w="2811780" h="3997959">
                  <a:moveTo>
                    <a:pt x="839904" y="205857"/>
                  </a:moveTo>
                  <a:lnTo>
                    <a:pt x="864541" y="227257"/>
                  </a:lnTo>
                  <a:lnTo>
                    <a:pt x="888157" y="250672"/>
                  </a:lnTo>
                  <a:lnTo>
                    <a:pt x="910700" y="276025"/>
                  </a:lnTo>
                  <a:lnTo>
                    <a:pt x="932118" y="303236"/>
                  </a:lnTo>
                </a:path>
                <a:path w="2811780" h="3997959">
                  <a:moveTo>
                    <a:pt x="139541" y="971000"/>
                  </a:moveTo>
                  <a:lnTo>
                    <a:pt x="134451" y="945731"/>
                  </a:lnTo>
                  <a:lnTo>
                    <a:pt x="130074" y="920207"/>
                  </a:lnTo>
                  <a:lnTo>
                    <a:pt x="126417" y="894461"/>
                  </a:lnTo>
                  <a:lnTo>
                    <a:pt x="123486" y="868525"/>
                  </a:lnTo>
                </a:path>
              </a:pathLst>
            </a:custGeom>
            <a:ln w="6980">
              <a:solidFill>
                <a:srgbClr val="0364C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5140765" y="3552426"/>
            <a:ext cx="1718310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960"/>
              </a:lnSpc>
              <a:spcBef>
                <a:spcPts val="95"/>
              </a:spcBef>
            </a:pPr>
            <a:r>
              <a:rPr sz="3300" b="1" spc="-20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HEY!</a:t>
            </a:r>
            <a:endParaRPr sz="3300">
              <a:latin typeface="Arial" panose="020B0604020202020204"/>
              <a:cs typeface="Arial" panose="020B0604020202020204"/>
            </a:endParaRPr>
          </a:p>
          <a:p>
            <a:pPr marL="12065" marR="5080" algn="ctr">
              <a:lnSpc>
                <a:spcPts val="3960"/>
              </a:lnSpc>
              <a:spcBef>
                <a:spcPts val="100"/>
              </a:spcBef>
            </a:pPr>
            <a:r>
              <a:rPr sz="3300" b="1" spc="-10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CODING </a:t>
            </a:r>
            <a:r>
              <a:rPr sz="3300" b="1" spc="-50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3300" b="1" spc="-180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300" b="1" spc="-114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EASY!</a:t>
            </a:r>
            <a:endParaRPr sz="33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1744" y="1387424"/>
            <a:ext cx="6429821" cy="642982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1220" y="3521075"/>
            <a:ext cx="5691505" cy="227901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5050" y="10379075"/>
            <a:ext cx="3822700" cy="9251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8667</Words>
  <Application>WPS Presentation</Application>
  <PresentationFormat>On-screen Show (4:3)</PresentationFormat>
  <Paragraphs>241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0" baseType="lpstr">
      <vt:lpstr>Arial</vt:lpstr>
      <vt:lpstr>SimSun</vt:lpstr>
      <vt:lpstr>Wingdings</vt:lpstr>
      <vt:lpstr>Tahoma</vt:lpstr>
      <vt:lpstr>DejaVu Sans</vt:lpstr>
      <vt:lpstr>Calibri</vt:lpstr>
      <vt:lpstr>Trebuchet MS</vt:lpstr>
      <vt:lpstr>Microsoft YaHei</vt:lpstr>
      <vt:lpstr>Droid Sans Fallback</vt:lpstr>
      <vt:lpstr>Arial Unicode MS</vt:lpstr>
      <vt:lpstr>Wingdings</vt:lpstr>
      <vt:lpstr>Quicksand Light</vt:lpstr>
      <vt:lpstr>Arial</vt:lpstr>
      <vt:lpstr>Arial MT</vt:lpstr>
      <vt:lpstr>Tahoma</vt:lpstr>
      <vt:lpstr>Calibri</vt:lpstr>
      <vt:lpstr>Office Theme</vt:lpstr>
      <vt:lpstr>IT-W1</vt:lpstr>
      <vt:lpstr>THÔNG TIN GIẢNG VIÊN</vt:lpstr>
      <vt:lpstr>THÔNG TIN HỌC PHẦN</vt:lpstr>
      <vt:lpstr>THÔNG TIN HỌC PHẦN</vt:lpstr>
      <vt:lpstr>THÔNG TIN HỌC PHẦN</vt:lpstr>
      <vt:lpstr>TÀI LIỆU HỌC TẬP KHUYẾN NGHỊ</vt:lpstr>
      <vt:lpstr>TÀI LIỆU HỌC TẬP KHUYẾN NGHỊ</vt:lpstr>
      <vt:lpstr>TÀI LIỆU HỌC TẬP KHUYẾN NGHỊ</vt:lpstr>
      <vt:lpstr>QUY ĐỊNH TRONG LỚP HỌC</vt:lpstr>
      <vt:lpstr>MÔI TRƯỜNG PHÁT TRIỂN CẦN CÀI ĐẶT</vt:lpstr>
      <vt:lpstr>PHƯƠNG PHÁP HỌC TẬP KHUYẾN NGHỊ</vt:lpstr>
      <vt:lpstr>LỘ TRÌNH NGHỀ NGHIỆP – Ứng dụng thực tế sau môn học</vt:lpstr>
      <vt:lpstr>LỘ TRÌNH NGHỀ NGHIỆP – Ứng dụng thực tế sau môn học</vt:lpstr>
      <vt:lpstr>LỘ TRÌNH NGHỀ NGHIỆP – Ứng dụng thực tế sau môn học</vt:lpstr>
      <vt:lpstr>LỘ TRÌNH NGHỀ NGHIỆP – Ứng dụng thực tế sau môn học</vt:lpstr>
      <vt:lpstr>LỘ TRÌNH NGHỀ NGHIỆP – Ứng dụng thực tế sau môn học</vt:lpstr>
      <vt:lpstr>LỘ TRÌNH NGHỀ NGHIỆP – Ứng dụng thực tế sau môn học</vt:lpstr>
      <vt:lpstr>HÀNH TRANG CV – Chứng minh năng lực, tăng cơ hội được tuyển dụng</vt:lpstr>
      <vt:lpstr>HÀNH TRANG CV – Chứng minh năng lực, tăng cơ hội được tuyển dụng</vt:lpstr>
      <vt:lpstr>HÀNH TRANG CV – Chứng minh năng lực, tăng cơ hội được tuyển dụng</vt:lpstr>
      <vt:lpstr>HÀNH TRANG CV – Chứng minh năng lực, tăng cơ hội được tuyển dụng</vt:lpstr>
      <vt:lpstr>KẾT LUẬN &amp; ĐỊNH HƯỚNG</vt:lpstr>
      <vt:lpstr>CODING IS EASY!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THIẾT KẾ WEB  VÀ TRIỂN KHAI HỆ THỐNG  PHẦN MỀMIT-W1</dc:title>
  <dc:creator>Gigabyte</dc:creator>
  <cp:lastModifiedBy>levandat</cp:lastModifiedBy>
  <cp:revision>5</cp:revision>
  <dcterms:created xsi:type="dcterms:W3CDTF">2025-09-09T10:14:54Z</dcterms:created>
  <dcterms:modified xsi:type="dcterms:W3CDTF">2025-09-09T10:14:54Z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2025-09-10T00:00:00Z</vt:filetime>
  </property>
  <property fmtid="{D5CDD505-2E9C-101B-9397-08002B2CF9AE}" pid="5" name="Producer">
    <vt:lpwstr>Microsoft® PowerPoint® 2019</vt:lpwstr>
  </property>
  <property fmtid="{D5CDD505-2E9C-101B-9397-08002B2CF9AE}" pid="6" name="ICV">
    <vt:lpwstr/>
  </property>
  <property fmtid="{D5CDD505-2E9C-101B-9397-08002B2CF9AE}" pid="7" name="KSOProductBuildVer">
    <vt:lpwstr>1033-11.1.0.11723</vt:lpwstr>
  </property>
</Properties>
</file>